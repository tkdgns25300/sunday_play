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Jua" charset="1" panose="00000000000000000000"/>
      <p:regular r:id="rId11"/>
    </p:embeddedFont>
    <p:embeddedFont>
      <p:font typeface="TDTD갬성명조" charset="1" panose="02000503000000000000"/>
      <p:regular r:id="rId12"/>
    </p:embeddedFont>
    <p:embeddedFont>
      <p:font typeface="TDTD가온" charset="1" panose="02000503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6.gif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gif" Type="http://schemas.openxmlformats.org/officeDocument/2006/relationships/image"/><Relationship Id="rId3" Target="../media/image2.gif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gif" Type="http://schemas.openxmlformats.org/officeDocument/2006/relationships/image"/><Relationship Id="rId3" Target="../media/image7.gif" Type="http://schemas.openxmlformats.org/officeDocument/2006/relationships/image"/><Relationship Id="rId4" Target="../media/image8.gif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병뚜껑 날리기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64034" b="46739"/>
          <a:stretch>
            <a:fillRect/>
          </a:stretch>
        </p:blipFill>
        <p:spPr>
          <a:xfrm flipH="true" flipV="false" rot="-5400000">
            <a:off x="-4815703" y="-1693918"/>
            <a:ext cx="4331879" cy="6415001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535139" y="3578731"/>
            <a:ext cx="4173130" cy="9243409"/>
          </a:xfrm>
          <a:prstGeom prst="rect">
            <a:avLst/>
          </a:prstGeom>
        </p:spPr>
      </p:pic>
      <p:sp>
        <p:nvSpPr>
          <p:cNvPr name="Freeform 4" id="4"/>
          <p:cNvSpPr/>
          <p:nvPr/>
        </p:nvSpPr>
        <p:spPr>
          <a:xfrm flipH="false" flipV="false" rot="-1016799">
            <a:off x="11210747" y="-2141754"/>
            <a:ext cx="9983125" cy="8685318"/>
          </a:xfrm>
          <a:custGeom>
            <a:avLst/>
            <a:gdLst/>
            <a:ahLst/>
            <a:cxnLst/>
            <a:rect r="r" b="b" t="t" l="l"/>
            <a:pathLst>
              <a:path h="8685318" w="9983125">
                <a:moveTo>
                  <a:pt x="0" y="0"/>
                </a:moveTo>
                <a:lnTo>
                  <a:pt x="9983125" y="0"/>
                </a:lnTo>
                <a:lnTo>
                  <a:pt x="9983125" y="8685318"/>
                </a:lnTo>
                <a:lnTo>
                  <a:pt x="0" y="86853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392761" y="600705"/>
            <a:ext cx="5362043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800"/>
              </a:lnSpc>
            </a:pPr>
            <a:r>
              <a:rPr lang="en-US" sz="90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규칙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09172" y="535073"/>
            <a:ext cx="11933749" cy="3171514"/>
            <a:chOff x="0" y="0"/>
            <a:chExt cx="15911666" cy="422868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386214"/>
              <a:ext cx="15911666" cy="2842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책상</a:t>
              </a: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위에 마스킹 테이프로 선을 4개 긋습니다.</a:t>
              </a:r>
            </a:p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가까운 순서: 믿음(1점)→소망(3점)→사랑(5점)→예수(10점) </a:t>
              </a:r>
            </a:p>
            <a:p>
              <a:pPr algn="l">
                <a:lnSpc>
                  <a:spcPts val="5739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-161925"/>
              <a:ext cx="10684245" cy="111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10"/>
                </a:lnSpc>
              </a:pPr>
              <a:r>
                <a:rPr lang="en-US" sz="470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1.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797745" y="7419270"/>
            <a:ext cx="8552074" cy="3166651"/>
            <a:chOff x="0" y="0"/>
            <a:chExt cx="11402765" cy="4222201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379728"/>
              <a:ext cx="11402765" cy="28424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전원이</a:t>
              </a: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한 번씩 도전하면 1라운드 종료.                                                  </a:t>
              </a:r>
            </a:p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3라운드 반복 후 누적 점수가 높은 팀이 우승!</a:t>
              </a:r>
            </a:p>
            <a:p>
              <a:pPr algn="l">
                <a:lnSpc>
                  <a:spcPts val="5739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-161925"/>
              <a:ext cx="11402765" cy="1111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09"/>
                </a:lnSpc>
              </a:pPr>
              <a:r>
                <a:rPr lang="en-US" sz="4699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3.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910515" y="3528720"/>
            <a:ext cx="10466970" cy="3890550"/>
            <a:chOff x="0" y="0"/>
            <a:chExt cx="13955960" cy="5187401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379728"/>
              <a:ext cx="13955960" cy="38076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출발선</a:t>
              </a: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 뒤에서 병뚜껑을 손가락으로 튕깁니다.                                               </a:t>
              </a:r>
            </a:p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멈춘 위치에서 가장 가까운 선의 점수를 획득!</a:t>
              </a:r>
            </a:p>
            <a:p>
              <a:pPr algn="l">
                <a:lnSpc>
                  <a:spcPts val="5739"/>
                </a:lnSpc>
              </a:pPr>
              <a:r>
                <a:rPr lang="en-US" sz="4099">
                  <a:solidFill>
                    <a:srgbClr val="FFFAEF"/>
                  </a:solidFill>
                  <a:latin typeface="TDTD가온"/>
                  <a:ea typeface="TDTD가온"/>
                  <a:cs typeface="TDTD가온"/>
                  <a:sym typeface="TDTD가온"/>
                </a:rPr>
                <a:t>선을 넘거나 책상 밖으로 나가면 0점!  </a:t>
              </a:r>
            </a:p>
            <a:p>
              <a:pPr algn="l">
                <a:lnSpc>
                  <a:spcPts val="573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-161925"/>
              <a:ext cx="10551700" cy="11110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110"/>
                </a:lnSpc>
              </a:pPr>
              <a:r>
                <a:rPr lang="en-US" sz="4700">
                  <a:solidFill>
                    <a:srgbClr val="FFFAEF"/>
                  </a:solidFill>
                  <a:latin typeface="Jua"/>
                  <a:ea typeface="Jua"/>
                  <a:cs typeface="Jua"/>
                  <a:sym typeface="Jua"/>
                </a:rPr>
                <a:t>STEP 2.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38925" y="4092795"/>
            <a:ext cx="1181015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팀을 나눠주세요!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3655377" y="6809666"/>
            <a:ext cx="6229999" cy="695466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0" y="0"/>
            <a:ext cx="6925457" cy="4700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D8AA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64771" t="21970" r="0" b="0"/>
          <a:stretch>
            <a:fillRect/>
          </a:stretch>
        </p:blipFill>
        <p:spPr>
          <a:xfrm flipH="false" flipV="false" rot="5400000">
            <a:off x="2310738" y="4172522"/>
            <a:ext cx="3803740" cy="8425216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-7094170">
            <a:off x="14148180" y="-2590072"/>
            <a:ext cx="7036829" cy="7237544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028700" y="3892867"/>
            <a:ext cx="15555091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FFFAEF"/>
                </a:solidFill>
                <a:latin typeface="Jua"/>
                <a:ea typeface="Jua"/>
                <a:cs typeface="Jua"/>
                <a:sym typeface="Jua"/>
              </a:rPr>
              <a:t>병뚜껑 날리기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264803" y="9812655"/>
            <a:ext cx="2637975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779"/>
              </a:lnSpc>
              <a:spcBef>
                <a:spcPct val="0"/>
              </a:spcBef>
            </a:pPr>
            <a:r>
              <a:rPr lang="en-US" sz="2700" spc="-135">
                <a:solidFill>
                  <a:srgbClr val="FFFFFF"/>
                </a:solidFill>
                <a:latin typeface="TDTD갬성명조"/>
                <a:ea typeface="TDTD갬성명조"/>
                <a:cs typeface="TDTD갬성명조"/>
                <a:sym typeface="TDTD갬성명조"/>
              </a:rPr>
              <a:t>ⓒ 2026. Sunday Play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A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7408585">
            <a:off x="4499355" y="-533795"/>
            <a:ext cx="9289290" cy="10369815"/>
          </a:xfrm>
          <a:prstGeom prst="rect">
            <a:avLst/>
          </a:prstGeom>
        </p:spPr>
      </p:pic>
      <p:sp>
        <p:nvSpPr>
          <p:cNvPr name="TextBox 3" id="3"/>
          <p:cNvSpPr txBox="true"/>
          <p:nvPr/>
        </p:nvSpPr>
        <p:spPr>
          <a:xfrm rot="0">
            <a:off x="4421807" y="3895725"/>
            <a:ext cx="9444385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en-US" sz="12500">
                <a:solidFill>
                  <a:srgbClr val="000000"/>
                </a:solidFill>
                <a:latin typeface="Jua"/>
                <a:ea typeface="Jua"/>
                <a:cs typeface="Jua"/>
                <a:sym typeface="Jua"/>
              </a:rPr>
              <a:t>감사합니다!</a:t>
            </a:r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62989" t="67035" r="0" b="0"/>
          <a:stretch>
            <a:fillRect/>
          </a:stretch>
        </p:blipFill>
        <p:spPr>
          <a:xfrm flipH="false" flipV="false" rot="5400000">
            <a:off x="-202103" y="6179918"/>
            <a:ext cx="4312936" cy="3841377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640279" y="-4239083"/>
            <a:ext cx="8152651" cy="84781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DAHFJUFU9eQ</dc:identifier>
  <dcterms:modified xsi:type="dcterms:W3CDTF">2011-08-01T06:04:30Z</dcterms:modified>
  <cp:revision>1</cp:revision>
  <dc:title>[Sunday Play] 병뚜껑 날리기</dc:title>
</cp:coreProperties>
</file>