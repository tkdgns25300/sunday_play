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무궁화 고딕" charset="1" panose="02020603020101020101"/>
      <p:regular r:id="rId10"/>
    </p:embeddedFont>
    <p:embeddedFont>
      <p:font typeface="무궁화 고딕 Bold" charset="1" panose="02020603020101020101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Relationship Id="rId4" Target="../media/image7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시간 맞추기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21803" y="9822180"/>
            <a:ext cx="378097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619696" cy="1929563"/>
            <a:chOff x="0" y="0"/>
            <a:chExt cx="16826261" cy="257275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38666"/>
              <a:ext cx="16826261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목표 시간을 정합니다. (예: 10초)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298371" cy="123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75494" y="7319033"/>
            <a:ext cx="6412506" cy="2614907"/>
            <a:chOff x="0" y="0"/>
            <a:chExt cx="8550008" cy="348654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61858"/>
              <a:ext cx="8468722" cy="192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목표 시간과 가장 가깝게</a:t>
              </a:r>
            </a:p>
            <a:p>
              <a:pPr algn="l">
                <a:lnSpc>
                  <a:spcPts val="5880"/>
                </a:lnSpc>
              </a:pPr>
              <a:r>
                <a:rPr lang="en-US" sz="42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멈춘 사람이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8550008" cy="124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27128" y="3458624"/>
            <a:ext cx="11787343" cy="2667951"/>
            <a:chOff x="0" y="0"/>
            <a:chExt cx="15716458" cy="355726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32584"/>
              <a:ext cx="15716458" cy="192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타이머를 시작하고 화면을 보지 마세요!</a:t>
              </a:r>
            </a:p>
            <a:p>
              <a:pPr algn="l">
                <a:lnSpc>
                  <a:spcPts val="5880"/>
                </a:lnSpc>
              </a:pPr>
              <a:r>
                <a:rPr lang="en-US" sz="42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목표 시간이 되었다고 생각하면 "스탑"하세요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5799240" cy="123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시간 맞추기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21803" y="9822180"/>
            <a:ext cx="378097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DAHH9WA-Fyw</dc:identifier>
  <dcterms:modified xsi:type="dcterms:W3CDTF">2011-08-01T06:04:30Z</dcterms:modified>
  <cp:revision>1</cp:revision>
  <dc:title>[Sunday Play] 시간 맞추기(ppt)</dc:title>
</cp:coreProperties>
</file>