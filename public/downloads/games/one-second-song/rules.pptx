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무궁화 고딕" charset="1" panose="02020603020101020101"/>
      <p:regular r:id="rId11"/>
    </p:embeddedFont>
    <p:embeddedFont>
      <p:font typeface="무궁화 고딕 Bold" charset="1" panose="02020603020101020101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1초 송퀴즈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43698" y="9822180"/>
            <a:ext cx="305908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1973270"/>
            <a:chOff x="0" y="0"/>
            <a:chExt cx="15911666" cy="26310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43601"/>
              <a:ext cx="15911666" cy="98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노래가 1초만 재생됩니다. 집중하세요!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10684245" cy="1263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9"/>
                </a:lnSpc>
              </a:pPr>
              <a:r>
                <a:rPr lang="en-US" sz="5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92761" y="7809938"/>
            <a:ext cx="6694713" cy="1968407"/>
            <a:chOff x="0" y="0"/>
            <a:chExt cx="8926284" cy="262454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637116"/>
              <a:ext cx="8785636" cy="987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많이 맞춘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8926284" cy="1263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9"/>
                </a:lnSpc>
              </a:pPr>
              <a:r>
                <a:rPr lang="en-US" sz="5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93094" y="4174938"/>
            <a:ext cx="8501812" cy="1968405"/>
            <a:chOff x="0" y="0"/>
            <a:chExt cx="11335749" cy="262454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37115"/>
              <a:ext cx="11335749" cy="98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어떤 노래인지 가장 먼저 외치세요!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235855" cy="1263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9"/>
                </a:lnSpc>
              </a:pPr>
              <a:r>
                <a:rPr lang="en-US" sz="5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1초 송퀴즈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43698" y="9822180"/>
            <a:ext cx="305908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DAHH9e86mK0</dc:identifier>
  <dcterms:modified xsi:type="dcterms:W3CDTF">2011-08-01T06:04:30Z</dcterms:modified>
  <cp:revision>1</cp:revision>
  <dc:title>[Sunday Play] 1초 송퀴즈(ppt)</dc:title>
</cp:coreProperties>
</file>