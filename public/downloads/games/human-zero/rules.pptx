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인간 제로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02277" y="9822180"/>
            <a:ext cx="3600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078314" cy="1701684"/>
            <a:chOff x="0" y="0"/>
            <a:chExt cx="16104419" cy="22689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6104419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2팀으로 나눠</a:t>
              </a: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앉습니다. (팀당 4~5명) 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1192234" y="8200435"/>
            <a:ext cx="6700996" cy="1697863"/>
            <a:chOff x="0" y="0"/>
            <a:chExt cx="8934662" cy="226381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83283"/>
              <a:ext cx="8798067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먼저 3회 공격 성공한</a:t>
              </a: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팀이 승리!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8934662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195843" y="3312615"/>
            <a:ext cx="11500525" cy="3811961"/>
            <a:chOff x="0" y="0"/>
            <a:chExt cx="15334033" cy="50826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5334033" cy="36999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공격팀이 0~상대 인원수 중 숫자를 외칩니다.           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수비팀은 동시에 일어나거나 앉습니다.      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일어난 수 = 부른 숫자면 공격 성공! 한 번 더 공격!                                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실패하면 공수 교대!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6898637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인간 제로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02277" y="9822180"/>
            <a:ext cx="3600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DAHH2533k-s</dc:identifier>
  <dcterms:modified xsi:type="dcterms:W3CDTF">2011-08-01T06:04:30Z</dcterms:modified>
  <cp:revision>1</cp:revision>
  <dc:title>[Sunday Play] 인간 제로(ppt)</dc:title>
</cp:coreProperties>
</file>