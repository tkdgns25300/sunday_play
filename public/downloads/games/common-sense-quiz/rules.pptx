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무궁화 고딕" charset="1" panose="02020603020101020101"/>
      <p:regular r:id="rId51"/>
    </p:embeddedFont>
    <p:embeddedFont>
      <p:font typeface="무궁화 고딕 Bold" charset="1" panose="02020603020101020101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상식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83277" y="9822180"/>
            <a:ext cx="321950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7650" y="223900"/>
            <a:ext cx="10939580" cy="2002541"/>
            <a:chOff x="0" y="0"/>
            <a:chExt cx="14586106" cy="267005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725517"/>
              <a:ext cx="14586106" cy="944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12"/>
                </a:lnSpc>
              </a:pPr>
              <a:r>
                <a:rPr lang="en-US" sz="4223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화면에 상식 문제가 나타납니다.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929837" cy="1303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3"/>
                </a:lnSpc>
              </a:pPr>
              <a:r>
                <a:rPr lang="en-US" sz="6141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61695" y="7860464"/>
            <a:ext cx="8126305" cy="1938277"/>
            <a:chOff x="0" y="0"/>
            <a:chExt cx="10835074" cy="258436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641335"/>
              <a:ext cx="10732064" cy="943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02"/>
                </a:lnSpc>
              </a:pPr>
              <a:r>
                <a:rPr lang="en-US" sz="4216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많은 문제를 맞춘 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10835074" cy="13146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8"/>
                </a:lnSpc>
              </a:pPr>
              <a:r>
                <a:rPr lang="en-US" sz="6144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39734" y="3667979"/>
            <a:ext cx="7808533" cy="2750947"/>
            <a:chOff x="0" y="0"/>
            <a:chExt cx="10411377" cy="36679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734561"/>
              <a:ext cx="10411377" cy="1933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932"/>
                </a:lnSpc>
              </a:pPr>
              <a:r>
                <a:rPr lang="en-US" sz="4237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 구호(혹은 정답)를 가장 먼저</a:t>
              </a:r>
            </a:p>
            <a:p>
              <a:pPr algn="l">
                <a:lnSpc>
                  <a:spcPts val="5932"/>
                </a:lnSpc>
              </a:pPr>
              <a:r>
                <a:rPr lang="en-US" sz="4237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외친 팀에게 기회가 주어집니다.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5486344" cy="131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023"/>
                </a:lnSpc>
              </a:pPr>
              <a:r>
                <a:rPr lang="en-US" sz="6171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상식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83277" y="9822180"/>
            <a:ext cx="321950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295775"/>
            <a:ext cx="1601797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무지개는 몇 가지 색일까요?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7가지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295775"/>
            <a:ext cx="1601797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1년은 몇 주일까요?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52주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391025"/>
            <a:ext cx="16017978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98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한글을 만든 사람은 누구일까요?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세종대왕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357687"/>
            <a:ext cx="16017978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0"/>
              </a:lnSpc>
            </a:pPr>
            <a:r>
              <a:rPr lang="en-US" sz="102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물이 끓는 온도는 몇 도일까요?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100도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295775"/>
            <a:ext cx="1601797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축구 한 팀은 몇 명일까요?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11명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305175"/>
            <a:ext cx="12852888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세계에서 가장 높은</a:t>
            </a:r>
          </a:p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산은 무엇일까요?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295775"/>
            <a:ext cx="1601797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에베레스트 산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2619375"/>
            <a:ext cx="16017978" cy="503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트럼프 카드 한 묶음은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총 몇 장일까요?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(조커 제외)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52장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343400"/>
            <a:ext cx="1601797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0"/>
              </a:lnSpc>
            </a:pPr>
            <a:r>
              <a:rPr lang="en-US" sz="104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올림픽은 몇 년마다 열릴까요?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4년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세계에서 가장 큰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대륙은 어디일까요?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아시아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295775"/>
            <a:ext cx="1601797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물의 화학식은 무엇일까요?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H₂O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367213"/>
            <a:ext cx="1601797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0"/>
              </a:lnSpc>
            </a:pPr>
            <a:r>
              <a:rPr lang="en-US" sz="101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피아노 건반은 총 몇 개일까요?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88개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세계에서 가장 긴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강은 어디일까요?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나일강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태양계 행성 중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가장 큰 것은 무엇일까요?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목성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대한민국의 건국 연도는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언제일까요?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1948년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295775"/>
            <a:ext cx="1601797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빛의 삼원색은 무엇일까요?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빨강, 초록, 파랑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세계에서 가장 큰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사막은 어디일까요?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사하라 사막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다이아몬드의 원소는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무엇일까요?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탄소(C)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바둑판은 가로 세로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몇 줄일까요?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19줄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세계에서 가장 깊은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바다는 어디일까요?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마리아나 해구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457575"/>
            <a:ext cx="16017978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최초로 달에 착륙한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사람은 누구일까요?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219575"/>
            <a:ext cx="12852888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닐 암스트롱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DAHH9Agg8Fw</dc:identifier>
  <dcterms:modified xsi:type="dcterms:W3CDTF">2011-08-01T06:04:30Z</dcterms:modified>
  <cp:revision>1</cp:revision>
  <dc:title>[Sunday Play] 상식 퀴즈(ppt)</dc:title>
</cp:coreProperties>
</file>