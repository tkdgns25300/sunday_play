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무궁화 고딕" charset="1" panose="02020603020101020101"/>
      <p:regular r:id="rId27"/>
    </p:embeddedFont>
    <p:embeddedFont>
      <p:font typeface="무궁화 고딕 Bold" charset="1" panose="02020603020101020101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단어 스피드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823645" y="9822180"/>
            <a:ext cx="3079133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6010" y="286490"/>
            <a:ext cx="10108960" cy="3538461"/>
            <a:chOff x="0" y="0"/>
            <a:chExt cx="13478613" cy="4717948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60069"/>
              <a:ext cx="13478613" cy="3357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040"/>
                </a:lnSpc>
              </a:pPr>
              <a:r>
                <a:rPr lang="en-US" sz="36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진행자가</a:t>
              </a:r>
              <a:r>
                <a:rPr lang="en-US" sz="36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주제를 발표합니다.                                                                                 </a:t>
              </a:r>
            </a:p>
            <a:p>
              <a:pPr algn="l">
                <a:lnSpc>
                  <a:spcPts val="5040"/>
                </a:lnSpc>
              </a:pPr>
              <a:r>
                <a:rPr lang="en-US" sz="36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예: "G로 시작하는 단어", "색깔 단어"                                                                            </a:t>
              </a:r>
            </a:p>
            <a:p>
              <a:pPr algn="l">
                <a:lnSpc>
                  <a:spcPts val="5040"/>
                </a:lnSpc>
              </a:pPr>
              <a:r>
                <a:rPr lang="en-US" sz="36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제한 시간(1분) 내에 단어를 최대한 많이 적으세요!</a:t>
              </a:r>
            </a:p>
            <a:p>
              <a:pPr algn="l">
                <a:lnSpc>
                  <a:spcPts val="5040"/>
                </a:lnSpc>
              </a:pP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47625"/>
              <a:ext cx="10684245" cy="9610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923"/>
                </a:lnSpc>
              </a:pPr>
              <a:r>
                <a:rPr lang="en-US" sz="4556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064338" y="7720060"/>
            <a:ext cx="8552074" cy="2886615"/>
            <a:chOff x="0" y="0"/>
            <a:chExt cx="11402765" cy="3848821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41840"/>
              <a:ext cx="11402765" cy="25069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039"/>
                </a:lnSpc>
              </a:pPr>
              <a:r>
                <a:rPr lang="en-US" sz="35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화이트보</a:t>
              </a:r>
              <a:r>
                <a:rPr lang="en-US" sz="35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드를 동시에 공개!                                                                                  </a:t>
              </a:r>
            </a:p>
            <a:p>
              <a:pPr algn="l">
                <a:lnSpc>
                  <a:spcPts val="5039"/>
                </a:lnSpc>
              </a:pPr>
              <a:r>
                <a:rPr lang="en-US" sz="35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일반 단어 1점, 플러스 +5점, 마이너스 -3점! </a:t>
              </a:r>
            </a:p>
            <a:p>
              <a:pPr algn="l">
                <a:lnSpc>
                  <a:spcPts val="5039"/>
                </a:lnSpc>
              </a:pP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47625"/>
              <a:ext cx="11402765" cy="949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849"/>
                </a:lnSpc>
              </a:pPr>
              <a:r>
                <a:rPr lang="en-US" sz="44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296463" y="3938729"/>
            <a:ext cx="10466970" cy="3524790"/>
            <a:chOff x="0" y="0"/>
            <a:chExt cx="13955960" cy="4699721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41840"/>
              <a:ext cx="13955960" cy="33578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039"/>
                </a:lnSpc>
              </a:pPr>
              <a:r>
                <a:rPr lang="en-US" sz="35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시간 종료! 진행자가 플러스/마이너스 단어를 공개합니다.                                                                   </a:t>
              </a:r>
            </a:p>
            <a:p>
              <a:pPr algn="l">
                <a:lnSpc>
                  <a:spcPts val="5039"/>
                </a:lnSpc>
              </a:pPr>
              <a:r>
                <a:rPr lang="en-US" sz="35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플러스(+5점): God, Good, Gift                                                                                </a:t>
              </a:r>
            </a:p>
            <a:p>
              <a:pPr algn="l">
                <a:lnSpc>
                  <a:spcPts val="5039"/>
                </a:lnSpc>
              </a:pPr>
              <a:r>
                <a:rPr lang="en-US" sz="35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마이너스(-3점): Give, Great, Garden     </a:t>
              </a:r>
            </a:p>
            <a:p>
              <a:pPr algn="l">
                <a:lnSpc>
                  <a:spcPts val="5039"/>
                </a:lnSpc>
              </a:pP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47625"/>
              <a:ext cx="10551700" cy="949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849"/>
                </a:lnSpc>
              </a:pPr>
              <a:r>
                <a:rPr lang="en-US" sz="44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단어 스피드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823645" y="9822180"/>
            <a:ext cx="3079133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08788" y="4181475"/>
            <a:ext cx="16070423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 Bold"/>
                <a:ea typeface="무궁화 고딕 Bold"/>
                <a:cs typeface="무궁화 고딕 Bold"/>
                <a:sym typeface="무궁화 고딕 Bold"/>
              </a:rPr>
              <a:t>G로 시작하는 단어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1559242"/>
            <a:ext cx="15555091" cy="7153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플러스(+) 단어 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God, Good, Gift</a:t>
            </a:r>
          </a:p>
          <a:p>
            <a:pPr algn="ctr">
              <a:lnSpc>
                <a:spcPts val="11280"/>
              </a:lnSpc>
            </a:pP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마이너스(-) 단어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Give, Great, Garden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22180"/>
            <a:ext cx="2637975" cy="94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08788" y="4181475"/>
            <a:ext cx="16070423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 Bold"/>
                <a:ea typeface="무궁화 고딕 Bold"/>
                <a:cs typeface="무궁화 고딕 Bold"/>
                <a:sym typeface="무궁화 고딕 Bold"/>
              </a:rPr>
              <a:t>색깔 단어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1562100"/>
            <a:ext cx="15555091" cy="7153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플러스(+) 단어 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하늘색, 금색, 빨강</a:t>
            </a:r>
          </a:p>
          <a:p>
            <a:pPr algn="ctr">
              <a:lnSpc>
                <a:spcPts val="11280"/>
              </a:lnSpc>
            </a:pP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마이너스(-) 단어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노랑, 파랑, 검정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22180"/>
            <a:ext cx="2637975" cy="94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08788" y="4181475"/>
            <a:ext cx="16070423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 Bold"/>
                <a:ea typeface="무궁화 고딕 Bold"/>
                <a:cs typeface="무궁화 고딕 Bold"/>
                <a:sym typeface="무궁화 고딕 Bold"/>
              </a:rPr>
              <a:t>교회에서 하는 행동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1562100"/>
            <a:ext cx="15555091" cy="7153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플러스(+) 단어 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기도, 찬양, 헌금</a:t>
            </a:r>
          </a:p>
          <a:p>
            <a:pPr algn="ctr">
              <a:lnSpc>
                <a:spcPts val="11280"/>
              </a:lnSpc>
            </a:pP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마이너스(-) 단어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졸기, 떠들기, 핸드폰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22180"/>
            <a:ext cx="2637975" cy="94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08788" y="4181475"/>
            <a:ext cx="16070423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 Bold"/>
                <a:ea typeface="무궁화 고딕 Bold"/>
                <a:cs typeface="무궁화 고딕 Bold"/>
                <a:sym typeface="무궁화 고딕 Bold"/>
              </a:rPr>
              <a:t>성경에 나오는 먹을 것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1562100"/>
            <a:ext cx="15555091" cy="7153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플러스(+) 단어 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만나, 떡, 포도주, 빵, 물고기</a:t>
            </a:r>
          </a:p>
          <a:p>
            <a:pPr algn="ctr">
              <a:lnSpc>
                <a:spcPts val="11280"/>
              </a:lnSpc>
            </a:pP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마이너스(-) 단어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수박, 사과, 바나나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22180"/>
            <a:ext cx="2637975" cy="94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08788" y="4181475"/>
            <a:ext cx="16070423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 Bold"/>
                <a:ea typeface="무궁화 고딕 Bold"/>
                <a:cs typeface="무궁화 고딕 Bold"/>
                <a:sym typeface="무궁화 고딕 Bold"/>
              </a:rPr>
              <a:t>S로 시작하는 단어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1562100"/>
            <a:ext cx="15555091" cy="7153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플러스(+) 단어 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Sunday, Samuel, Solomon</a:t>
            </a:r>
          </a:p>
          <a:p>
            <a:pPr algn="ctr">
              <a:lnSpc>
                <a:spcPts val="11280"/>
              </a:lnSpc>
            </a:pP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마이너스(-) 단어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Star, Snow, Song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22180"/>
            <a:ext cx="2637975" cy="94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08788" y="4181475"/>
            <a:ext cx="16070423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 Bold"/>
                <a:ea typeface="무궁화 고딕 Bold"/>
                <a:cs typeface="무궁화 고딕 Bold"/>
                <a:sym typeface="무궁화 고딕 Bold"/>
              </a:rPr>
              <a:t>동물 이름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1562100"/>
            <a:ext cx="15555091" cy="7153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플러스(+) 단어 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비둘기, 양, 사자</a:t>
            </a:r>
          </a:p>
          <a:p>
            <a:pPr algn="ctr">
              <a:lnSpc>
                <a:spcPts val="11280"/>
              </a:lnSpc>
            </a:pP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마이너스(-) 단어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개, 고양이, 토끼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22180"/>
            <a:ext cx="2637975" cy="94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08788" y="4181475"/>
            <a:ext cx="16070423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 Bold"/>
                <a:ea typeface="무궁화 고딕 Bold"/>
                <a:cs typeface="무궁화 고딕 Bold"/>
                <a:sym typeface="무궁화 고딕 Bold"/>
              </a:rPr>
              <a:t>교회에서 볼 수 있는 물건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1562100"/>
            <a:ext cx="15555091" cy="7153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플러스(+) 단어 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성경, 십자가, 찬송가</a:t>
            </a:r>
          </a:p>
          <a:p>
            <a:pPr algn="ctr">
              <a:lnSpc>
                <a:spcPts val="11280"/>
              </a:lnSpc>
            </a:pP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마이너스(-) 단어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의자, 시계, 마이크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22180"/>
            <a:ext cx="2637975" cy="94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08788" y="4181475"/>
            <a:ext cx="16070423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 Bold"/>
                <a:ea typeface="무궁화 고딕 Bold"/>
                <a:cs typeface="무궁화 고딕 Bold"/>
                <a:sym typeface="무궁화 고딕 Bold"/>
              </a:rPr>
              <a:t>L로 시작하는 단어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1562100"/>
            <a:ext cx="15555091" cy="7153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플러스(+) 단어 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Love, Light, Lord</a:t>
            </a:r>
          </a:p>
          <a:p>
            <a:pPr algn="ctr">
              <a:lnSpc>
                <a:spcPts val="11280"/>
              </a:lnSpc>
            </a:pP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마이너스(-) 단어</a:t>
            </a:r>
          </a:p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: Lion, Lake, Lamp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22180"/>
            <a:ext cx="2637975" cy="94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DAHH9hdRjgk</dc:identifier>
  <dcterms:modified xsi:type="dcterms:W3CDTF">2011-08-01T06:04:30Z</dcterms:modified>
  <cp:revision>1</cp:revision>
  <dc:title>[Sunday Play] 단어 스피드 퀴즈(ppt)</dc:title>
</cp:coreProperties>
</file>