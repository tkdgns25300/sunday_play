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ua" charset="1" panose="00000000000000000000"/>
      <p:regular r:id="rId11"/>
    </p:embeddedFont>
    <p:embeddedFont>
      <p:font typeface="TDTD갬성명조" charset="1" panose="02000503000000000000"/>
      <p:regular r:id="rId12"/>
    </p:embeddedFont>
    <p:embeddedFont>
      <p:font typeface="TDTD가온" charset="1" panose="02000503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인간 제로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078314" cy="1779769"/>
            <a:chOff x="0" y="0"/>
            <a:chExt cx="16104419" cy="23730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6104419" cy="992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2팀으로 나눠</a:t>
              </a: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앉습니다. (팀당 4~5명)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92761" y="8200435"/>
            <a:ext cx="6500470" cy="1778769"/>
            <a:chOff x="0" y="0"/>
            <a:chExt cx="8667293" cy="23716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8534787" cy="99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먼저 3회 공격 성공한</a:t>
              </a: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팀이 승리!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8667293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55738" y="3178521"/>
            <a:ext cx="11500525" cy="4158235"/>
            <a:chOff x="0" y="0"/>
            <a:chExt cx="15334033" cy="554431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5334033" cy="4169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공격팀이 0~상대 인원수 중 숫자를 외칩니다.                                    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수비팀은 동시에 일어나거나 앉습니다.                               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일어난 수 = 부른 숫자면 공격 성공! 한 번 더 공격!                                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실패하면 공수 교대!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6898637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인간 제로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DAHHZJnIBFk</dc:identifier>
  <dcterms:modified xsi:type="dcterms:W3CDTF">2011-08-01T06:04:30Z</dcterms:modified>
  <cp:revision>1</cp:revision>
  <dc:title>[Sunday Play] 인간 제로</dc:title>
</cp:coreProperties>
</file>