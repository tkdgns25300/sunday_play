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무궁화 고딕" charset="1" panose="02020603020101020101"/>
      <p:regular r:id="rId11"/>
    </p:embeddedFont>
    <p:embeddedFont>
      <p:font typeface="무궁화 고딕 Bold" charset="1" panose="02020603020101020101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이게 뭐야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362435" y="9822180"/>
            <a:ext cx="3540344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2406534"/>
            <a:chOff x="0" y="0"/>
            <a:chExt cx="14259577" cy="320871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8378"/>
              <a:ext cx="14259577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팀별 도전 순서를 정합니다.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 대표가 안대를 착용합니다.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9574913" cy="1062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768385" y="8200435"/>
            <a:ext cx="8086071" cy="1697862"/>
            <a:chOff x="0" y="0"/>
            <a:chExt cx="10781428" cy="226381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3758"/>
              <a:ext cx="10616599" cy="8900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가장 많은 점수를 얻은 팀이 우승합니다.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0781428" cy="10530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936936" y="3999540"/>
            <a:ext cx="8612946" cy="2402261"/>
            <a:chOff x="0" y="0"/>
            <a:chExt cx="11483928" cy="3203015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2681"/>
              <a:ext cx="11483928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20초 안에 물건을 만져서 정답을 말하세요.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못 맞추면 다음 팀이 도전!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7079955" cy="1053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이게 뭐야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362435" y="9822180"/>
            <a:ext cx="3540344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DAHH7fbFiGE</dc:identifier>
  <dcterms:modified xsi:type="dcterms:W3CDTF">2011-08-01T06:04:30Z</dcterms:modified>
  <cp:revision>1</cp:revision>
  <dc:title>[Sunday Play] 이게 뭐야(ppt)</dc:title>
</cp:coreProperties>
</file>