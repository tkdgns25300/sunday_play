
<file path=[Content_Types].xml><?xml version="1.0" encoding="utf-8"?>
<Types xmlns="http://schemas.openxmlformats.org/package/2006/content-types">
  <Default ContentType="application/x-fontdata" Extension="fntdata"/>
  <Default ContentType="image/gif" Extension="gif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slide+xml" PartName="/ppt/slides/slide26.xml"/>
  <Override ContentType="application/vnd.openxmlformats-officedocument.presentationml.slide+xml" PartName="/ppt/slides/slide27.xml"/>
  <Override ContentType="application/vnd.openxmlformats-officedocument.presentationml.slide+xml" PartName="/ppt/slides/slide28.xml"/>
  <Override ContentType="application/vnd.openxmlformats-officedocument.presentationml.slide+xml" PartName="/ppt/slides/slide29.xml"/>
  <Override ContentType="application/vnd.openxmlformats-officedocument.presentationml.slide+xml" PartName="/ppt/slides/slide30.xml"/>
  <Override ContentType="application/vnd.openxmlformats-officedocument.presentationml.slide+xml" PartName="/ppt/slides/slide31.xml"/>
  <Override ContentType="application/vnd.openxmlformats-officedocument.presentationml.slide+xml" PartName="/ppt/slides/slide32.xml"/>
  <Override ContentType="application/vnd.openxmlformats-officedocument.presentationml.slide+xml" PartName="/ppt/slides/slide33.xml"/>
  <Override ContentType="application/vnd.openxmlformats-officedocument.presentationml.slide+xml" PartName="/ppt/slides/slide34.xml"/>
  <Override ContentType="application/vnd.openxmlformats-officedocument.presentationml.slide+xml" PartName="/ppt/slides/slide35.xml"/>
  <Override ContentType="application/vnd.openxmlformats-officedocument.presentationml.slide+xml" PartName="/ppt/slides/slide36.xml"/>
  <Override ContentType="application/vnd.openxmlformats-officedocument.presentationml.slide+xml" PartName="/ppt/slides/slide37.xml"/>
  <Override ContentType="application/vnd.openxmlformats-officedocument.presentationml.slide+xml" PartName="/ppt/slides/slide38.xml"/>
  <Override ContentType="application/vnd.openxmlformats-officedocument.presentationml.slide+xml" PartName="/ppt/slides/slide39.xml"/>
  <Override ContentType="application/vnd.openxmlformats-officedocument.presentationml.slide+xml" PartName="/ppt/slides/slide40.xml"/>
  <Override ContentType="application/vnd.openxmlformats-officedocument.presentationml.slide+xml" PartName="/ppt/slides/slide41.xml"/>
  <Override ContentType="application/vnd.openxmlformats-officedocument.presentationml.slide+xml" PartName="/ppt/slides/slide42.xml"/>
  <Override ContentType="application/vnd.openxmlformats-officedocument.presentationml.slide+xml" PartName="/ppt/slides/slide43.xml"/>
  <Override ContentType="application/vnd.openxmlformats-officedocument.presentationml.slide+xml" PartName="/ppt/slides/slide44.xml"/>
  <Override ContentType="application/vnd.openxmlformats-officedocument.presentationml.slide+xml" PartName="/ppt/slides/slide45.xml"/>
  <Override ContentType="application/vnd.openxmlformats-officedocument.presentationml.slide+xml" PartName="/ppt/slides/slide46.xml"/>
  <Override ContentType="application/vnd.openxmlformats-officedocument.presentationml.slide+xml" PartName="/ppt/slides/slide47.xml"/>
  <Override ContentType="application/vnd.openxmlformats-officedocument.presentationml.slide+xml" PartName="/ppt/slides/slide48.xml"/>
  <Override ContentType="application/vnd.openxmlformats-officedocument.presentationml.slide+xml" PartName="/ppt/slides/slide49.xml"/>
  <Override ContentType="application/vnd.openxmlformats-officedocument.presentationml.slide+xml" PartName="/ppt/slides/slide5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</p:sldIdLst>
  <p:sldSz cx="18288000" cy="10287000"/>
  <p:notesSz cx="6858000" cy="9144000"/>
  <p:embeddedFontLst>
    <p:embeddedFont>
      <p:font typeface="무궁화 고딕" charset="1" panose="02020603020101020101"/>
      <p:regular r:id="rId56"/>
    </p:embeddedFont>
    <p:embeddedFont>
      <p:font typeface="무궁화 고딕 Bold" charset="1" panose="02020603020101020101"/>
      <p:regular r:id="rId5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slides/slide24.xml" Type="http://schemas.openxmlformats.org/officeDocument/2006/relationships/slide"/><Relationship Id="rId3" Target="viewProps.xml" Type="http://schemas.openxmlformats.org/officeDocument/2006/relationships/viewProps"/><Relationship Id="rId30" Target="slides/slide25.xml" Type="http://schemas.openxmlformats.org/officeDocument/2006/relationships/slide"/><Relationship Id="rId31" Target="slides/slide26.xml" Type="http://schemas.openxmlformats.org/officeDocument/2006/relationships/slide"/><Relationship Id="rId32" Target="slides/slide27.xml" Type="http://schemas.openxmlformats.org/officeDocument/2006/relationships/slide"/><Relationship Id="rId33" Target="slides/slide28.xml" Type="http://schemas.openxmlformats.org/officeDocument/2006/relationships/slide"/><Relationship Id="rId34" Target="slides/slide29.xml" Type="http://schemas.openxmlformats.org/officeDocument/2006/relationships/slide"/><Relationship Id="rId35" Target="slides/slide30.xml" Type="http://schemas.openxmlformats.org/officeDocument/2006/relationships/slide"/><Relationship Id="rId36" Target="slides/slide31.xml" Type="http://schemas.openxmlformats.org/officeDocument/2006/relationships/slide"/><Relationship Id="rId37" Target="slides/slide32.xml" Type="http://schemas.openxmlformats.org/officeDocument/2006/relationships/slide"/><Relationship Id="rId38" Target="slides/slide33.xml" Type="http://schemas.openxmlformats.org/officeDocument/2006/relationships/slide"/><Relationship Id="rId39" Target="slides/slide34.xml" Type="http://schemas.openxmlformats.org/officeDocument/2006/relationships/slide"/><Relationship Id="rId4" Target="theme/theme1.xml" Type="http://schemas.openxmlformats.org/officeDocument/2006/relationships/theme"/><Relationship Id="rId40" Target="slides/slide35.xml" Type="http://schemas.openxmlformats.org/officeDocument/2006/relationships/slide"/><Relationship Id="rId41" Target="slides/slide36.xml" Type="http://schemas.openxmlformats.org/officeDocument/2006/relationships/slide"/><Relationship Id="rId42" Target="slides/slide37.xml" Type="http://schemas.openxmlformats.org/officeDocument/2006/relationships/slide"/><Relationship Id="rId43" Target="slides/slide38.xml" Type="http://schemas.openxmlformats.org/officeDocument/2006/relationships/slide"/><Relationship Id="rId44" Target="slides/slide39.xml" Type="http://schemas.openxmlformats.org/officeDocument/2006/relationships/slide"/><Relationship Id="rId45" Target="slides/slide40.xml" Type="http://schemas.openxmlformats.org/officeDocument/2006/relationships/slide"/><Relationship Id="rId46" Target="slides/slide41.xml" Type="http://schemas.openxmlformats.org/officeDocument/2006/relationships/slide"/><Relationship Id="rId47" Target="slides/slide42.xml" Type="http://schemas.openxmlformats.org/officeDocument/2006/relationships/slide"/><Relationship Id="rId48" Target="slides/slide43.xml" Type="http://schemas.openxmlformats.org/officeDocument/2006/relationships/slide"/><Relationship Id="rId49" Target="slides/slide44.xml" Type="http://schemas.openxmlformats.org/officeDocument/2006/relationships/slide"/><Relationship Id="rId5" Target="tableStyles.xml" Type="http://schemas.openxmlformats.org/officeDocument/2006/relationships/tableStyles"/><Relationship Id="rId50" Target="slides/slide45.xml" Type="http://schemas.openxmlformats.org/officeDocument/2006/relationships/slide"/><Relationship Id="rId51" Target="slides/slide46.xml" Type="http://schemas.openxmlformats.org/officeDocument/2006/relationships/slide"/><Relationship Id="rId52" Target="slides/slide47.xml" Type="http://schemas.openxmlformats.org/officeDocument/2006/relationships/slide"/><Relationship Id="rId53" Target="slides/slide48.xml" Type="http://schemas.openxmlformats.org/officeDocument/2006/relationships/slide"/><Relationship Id="rId54" Target="slides/slide49.xml" Type="http://schemas.openxmlformats.org/officeDocument/2006/relationships/slide"/><Relationship Id="rId55" Target="slides/slide50.xml" Type="http://schemas.openxmlformats.org/officeDocument/2006/relationships/slide"/><Relationship Id="rId56" Target="fonts/font56.fntdata" Type="http://schemas.openxmlformats.org/officeDocument/2006/relationships/font"/><Relationship Id="rId57" Target="fonts/font57.fntdata" Type="http://schemas.openxmlformats.org/officeDocument/2006/relationships/font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gif" Type="http://schemas.openxmlformats.org/officeDocument/2006/relationships/image"/><Relationship Id="rId3" Target="../media/image2.gif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gif" Type="http://schemas.openxmlformats.org/officeDocument/2006/relationships/image"/><Relationship Id="rId3" Target="../media/image3.png" Type="http://schemas.openxmlformats.org/officeDocument/2006/relationships/image"/><Relationship Id="rId4" Target="../media/image4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6.gif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gif" Type="http://schemas.openxmlformats.org/officeDocument/2006/relationships/image"/><Relationship Id="rId3" Target="../media/image2.gif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6.gif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6.gif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6.gif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6.gif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6.gif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6.gif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6.gif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6.gif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6.gif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6.gif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6.gif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6.gif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6.gif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6.gif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6.gif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6.gif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6.gif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6.gif" Type="http://schemas.openxmlformats.org/officeDocument/2006/relationships/image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6.gif" Type="http://schemas.openxmlformats.org/officeDocument/2006/relationships/image"/></Relationships>
</file>

<file path=ppt/slides/_rels/slide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6.gif" Type="http://schemas.openxmlformats.org/officeDocument/2006/relationships/image"/></Relationships>
</file>

<file path=ppt/slides/_rels/slide2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6.gif" Type="http://schemas.openxmlformats.org/officeDocument/2006/relationships/image"/></Relationships>
</file>

<file path=ppt/slides/_rels/slide2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6.gif" Type="http://schemas.openxmlformats.org/officeDocument/2006/relationships/image"/></Relationships>
</file>

<file path=ppt/slides/_rels/slide2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6.gif" Type="http://schemas.openxmlformats.org/officeDocument/2006/relationships/image"/></Relationships>
</file>

<file path=ppt/slides/_rels/slide2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6.gif" Type="http://schemas.openxmlformats.org/officeDocument/2006/relationships/image"/></Relationships>
</file>

<file path=ppt/slides/_rels/slide2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6.gif" Type="http://schemas.openxmlformats.org/officeDocument/2006/relationships/image"/></Relationships>
</file>

<file path=ppt/slides/_rels/slide3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6.gif" Type="http://schemas.openxmlformats.org/officeDocument/2006/relationships/image"/></Relationships>
</file>

<file path=ppt/slides/_rels/slide3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6.gif" Type="http://schemas.openxmlformats.org/officeDocument/2006/relationships/image"/></Relationships>
</file>

<file path=ppt/slides/_rels/slide3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6.gif" Type="http://schemas.openxmlformats.org/officeDocument/2006/relationships/image"/></Relationships>
</file>

<file path=ppt/slides/_rels/slide3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6.gif" Type="http://schemas.openxmlformats.org/officeDocument/2006/relationships/image"/></Relationships>
</file>

<file path=ppt/slides/_rels/slide3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6.gif" Type="http://schemas.openxmlformats.org/officeDocument/2006/relationships/image"/></Relationships>
</file>

<file path=ppt/slides/_rels/slide3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6.gif" Type="http://schemas.openxmlformats.org/officeDocument/2006/relationships/image"/></Relationships>
</file>

<file path=ppt/slides/_rels/slide3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6.gif" Type="http://schemas.openxmlformats.org/officeDocument/2006/relationships/image"/></Relationships>
</file>

<file path=ppt/slides/_rels/slide3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6.gif" Type="http://schemas.openxmlformats.org/officeDocument/2006/relationships/image"/></Relationships>
</file>

<file path=ppt/slides/_rels/slide3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6.gif" Type="http://schemas.openxmlformats.org/officeDocument/2006/relationships/image"/></Relationships>
</file>

<file path=ppt/slides/_rels/slide3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6.gif" Type="http://schemas.openxmlformats.org/officeDocument/2006/relationships/image"/></Relationships>
</file>

<file path=ppt/slides/_rels/slide4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6.gif" Type="http://schemas.openxmlformats.org/officeDocument/2006/relationships/image"/></Relationships>
</file>

<file path=ppt/slides/_rels/slide4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6.gif" Type="http://schemas.openxmlformats.org/officeDocument/2006/relationships/image"/></Relationships>
</file>

<file path=ppt/slides/_rels/slide4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6.gif" Type="http://schemas.openxmlformats.org/officeDocument/2006/relationships/image"/></Relationships>
</file>

<file path=ppt/slides/_rels/slide4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6.gif" Type="http://schemas.openxmlformats.org/officeDocument/2006/relationships/image"/></Relationships>
</file>

<file path=ppt/slides/_rels/slide4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6.gif" Type="http://schemas.openxmlformats.org/officeDocument/2006/relationships/image"/></Relationships>
</file>

<file path=ppt/slides/_rels/slide4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6.gif" Type="http://schemas.openxmlformats.org/officeDocument/2006/relationships/image"/></Relationships>
</file>

<file path=ppt/slides/_rels/slide4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6.gif" Type="http://schemas.openxmlformats.org/officeDocument/2006/relationships/image"/></Relationships>
</file>

<file path=ppt/slides/_rels/slide4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6.gif" Type="http://schemas.openxmlformats.org/officeDocument/2006/relationships/image"/></Relationships>
</file>

<file path=ppt/slides/_rels/slide4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6.gif" Type="http://schemas.openxmlformats.org/officeDocument/2006/relationships/image"/></Relationships>
</file>

<file path=ppt/slides/_rels/slide4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6.gif" Type="http://schemas.openxmlformats.org/officeDocument/2006/relationships/image"/></Relationships>
</file>

<file path=ppt/slides/_rels/slide5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7.gif" Type="http://schemas.openxmlformats.org/officeDocument/2006/relationships/image"/><Relationship Id="rId4" Target="../media/image8.gif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7D8AA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64771" t="21970" r="0" b="0"/>
          <a:stretch>
            <a:fillRect/>
          </a:stretch>
        </p:blipFill>
        <p:spPr>
          <a:xfrm flipH="false" flipV="false" rot="5400000">
            <a:off x="2310738" y="4172522"/>
            <a:ext cx="3803740" cy="8425216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-7094170">
            <a:off x="14148180" y="-2590072"/>
            <a:ext cx="7036829" cy="7237544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1028700" y="4178617"/>
            <a:ext cx="15555091" cy="1914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000"/>
              </a:lnSpc>
            </a:pPr>
            <a:r>
              <a:rPr lang="en-US" sz="12500">
                <a:solidFill>
                  <a:srgbClr val="FFFAEF"/>
                </a:solidFill>
                <a:latin typeface="무궁화 고딕"/>
                <a:ea typeface="무궁화 고딕"/>
                <a:cs typeface="무궁화 고딕"/>
                <a:sym typeface="무궁화 고딕"/>
              </a:rPr>
              <a:t>눈높이 퀴즈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4522856" y="9822180"/>
            <a:ext cx="3379923" cy="464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779"/>
              </a:lnSpc>
              <a:spcBef>
                <a:spcPct val="0"/>
              </a:spcBef>
            </a:pPr>
            <a:r>
              <a:rPr lang="en-US" sz="2700" spc="-135">
                <a:solidFill>
                  <a:srgbClr val="FFFFFF"/>
                </a:solidFill>
                <a:latin typeface="무궁화 고딕"/>
                <a:ea typeface="무궁화 고딕"/>
                <a:cs typeface="무궁화 고딕"/>
                <a:sym typeface="무궁화 고딕"/>
              </a:rPr>
              <a:t>ⓒ 2026. Sunday Play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7D8AA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0" r="64034" b="46739"/>
          <a:stretch>
            <a:fillRect/>
          </a:stretch>
        </p:blipFill>
        <p:spPr>
          <a:xfrm flipH="true" flipV="false" rot="-5400000">
            <a:off x="-4815703" y="-1693918"/>
            <a:ext cx="4331879" cy="6415001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rcRect l="64771" t="21970" r="0" b="0"/>
          <a:stretch>
            <a:fillRect/>
          </a:stretch>
        </p:blipFill>
        <p:spPr>
          <a:xfrm flipH="false" flipV="false" rot="5400000">
            <a:off x="2535139" y="3578731"/>
            <a:ext cx="4173130" cy="9243409"/>
          </a:xfrm>
          <a:prstGeom prst="rect">
            <a:avLst/>
          </a:prstGeom>
        </p:spPr>
      </p:pic>
      <p:sp>
        <p:nvSpPr>
          <p:cNvPr name="Freeform 4" id="4"/>
          <p:cNvSpPr/>
          <p:nvPr/>
        </p:nvSpPr>
        <p:spPr>
          <a:xfrm flipH="false" flipV="false" rot="-1016799">
            <a:off x="11210747" y="-2141754"/>
            <a:ext cx="9983125" cy="8685318"/>
          </a:xfrm>
          <a:custGeom>
            <a:avLst/>
            <a:gdLst/>
            <a:ahLst/>
            <a:cxnLst/>
            <a:rect r="r" b="b" t="t" l="l"/>
            <a:pathLst>
              <a:path h="8685318" w="9983125">
                <a:moveTo>
                  <a:pt x="0" y="0"/>
                </a:moveTo>
                <a:lnTo>
                  <a:pt x="9983125" y="0"/>
                </a:lnTo>
                <a:lnTo>
                  <a:pt x="9983125" y="8685318"/>
                </a:lnTo>
                <a:lnTo>
                  <a:pt x="0" y="868531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1392761" y="819780"/>
            <a:ext cx="5362043" cy="1381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0800"/>
              </a:lnSpc>
            </a:pPr>
            <a:r>
              <a:rPr lang="en-US" sz="9000">
                <a:solidFill>
                  <a:srgbClr val="FFFAEF"/>
                </a:solidFill>
                <a:latin typeface="무궁화 고딕"/>
                <a:ea typeface="무궁화 고딕"/>
                <a:cs typeface="무궁화 고딕"/>
                <a:sym typeface="무궁화 고딕"/>
              </a:rPr>
              <a:t>규칙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309172" y="535073"/>
            <a:ext cx="12619696" cy="1896543"/>
            <a:chOff x="0" y="0"/>
            <a:chExt cx="16826261" cy="2528724"/>
          </a:xfrm>
        </p:grpSpPr>
        <p:sp>
          <p:nvSpPr>
            <p:cNvPr name="TextBox 7" id="7"/>
            <p:cNvSpPr txBox="true"/>
            <p:nvPr/>
          </p:nvSpPr>
          <p:spPr>
            <a:xfrm rot="0">
              <a:off x="0" y="1648191"/>
              <a:ext cx="16826261" cy="88053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5599"/>
                </a:lnSpc>
              </a:pPr>
              <a:r>
                <a:rPr lang="en-US" sz="3999">
                  <a:solidFill>
                    <a:srgbClr val="FFFAEF"/>
                  </a:solidFill>
                  <a:latin typeface="무궁화 고딕"/>
                  <a:ea typeface="무궁화 고딕"/>
                  <a:cs typeface="무궁화 고딕"/>
                  <a:sym typeface="무궁화 고딕"/>
                </a:rPr>
                <a:t>화면에 어린아이가 설명한 문장이 나타납니다.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0" y="-66675"/>
              <a:ext cx="11298371" cy="123818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7560"/>
                </a:lnSpc>
              </a:pPr>
              <a:r>
                <a:rPr lang="en-US" sz="5816">
                  <a:solidFill>
                    <a:srgbClr val="FFFAEF"/>
                  </a:solidFill>
                  <a:latin typeface="무궁화 고딕 Bold"/>
                  <a:ea typeface="무궁화 고딕 Bold"/>
                  <a:cs typeface="무궁화 고딕 Bold"/>
                  <a:sym typeface="무궁화 고딕 Bold"/>
                </a:rPr>
                <a:t>STEP 1.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0763403" y="7312755"/>
            <a:ext cx="6882913" cy="2543787"/>
            <a:chOff x="0" y="0"/>
            <a:chExt cx="9177217" cy="3391716"/>
          </a:xfrm>
        </p:grpSpPr>
        <p:sp>
          <p:nvSpPr>
            <p:cNvPr name="TextBox 10" id="10"/>
            <p:cNvSpPr txBox="true"/>
            <p:nvPr/>
          </p:nvSpPr>
          <p:spPr>
            <a:xfrm rot="0">
              <a:off x="0" y="1571383"/>
              <a:ext cx="9089968" cy="182033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5599"/>
                </a:lnSpc>
              </a:pPr>
              <a:r>
                <a:rPr lang="en-US" sz="3999">
                  <a:solidFill>
                    <a:srgbClr val="FFFAEF"/>
                  </a:solidFill>
                  <a:latin typeface="무궁화 고딕"/>
                  <a:ea typeface="무궁화 고딕"/>
                  <a:cs typeface="무궁화 고딕"/>
                  <a:sym typeface="무궁화 고딕"/>
                </a:rPr>
                <a:t>못 맞추면 힌트가 공개됩니다.</a:t>
              </a:r>
            </a:p>
            <a:p>
              <a:pPr algn="l">
                <a:lnSpc>
                  <a:spcPts val="5599"/>
                </a:lnSpc>
              </a:pPr>
              <a:r>
                <a:rPr lang="en-US" sz="3999">
                  <a:solidFill>
                    <a:srgbClr val="FFFAEF"/>
                  </a:solidFill>
                  <a:latin typeface="무궁화 고딕"/>
                  <a:ea typeface="무궁화 고딕"/>
                  <a:cs typeface="무궁화 고딕"/>
                  <a:sym typeface="무궁화 고딕"/>
                </a:rPr>
                <a:t>가장 많은 점수를 얻은 팀이 우승!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0" y="-57150"/>
              <a:ext cx="9177217" cy="124112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7578"/>
                </a:lnSpc>
              </a:pPr>
              <a:r>
                <a:rPr lang="en-US" sz="5829">
                  <a:solidFill>
                    <a:srgbClr val="FFFAEF"/>
                  </a:solidFill>
                  <a:latin typeface="무궁화 고딕 Bold"/>
                  <a:ea typeface="무궁화 고딕 Bold"/>
                  <a:cs typeface="무궁화 고딕 Bold"/>
                  <a:sym typeface="무궁화 고딕 Bold"/>
                </a:rPr>
                <a:t>STEP 3.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5304868" y="3573770"/>
            <a:ext cx="7054922" cy="2596832"/>
            <a:chOff x="0" y="0"/>
            <a:chExt cx="9406563" cy="3462442"/>
          </a:xfrm>
        </p:grpSpPr>
        <p:sp>
          <p:nvSpPr>
            <p:cNvPr name="TextBox 13" id="13"/>
            <p:cNvSpPr txBox="true"/>
            <p:nvPr/>
          </p:nvSpPr>
          <p:spPr>
            <a:xfrm rot="0">
              <a:off x="0" y="1642109"/>
              <a:ext cx="9406563" cy="182033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5599"/>
                </a:lnSpc>
              </a:pPr>
              <a:r>
                <a:rPr lang="en-US" sz="3999">
                  <a:solidFill>
                    <a:srgbClr val="FFFAEF"/>
                  </a:solidFill>
                  <a:latin typeface="무궁화 고딕"/>
                  <a:ea typeface="무궁화 고딕"/>
                  <a:cs typeface="무궁화 고딕"/>
                  <a:sym typeface="무궁화 고딕"/>
                </a:rPr>
                <a:t>팀별로 동시에 보고 가장 먼저</a:t>
              </a:r>
            </a:p>
            <a:p>
              <a:pPr algn="l">
                <a:lnSpc>
                  <a:spcPts val="5599"/>
                </a:lnSpc>
              </a:pPr>
              <a:r>
                <a:rPr lang="en-US" sz="3999">
                  <a:solidFill>
                    <a:srgbClr val="FFFAEF"/>
                  </a:solidFill>
                  <a:latin typeface="무궁화 고딕"/>
                  <a:ea typeface="무궁화 고딕"/>
                  <a:cs typeface="무궁화 고딕"/>
                  <a:sym typeface="무궁화 고딕"/>
                </a:rPr>
                <a:t>정답을 외치세요!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0" y="-66675"/>
              <a:ext cx="5799240" cy="123801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7574"/>
                </a:lnSpc>
              </a:pPr>
              <a:r>
                <a:rPr lang="en-US" sz="5826">
                  <a:solidFill>
                    <a:srgbClr val="FFFAEF"/>
                  </a:solidFill>
                  <a:latin typeface="무궁화 고딕 Bold"/>
                  <a:ea typeface="무궁화 고딕 Bold"/>
                  <a:cs typeface="무궁화 고딕 Bold"/>
                  <a:sym typeface="무궁화 고딕 Bold"/>
                </a:rPr>
                <a:t>STEP 2.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238925" y="4378545"/>
            <a:ext cx="11810151" cy="1914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000"/>
              </a:lnSpc>
            </a:pPr>
            <a:r>
              <a:rPr lang="en-US" sz="12500">
                <a:solidFill>
                  <a:srgbClr val="000000"/>
                </a:solidFill>
                <a:latin typeface="무궁화 고딕"/>
                <a:ea typeface="무궁화 고딕"/>
                <a:cs typeface="무궁화 고딕"/>
                <a:sym typeface="무궁화 고딕"/>
              </a:rPr>
              <a:t>팀을 나눠주세요!</a:t>
            </a:r>
          </a:p>
        </p:txBody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7D8AA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64771" t="21970" r="0" b="0"/>
          <a:stretch>
            <a:fillRect/>
          </a:stretch>
        </p:blipFill>
        <p:spPr>
          <a:xfrm flipH="false" flipV="false" rot="5400000">
            <a:off x="2310738" y="4172522"/>
            <a:ext cx="3803740" cy="8425216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-7094170">
            <a:off x="14148180" y="-2590072"/>
            <a:ext cx="7036829" cy="7237544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1028700" y="4178617"/>
            <a:ext cx="15555091" cy="1914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000"/>
              </a:lnSpc>
            </a:pPr>
            <a:r>
              <a:rPr lang="en-US" sz="12500">
                <a:solidFill>
                  <a:srgbClr val="FFFAEF"/>
                </a:solidFill>
                <a:latin typeface="무궁화 고딕"/>
                <a:ea typeface="무궁화 고딕"/>
                <a:cs typeface="무궁화 고딕"/>
                <a:sym typeface="무궁화 고딕"/>
              </a:rPr>
              <a:t>눈높이 퀴즈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4522856" y="9822180"/>
            <a:ext cx="3379923" cy="464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779"/>
              </a:lnSpc>
              <a:spcBef>
                <a:spcPct val="0"/>
              </a:spcBef>
            </a:pPr>
            <a:r>
              <a:rPr lang="en-US" sz="2700" spc="-135">
                <a:solidFill>
                  <a:srgbClr val="FFFFFF"/>
                </a:solidFill>
                <a:latin typeface="무궁화 고딕"/>
                <a:ea typeface="무궁화 고딕"/>
                <a:cs typeface="무궁화 고딕"/>
                <a:sym typeface="무궁화 고딕"/>
              </a:rPr>
              <a:t>ⓒ 2026. Sunday Play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2717556" y="3228975"/>
            <a:ext cx="12852888" cy="3819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000"/>
              </a:lnSpc>
            </a:pPr>
            <a:r>
              <a:rPr lang="en-US" sz="12500">
                <a:solidFill>
                  <a:srgbClr val="000000"/>
                </a:solidFill>
                <a:latin typeface="무궁화 고딕"/>
                <a:ea typeface="무궁화 고딕"/>
                <a:cs typeface="무궁화 고딕"/>
                <a:sym typeface="무궁화 고딕"/>
              </a:rPr>
              <a:t>엄마가 일어나면</a:t>
            </a:r>
          </a:p>
          <a:p>
            <a:pPr algn="ctr">
              <a:lnSpc>
                <a:spcPts val="15000"/>
              </a:lnSpc>
            </a:pPr>
            <a:r>
              <a:rPr lang="en-US" sz="12500">
                <a:solidFill>
                  <a:srgbClr val="000000"/>
                </a:solidFill>
                <a:latin typeface="무궁화 고딕"/>
                <a:ea typeface="무궁화 고딕"/>
                <a:cs typeface="무궁화 고딕"/>
                <a:sym typeface="무궁화 고딕"/>
              </a:rPr>
              <a:t>아빠가 책을 봐요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2717556" y="3228975"/>
            <a:ext cx="12852888" cy="3819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000"/>
              </a:lnSpc>
            </a:pPr>
            <a:r>
              <a:rPr lang="en-US" sz="12500">
                <a:solidFill>
                  <a:srgbClr val="000000"/>
                </a:solidFill>
                <a:latin typeface="무궁화 고딕"/>
                <a:ea typeface="무궁화 고딕"/>
                <a:cs typeface="무궁화 고딕"/>
                <a:sym typeface="무궁화 고딕"/>
              </a:rPr>
              <a:t>엄마가 일어나면</a:t>
            </a:r>
          </a:p>
          <a:p>
            <a:pPr algn="ctr">
              <a:lnSpc>
                <a:spcPts val="15000"/>
              </a:lnSpc>
            </a:pPr>
            <a:r>
              <a:rPr lang="en-US" sz="12500">
                <a:solidFill>
                  <a:srgbClr val="000000"/>
                </a:solidFill>
                <a:latin typeface="무궁화 고딕"/>
                <a:ea typeface="무궁화 고딕"/>
                <a:cs typeface="무궁화 고딕"/>
                <a:sym typeface="무궁화 고딕"/>
              </a:rPr>
              <a:t>아빠가 책을 봐요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717556" y="7743825"/>
            <a:ext cx="12852888" cy="1514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999"/>
              </a:lnSpc>
            </a:pPr>
            <a:r>
              <a:rPr lang="en-US" sz="9999">
                <a:solidFill>
                  <a:srgbClr val="7D8AAB"/>
                </a:solidFill>
                <a:latin typeface="무궁화 고딕"/>
                <a:ea typeface="무궁화 고딕"/>
                <a:cs typeface="무궁화 고딕"/>
                <a:sym typeface="무궁화 고딕"/>
              </a:rPr>
              <a:t>Hint. 번호를 눌러요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2717556" y="4181475"/>
            <a:ext cx="12852888" cy="1914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000"/>
              </a:lnSpc>
            </a:pPr>
            <a:r>
              <a:rPr lang="en-US" sz="12500">
                <a:solidFill>
                  <a:srgbClr val="000000"/>
                </a:solidFill>
                <a:latin typeface="무궁화 고딕"/>
                <a:ea typeface="무궁화 고딕"/>
                <a:cs typeface="무궁화 고딕"/>
                <a:sym typeface="무궁화 고딕"/>
              </a:rPr>
              <a:t>노래방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2717556" y="3343275"/>
            <a:ext cx="13294045" cy="3590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160"/>
              </a:lnSpc>
            </a:pPr>
            <a:r>
              <a:rPr lang="en-US" sz="11800">
                <a:solidFill>
                  <a:srgbClr val="000000"/>
                </a:solidFill>
                <a:latin typeface="무궁화 고딕"/>
                <a:ea typeface="무궁화 고딕"/>
                <a:cs typeface="무궁화 고딕"/>
                <a:sym typeface="무궁화 고딕"/>
              </a:rPr>
              <a:t>아빠가 거울 보면서</a:t>
            </a:r>
          </a:p>
          <a:p>
            <a:pPr algn="ctr">
              <a:lnSpc>
                <a:spcPts val="14160"/>
              </a:lnSpc>
            </a:pPr>
            <a:r>
              <a:rPr lang="en-US" sz="11800">
                <a:solidFill>
                  <a:srgbClr val="000000"/>
                </a:solidFill>
                <a:latin typeface="무궁화 고딕"/>
                <a:ea typeface="무궁화 고딕"/>
                <a:cs typeface="무궁화 고딕"/>
                <a:sym typeface="무궁화 고딕"/>
              </a:rPr>
              <a:t>얼굴에 거품 파티 해요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2717556" y="7743825"/>
            <a:ext cx="12852888" cy="1514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999"/>
              </a:lnSpc>
            </a:pPr>
            <a:r>
              <a:rPr lang="en-US" sz="9999">
                <a:solidFill>
                  <a:srgbClr val="7D8AAB"/>
                </a:solidFill>
                <a:latin typeface="무궁화 고딕"/>
                <a:ea typeface="무궁화 고딕"/>
                <a:cs typeface="무궁화 고딕"/>
                <a:sym typeface="무궁화 고딕"/>
              </a:rPr>
              <a:t>Hint. 아빠만 해요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717556" y="3343275"/>
            <a:ext cx="13294045" cy="3590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160"/>
              </a:lnSpc>
            </a:pPr>
            <a:r>
              <a:rPr lang="en-US" sz="11800">
                <a:solidFill>
                  <a:srgbClr val="000000"/>
                </a:solidFill>
                <a:latin typeface="무궁화 고딕"/>
                <a:ea typeface="무궁화 고딕"/>
                <a:cs typeface="무궁화 고딕"/>
                <a:sym typeface="무궁화 고딕"/>
              </a:rPr>
              <a:t>아빠가 거울 보면서</a:t>
            </a:r>
          </a:p>
          <a:p>
            <a:pPr algn="ctr">
              <a:lnSpc>
                <a:spcPts val="14160"/>
              </a:lnSpc>
            </a:pPr>
            <a:r>
              <a:rPr lang="en-US" sz="11800">
                <a:solidFill>
                  <a:srgbClr val="000000"/>
                </a:solidFill>
                <a:latin typeface="무궁화 고딕"/>
                <a:ea typeface="무궁화 고딕"/>
                <a:cs typeface="무궁화 고딕"/>
                <a:sym typeface="무궁화 고딕"/>
              </a:rPr>
              <a:t>얼굴에 거품 파티 해요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2717556" y="4181475"/>
            <a:ext cx="12852888" cy="1914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000"/>
              </a:lnSpc>
            </a:pPr>
            <a:r>
              <a:rPr lang="en-US" sz="12500">
                <a:solidFill>
                  <a:srgbClr val="000000"/>
                </a:solidFill>
                <a:latin typeface="무궁화 고딕"/>
                <a:ea typeface="무궁화 고딕"/>
                <a:cs typeface="무궁화 고딕"/>
                <a:sym typeface="무궁화 고딕"/>
              </a:rPr>
              <a:t>면도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2717556" y="3905250"/>
            <a:ext cx="13815414" cy="2466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720"/>
              </a:lnSpc>
            </a:pPr>
            <a:r>
              <a:rPr lang="en-US" sz="8100">
                <a:solidFill>
                  <a:srgbClr val="000000"/>
                </a:solidFill>
                <a:latin typeface="무궁화 고딕"/>
                <a:ea typeface="무궁화 고딕"/>
                <a:cs typeface="무궁화 고딕"/>
                <a:sym typeface="무궁화 고딕"/>
              </a:rPr>
              <a:t>차가운 방인데 불 끄면 깜깜해지고 문 닫으면 다시 켜져요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2717556" y="7815263"/>
            <a:ext cx="12852888" cy="1362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680"/>
              </a:lnSpc>
            </a:pPr>
            <a:r>
              <a:rPr lang="en-US" sz="8900">
                <a:solidFill>
                  <a:srgbClr val="7D8AAB"/>
                </a:solidFill>
                <a:latin typeface="무궁화 고딕"/>
                <a:ea typeface="무궁화 고딕"/>
                <a:cs typeface="무궁화 고딕"/>
                <a:sym typeface="무궁화 고딕"/>
              </a:rPr>
              <a:t>Hint. 먹을 것이 많아요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717556" y="3905250"/>
            <a:ext cx="13815414" cy="2466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720"/>
              </a:lnSpc>
            </a:pPr>
            <a:r>
              <a:rPr lang="en-US" sz="8100">
                <a:solidFill>
                  <a:srgbClr val="000000"/>
                </a:solidFill>
                <a:latin typeface="무궁화 고딕"/>
                <a:ea typeface="무궁화 고딕"/>
                <a:cs typeface="무궁화 고딕"/>
                <a:sym typeface="무궁화 고딕"/>
              </a:rPr>
              <a:t>차가운 방인데 불 끄면 깜깜해지고 문 닫으면 다시 켜져요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2717556" y="4181475"/>
            <a:ext cx="12852888" cy="1914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000"/>
              </a:lnSpc>
            </a:pPr>
            <a:r>
              <a:rPr lang="en-US" sz="12500">
                <a:solidFill>
                  <a:srgbClr val="000000"/>
                </a:solidFill>
                <a:latin typeface="무궁화 고딕"/>
                <a:ea typeface="무궁화 고딕"/>
                <a:cs typeface="무궁화 고딕"/>
                <a:sym typeface="무궁화 고딕"/>
              </a:rPr>
              <a:t>냉장고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2717556" y="3228975"/>
            <a:ext cx="12852888" cy="3819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000"/>
              </a:lnSpc>
            </a:pPr>
            <a:r>
              <a:rPr lang="en-US" sz="12500">
                <a:solidFill>
                  <a:srgbClr val="000000"/>
                </a:solidFill>
                <a:latin typeface="무궁화 고딕"/>
                <a:ea typeface="무궁화 고딕"/>
                <a:cs typeface="무궁화 고딕"/>
                <a:sym typeface="무궁화 고딕"/>
              </a:rPr>
              <a:t>엄마가 이걸 만지면 항상 울어요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2717556" y="7762875"/>
            <a:ext cx="12852888" cy="1466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520"/>
              </a:lnSpc>
            </a:pPr>
            <a:r>
              <a:rPr lang="en-US" sz="9600">
                <a:solidFill>
                  <a:srgbClr val="7D8AAB"/>
                </a:solidFill>
                <a:latin typeface="무궁화 고딕"/>
                <a:ea typeface="무궁화 고딕"/>
                <a:cs typeface="무궁화 고딕"/>
                <a:sym typeface="무궁화 고딕"/>
              </a:rPr>
              <a:t>Hint.  까면 까수록 나와요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717556" y="3228975"/>
            <a:ext cx="12852888" cy="3819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000"/>
              </a:lnSpc>
            </a:pPr>
            <a:r>
              <a:rPr lang="en-US" sz="12500">
                <a:solidFill>
                  <a:srgbClr val="000000"/>
                </a:solidFill>
                <a:latin typeface="무궁화 고딕"/>
                <a:ea typeface="무궁화 고딕"/>
                <a:cs typeface="무궁화 고딕"/>
                <a:sym typeface="무궁화 고딕"/>
              </a:rPr>
              <a:t>엄마가 이걸 만지면 항상 울어요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2717556" y="4181475"/>
            <a:ext cx="12852888" cy="1914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000"/>
              </a:lnSpc>
            </a:pPr>
            <a:r>
              <a:rPr lang="en-US" sz="12500">
                <a:solidFill>
                  <a:srgbClr val="000000"/>
                </a:solidFill>
                <a:latin typeface="무궁화 고딕"/>
                <a:ea typeface="무궁화 고딕"/>
                <a:cs typeface="무궁화 고딕"/>
                <a:sym typeface="무궁화 고딕"/>
              </a:rPr>
              <a:t>양파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1283793" y="3657600"/>
            <a:ext cx="15720414" cy="2962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640"/>
              </a:lnSpc>
            </a:pPr>
            <a:r>
              <a:rPr lang="en-US" sz="9700">
                <a:solidFill>
                  <a:srgbClr val="000000"/>
                </a:solidFill>
                <a:latin typeface="무궁화 고딕"/>
                <a:ea typeface="무궁화 고딕"/>
                <a:cs typeface="무궁화 고딕"/>
                <a:sym typeface="무궁화 고딕"/>
              </a:rPr>
              <a:t>줄 잡고 올라가면 하늘이 보이고 내려가면 땅이 보여요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2717556" y="7743825"/>
            <a:ext cx="12852888" cy="1514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999"/>
              </a:lnSpc>
            </a:pPr>
            <a:r>
              <a:rPr lang="en-US" sz="9999">
                <a:solidFill>
                  <a:srgbClr val="7D8AAB"/>
                </a:solidFill>
                <a:latin typeface="무궁화 고딕"/>
                <a:ea typeface="무궁화 고딕"/>
                <a:cs typeface="무궁화 고딕"/>
                <a:sym typeface="무궁화 고딕"/>
              </a:rPr>
              <a:t>Hint. 공원에 있어요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283793" y="3657600"/>
            <a:ext cx="15720414" cy="2962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640"/>
              </a:lnSpc>
            </a:pPr>
            <a:r>
              <a:rPr lang="en-US" sz="9700">
                <a:solidFill>
                  <a:srgbClr val="000000"/>
                </a:solidFill>
                <a:latin typeface="무궁화 고딕"/>
                <a:ea typeface="무궁화 고딕"/>
                <a:cs typeface="무궁화 고딕"/>
                <a:sym typeface="무궁화 고딕"/>
              </a:rPr>
              <a:t>줄 잡고 올라가면 하늘이 보이고 내려가면 땅이 보여요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2717556" y="4181475"/>
            <a:ext cx="12852888" cy="1914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000"/>
              </a:lnSpc>
            </a:pPr>
            <a:r>
              <a:rPr lang="en-US" sz="12500">
                <a:solidFill>
                  <a:srgbClr val="000000"/>
                </a:solidFill>
                <a:latin typeface="무궁화 고딕"/>
                <a:ea typeface="무궁화 고딕"/>
                <a:cs typeface="무궁화 고딕"/>
                <a:sym typeface="무궁화 고딕"/>
              </a:rPr>
              <a:t>그네</a:t>
            </a: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2717556" y="3419475"/>
            <a:ext cx="12852888" cy="3438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560"/>
              </a:lnSpc>
            </a:pPr>
            <a:r>
              <a:rPr lang="en-US" sz="11300">
                <a:solidFill>
                  <a:srgbClr val="000000"/>
                </a:solidFill>
                <a:latin typeface="무궁화 고딕"/>
                <a:ea typeface="무궁화 고딕"/>
                <a:cs typeface="무궁화 고딕"/>
                <a:sym typeface="무궁화 고딕"/>
              </a:rPr>
              <a:t>안 보이는 벽이 있어서 밖에 나갈 수가 없어요</a:t>
            </a:r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2717556" y="7743825"/>
            <a:ext cx="12852888" cy="1514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999"/>
              </a:lnSpc>
            </a:pPr>
            <a:r>
              <a:rPr lang="en-US" sz="9999">
                <a:solidFill>
                  <a:srgbClr val="7D8AAB"/>
                </a:solidFill>
                <a:latin typeface="무궁화 고딕"/>
                <a:ea typeface="무궁화 고딕"/>
                <a:cs typeface="무궁화 고딕"/>
                <a:sym typeface="무궁화 고딕"/>
              </a:rPr>
              <a:t>Hint. 새도 부딪혀요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717556" y="3419475"/>
            <a:ext cx="12852888" cy="3438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560"/>
              </a:lnSpc>
            </a:pPr>
            <a:r>
              <a:rPr lang="en-US" sz="11300">
                <a:solidFill>
                  <a:srgbClr val="000000"/>
                </a:solidFill>
                <a:latin typeface="무궁화 고딕"/>
                <a:ea typeface="무궁화 고딕"/>
                <a:cs typeface="무궁화 고딕"/>
                <a:sym typeface="무궁화 고딕"/>
              </a:rPr>
              <a:t>안 보이는 벽이 있어서 밖에 나갈 수가 없어요</a:t>
            </a:r>
          </a:p>
        </p:txBody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2717556" y="4181475"/>
            <a:ext cx="12852888" cy="1914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000"/>
              </a:lnSpc>
            </a:pPr>
            <a:r>
              <a:rPr lang="en-US" sz="12500">
                <a:solidFill>
                  <a:srgbClr val="000000"/>
                </a:solidFill>
                <a:latin typeface="무궁화 고딕"/>
                <a:ea typeface="무궁화 고딕"/>
                <a:cs typeface="무궁화 고딕"/>
                <a:sym typeface="무궁화 고딕"/>
              </a:rPr>
              <a:t>유리문</a:t>
            </a:r>
          </a:p>
        </p:txBody>
      </p: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2717556" y="3552825"/>
            <a:ext cx="12852888" cy="3171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480"/>
              </a:lnSpc>
            </a:pPr>
            <a:r>
              <a:rPr lang="en-US" sz="10400">
                <a:solidFill>
                  <a:srgbClr val="000000"/>
                </a:solidFill>
                <a:latin typeface="무궁화 고딕"/>
                <a:ea typeface="무궁화 고딕"/>
                <a:cs typeface="무궁화 고딕"/>
                <a:sym typeface="무궁화 고딕"/>
              </a:rPr>
              <a:t>아빠가 검은 물을 마시면 눈이 커져요</a:t>
            </a:r>
          </a:p>
        </p:txBody>
      </p:sp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2717556" y="7853363"/>
            <a:ext cx="12852888" cy="1285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080"/>
              </a:lnSpc>
            </a:pPr>
            <a:r>
              <a:rPr lang="en-US" sz="8400">
                <a:solidFill>
                  <a:srgbClr val="7D8AAB"/>
                </a:solidFill>
                <a:latin typeface="무궁화 고딕"/>
                <a:ea typeface="무궁화 고딕"/>
                <a:cs typeface="무궁화 고딕"/>
                <a:sym typeface="무궁화 고딕"/>
              </a:rPr>
              <a:t>Hint. 근데 어른들이 좋아해요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717556" y="3552825"/>
            <a:ext cx="12852888" cy="3171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480"/>
              </a:lnSpc>
            </a:pPr>
            <a:r>
              <a:rPr lang="en-US" sz="10400">
                <a:solidFill>
                  <a:srgbClr val="000000"/>
                </a:solidFill>
                <a:latin typeface="무궁화 고딕"/>
                <a:ea typeface="무궁화 고딕"/>
                <a:cs typeface="무궁화 고딕"/>
                <a:sym typeface="무궁화 고딕"/>
              </a:rPr>
              <a:t>아빠가 검은 물을 마시면 눈이 커져요</a:t>
            </a:r>
          </a:p>
        </p:txBody>
      </p:sp>
    </p:spTree>
  </p:cSld>
  <p:clrMapOvr>
    <a:masterClrMapping/>
  </p:clrMapOvr>
</p:sld>
</file>

<file path=ppt/slides/slide2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2717556" y="4181475"/>
            <a:ext cx="12852888" cy="1914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000"/>
              </a:lnSpc>
            </a:pPr>
            <a:r>
              <a:rPr lang="en-US" sz="12500">
                <a:solidFill>
                  <a:srgbClr val="000000"/>
                </a:solidFill>
                <a:latin typeface="무궁화 고딕"/>
                <a:ea typeface="무궁화 고딕"/>
                <a:cs typeface="무궁화 고딕"/>
                <a:sym typeface="무궁화 고딕"/>
              </a:rPr>
              <a:t>커피</a:t>
            </a:r>
          </a:p>
        </p:txBody>
      </p:sp>
    </p:spTree>
  </p:cSld>
  <p:clrMapOvr>
    <a:masterClrMapping/>
  </p:clrMapOvr>
</p:sld>
</file>

<file path=ppt/slides/slide2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2717556" y="3533775"/>
            <a:ext cx="12852888" cy="3209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600"/>
              </a:lnSpc>
            </a:pPr>
            <a:r>
              <a:rPr lang="en-US" sz="10500">
                <a:solidFill>
                  <a:srgbClr val="000000"/>
                </a:solidFill>
                <a:latin typeface="무궁화 고딕"/>
                <a:ea typeface="무궁화 고딕"/>
                <a:cs typeface="무궁화 고딕"/>
                <a:sym typeface="무궁화 고딕"/>
              </a:rPr>
              <a:t>엄마가 세모 모자 씌우고 불 끄라고 해요</a:t>
            </a:r>
          </a:p>
        </p:txBody>
      </p:sp>
    </p:spTree>
  </p:cSld>
  <p:clrMapOvr>
    <a:masterClrMapping/>
  </p:clrMapOvr>
</p:sld>
</file>

<file path=ppt/slides/slide2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2717556" y="7815263"/>
            <a:ext cx="12852888" cy="1362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680"/>
              </a:lnSpc>
            </a:pPr>
            <a:r>
              <a:rPr lang="en-US" sz="8900">
                <a:solidFill>
                  <a:srgbClr val="7D8AAB"/>
                </a:solidFill>
                <a:latin typeface="무궁화 고딕"/>
                <a:ea typeface="무궁화 고딕"/>
                <a:cs typeface="무궁화 고딕"/>
                <a:sym typeface="무궁화 고딕"/>
              </a:rPr>
              <a:t>Hint. 노래 부르고 나서 해요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717556" y="3533775"/>
            <a:ext cx="12852888" cy="3209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600"/>
              </a:lnSpc>
            </a:pPr>
            <a:r>
              <a:rPr lang="en-US" sz="10500">
                <a:solidFill>
                  <a:srgbClr val="000000"/>
                </a:solidFill>
                <a:latin typeface="무궁화 고딕"/>
                <a:ea typeface="무궁화 고딕"/>
                <a:cs typeface="무궁화 고딕"/>
                <a:sym typeface="무궁화 고딕"/>
              </a:rPr>
              <a:t>엄마가 세모 모자 씌우고 불 끄라고 해요</a:t>
            </a:r>
          </a:p>
        </p:txBody>
      </p:sp>
    </p:spTree>
  </p:cSld>
  <p:clrMapOvr>
    <a:masterClrMapping/>
  </p:clrMapOvr>
</p:sld>
</file>

<file path=ppt/slides/slide2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2717556" y="4181475"/>
            <a:ext cx="12852888" cy="1914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000"/>
              </a:lnSpc>
            </a:pPr>
            <a:r>
              <a:rPr lang="en-US" sz="12500">
                <a:solidFill>
                  <a:srgbClr val="000000"/>
                </a:solidFill>
                <a:latin typeface="무궁화 고딕"/>
                <a:ea typeface="무궁화 고딕"/>
                <a:cs typeface="무궁화 고딕"/>
                <a:sym typeface="무궁화 고딕"/>
              </a:rPr>
              <a:t>생일 케이크</a:t>
            </a:r>
          </a:p>
        </p:txBody>
      </p:sp>
    </p:spTree>
  </p:cSld>
  <p:clrMapOvr>
    <a:masterClrMapping/>
  </p:clrMapOvr>
</p:sld>
</file>

<file path=ppt/slides/slide2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2196188" y="3724275"/>
            <a:ext cx="13895624" cy="2828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160"/>
              </a:lnSpc>
            </a:pPr>
            <a:r>
              <a:rPr lang="en-US" sz="9300">
                <a:solidFill>
                  <a:srgbClr val="000000"/>
                </a:solidFill>
                <a:latin typeface="무궁화 고딕"/>
                <a:ea typeface="무궁화 고딕"/>
                <a:cs typeface="무궁화 고딕"/>
                <a:sym typeface="무궁화 고딕"/>
              </a:rPr>
              <a:t>큰 새가 하늘에서 안 움직이고 가만히 있어요</a:t>
            </a:r>
          </a:p>
        </p:txBody>
      </p:sp>
    </p:spTree>
  </p:cSld>
  <p:clrMapOvr>
    <a:masterClrMapping/>
  </p:clrMapOvr>
</p:sld>
</file>

<file path=ppt/slides/slide3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2717556" y="7800975"/>
            <a:ext cx="12852888" cy="1390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920"/>
              </a:lnSpc>
            </a:pPr>
            <a:r>
              <a:rPr lang="en-US" sz="9100">
                <a:solidFill>
                  <a:srgbClr val="7D8AAB"/>
                </a:solidFill>
                <a:latin typeface="무궁화 고딕"/>
                <a:ea typeface="무궁화 고딕"/>
                <a:cs typeface="무궁화 고딕"/>
                <a:sym typeface="무궁화 고딕"/>
              </a:rPr>
              <a:t>Hint. 사람이 타고 있어요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196188" y="3724275"/>
            <a:ext cx="13895624" cy="2828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160"/>
              </a:lnSpc>
            </a:pPr>
            <a:r>
              <a:rPr lang="en-US" sz="9300">
                <a:solidFill>
                  <a:srgbClr val="000000"/>
                </a:solidFill>
                <a:latin typeface="무궁화 고딕"/>
                <a:ea typeface="무궁화 고딕"/>
                <a:cs typeface="무궁화 고딕"/>
                <a:sym typeface="무궁화 고딕"/>
              </a:rPr>
              <a:t>큰 새가 하늘에서 안 움직이고 가만히 있어요</a:t>
            </a:r>
          </a:p>
        </p:txBody>
      </p:sp>
    </p:spTree>
  </p:cSld>
  <p:clrMapOvr>
    <a:masterClrMapping/>
  </p:clrMapOvr>
</p:sld>
</file>

<file path=ppt/slides/slide3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2717556" y="4181475"/>
            <a:ext cx="12852888" cy="1914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000"/>
              </a:lnSpc>
            </a:pPr>
            <a:r>
              <a:rPr lang="en-US" sz="12500">
                <a:solidFill>
                  <a:srgbClr val="000000"/>
                </a:solidFill>
                <a:latin typeface="무궁화 고딕"/>
                <a:ea typeface="무궁화 고딕"/>
                <a:cs typeface="무궁화 고딕"/>
                <a:sym typeface="무궁화 고딕"/>
              </a:rPr>
              <a:t>비행기</a:t>
            </a:r>
          </a:p>
        </p:txBody>
      </p:sp>
    </p:spTree>
  </p:cSld>
  <p:clrMapOvr>
    <a:masterClrMapping/>
  </p:clrMapOvr>
</p:sld>
</file>

<file path=ppt/slides/slide3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2717556" y="3810000"/>
            <a:ext cx="12852888" cy="2657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441"/>
              </a:lnSpc>
            </a:pPr>
            <a:r>
              <a:rPr lang="en-US" sz="8700">
                <a:solidFill>
                  <a:srgbClr val="000000"/>
                </a:solidFill>
                <a:latin typeface="무궁화 고딕"/>
                <a:ea typeface="무궁화 고딕"/>
                <a:cs typeface="무궁화 고딕"/>
                <a:sym typeface="무궁화 고딕"/>
              </a:rPr>
              <a:t>밤마다 엄마가 하얀 막대기로 입 안을 문질러요</a:t>
            </a:r>
          </a:p>
        </p:txBody>
      </p:sp>
    </p:spTree>
  </p:cSld>
  <p:clrMapOvr>
    <a:masterClrMapping/>
  </p:clrMapOvr>
</p:sld>
</file>

<file path=ppt/slides/slide3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2717556" y="7791450"/>
            <a:ext cx="12852888" cy="1409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040"/>
              </a:lnSpc>
            </a:pPr>
            <a:r>
              <a:rPr lang="en-US" sz="9200">
                <a:solidFill>
                  <a:srgbClr val="7D8AAB"/>
                </a:solidFill>
                <a:latin typeface="무궁화 고딕"/>
                <a:ea typeface="무궁화 고딕"/>
                <a:cs typeface="무궁화 고딕"/>
                <a:sym typeface="무궁화 고딕"/>
              </a:rPr>
              <a:t>Hint. 안 하면 혼나요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717556" y="3810000"/>
            <a:ext cx="12852888" cy="2657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441"/>
              </a:lnSpc>
            </a:pPr>
            <a:r>
              <a:rPr lang="en-US" sz="8700">
                <a:solidFill>
                  <a:srgbClr val="000000"/>
                </a:solidFill>
                <a:latin typeface="무궁화 고딕"/>
                <a:ea typeface="무궁화 고딕"/>
                <a:cs typeface="무궁화 고딕"/>
                <a:sym typeface="무궁화 고딕"/>
              </a:rPr>
              <a:t>밤마다 엄마가 하얀 막대기로 입 안을 문질러요</a:t>
            </a:r>
          </a:p>
        </p:txBody>
      </p:sp>
    </p:spTree>
  </p:cSld>
  <p:clrMapOvr>
    <a:masterClrMapping/>
  </p:clrMapOvr>
</p:sld>
</file>

<file path=ppt/slides/slide3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2717556" y="4181475"/>
            <a:ext cx="12852888" cy="1914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000"/>
              </a:lnSpc>
            </a:pPr>
            <a:r>
              <a:rPr lang="en-US" sz="12500">
                <a:solidFill>
                  <a:srgbClr val="000000"/>
                </a:solidFill>
                <a:latin typeface="무궁화 고딕"/>
                <a:ea typeface="무궁화 고딕"/>
                <a:cs typeface="무궁화 고딕"/>
                <a:sym typeface="무궁화 고딕"/>
              </a:rPr>
              <a:t>양치질</a:t>
            </a:r>
          </a:p>
        </p:txBody>
      </p:sp>
    </p:spTree>
  </p:cSld>
  <p:clrMapOvr>
    <a:masterClrMapping/>
  </p:clrMapOvr>
</p:sld>
</file>

<file path=ppt/slides/slide3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2717556" y="3552825"/>
            <a:ext cx="12852888" cy="3171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480"/>
              </a:lnSpc>
            </a:pPr>
            <a:r>
              <a:rPr lang="en-US" sz="10400">
                <a:solidFill>
                  <a:srgbClr val="000000"/>
                </a:solidFill>
                <a:latin typeface="무궁화 고딕"/>
                <a:ea typeface="무궁화 고딕"/>
                <a:cs typeface="무궁화 고딕"/>
                <a:sym typeface="무궁화 고딕"/>
              </a:rPr>
              <a:t>아빠가 네모난 가방 들고 아침마다 사라져요</a:t>
            </a:r>
          </a:p>
        </p:txBody>
      </p:sp>
    </p:spTree>
  </p:cSld>
  <p:clrMapOvr>
    <a:masterClrMapping/>
  </p:clrMapOvr>
</p:sld>
</file>

<file path=ppt/slides/slide3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2717556" y="7767637"/>
            <a:ext cx="12852888" cy="1457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400"/>
              </a:lnSpc>
            </a:pPr>
            <a:r>
              <a:rPr lang="en-US" sz="9500">
                <a:solidFill>
                  <a:srgbClr val="7D8AAB"/>
                </a:solidFill>
                <a:latin typeface="무궁화 고딕"/>
                <a:ea typeface="무궁화 고딕"/>
                <a:cs typeface="무궁화 고딕"/>
                <a:sym typeface="무궁화 고딕"/>
              </a:rPr>
              <a:t>Hint. 저녁에 돌아와요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717556" y="3552825"/>
            <a:ext cx="12852888" cy="3171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480"/>
              </a:lnSpc>
            </a:pPr>
            <a:r>
              <a:rPr lang="en-US" sz="10400">
                <a:solidFill>
                  <a:srgbClr val="000000"/>
                </a:solidFill>
                <a:latin typeface="무궁화 고딕"/>
                <a:ea typeface="무궁화 고딕"/>
                <a:cs typeface="무궁화 고딕"/>
                <a:sym typeface="무궁화 고딕"/>
              </a:rPr>
              <a:t>아빠가 네모난 가방 들고 아침마다 사라져요</a:t>
            </a:r>
          </a:p>
        </p:txBody>
      </p:sp>
    </p:spTree>
  </p:cSld>
  <p:clrMapOvr>
    <a:masterClrMapping/>
  </p:clrMapOvr>
</p:sld>
</file>

<file path=ppt/slides/slide3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2717556" y="4181475"/>
            <a:ext cx="12852888" cy="1914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000"/>
              </a:lnSpc>
            </a:pPr>
            <a:r>
              <a:rPr lang="en-US" sz="12500">
                <a:solidFill>
                  <a:srgbClr val="000000"/>
                </a:solidFill>
                <a:latin typeface="무궁화 고딕"/>
                <a:ea typeface="무궁화 고딕"/>
                <a:cs typeface="무궁화 고딕"/>
                <a:sym typeface="무궁화 고딕"/>
              </a:rPr>
              <a:t>출근</a:t>
            </a:r>
          </a:p>
        </p:txBody>
      </p:sp>
    </p:spTree>
  </p:cSld>
  <p:clrMapOvr>
    <a:masterClrMapping/>
  </p:clrMapOvr>
</p:sld>
</file>

<file path=ppt/slides/slide3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2717556" y="3381375"/>
            <a:ext cx="12852888" cy="3514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800"/>
              </a:lnSpc>
            </a:pPr>
            <a:r>
              <a:rPr lang="en-US" sz="11500">
                <a:solidFill>
                  <a:srgbClr val="000000"/>
                </a:solidFill>
                <a:latin typeface="무궁화 고딕"/>
                <a:ea typeface="무궁화 고딕"/>
                <a:cs typeface="무궁화 고딕"/>
                <a:sym typeface="무궁화 고딕"/>
              </a:rPr>
              <a:t>아빠가 동그란 거 잡고 돌리면 집이 움직여요</a:t>
            </a:r>
          </a:p>
        </p:txBody>
      </p:sp>
    </p:spTree>
  </p:cSld>
  <p:clrMapOvr>
    <a:masterClrMapping/>
  </p:clrMapOvr>
</p:sld>
</file>

<file path=ppt/slides/slide3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2717556" y="7743825"/>
            <a:ext cx="12852888" cy="1514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999"/>
              </a:lnSpc>
            </a:pPr>
            <a:r>
              <a:rPr lang="en-US" sz="9999">
                <a:solidFill>
                  <a:srgbClr val="7D8AAB"/>
                </a:solidFill>
                <a:latin typeface="무궁화 고딕"/>
                <a:ea typeface="무궁화 고딕"/>
                <a:cs typeface="무궁화 고딕"/>
                <a:sym typeface="무궁화 고딕"/>
              </a:rPr>
              <a:t>Hint. 바퀴가 달렸어요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717556" y="3381375"/>
            <a:ext cx="12852888" cy="3514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800"/>
              </a:lnSpc>
            </a:pPr>
            <a:r>
              <a:rPr lang="en-US" sz="11500">
                <a:solidFill>
                  <a:srgbClr val="000000"/>
                </a:solidFill>
                <a:latin typeface="무궁화 고딕"/>
                <a:ea typeface="무궁화 고딕"/>
                <a:cs typeface="무궁화 고딕"/>
                <a:sym typeface="무궁화 고딕"/>
              </a:rPr>
              <a:t>아빠가 동그란 거 잡고 돌리면 집이 움직여요</a:t>
            </a:r>
          </a:p>
        </p:txBody>
      </p:sp>
    </p:spTree>
  </p:cSld>
  <p:clrMapOvr>
    <a:masterClrMapping/>
  </p:clrMapOvr>
</p:sld>
</file>

<file path=ppt/slides/slide4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2717556" y="4181475"/>
            <a:ext cx="12852888" cy="1914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000"/>
              </a:lnSpc>
            </a:pPr>
            <a:r>
              <a:rPr lang="en-US" sz="12500">
                <a:solidFill>
                  <a:srgbClr val="000000"/>
                </a:solidFill>
                <a:latin typeface="무궁화 고딕"/>
                <a:ea typeface="무궁화 고딕"/>
                <a:cs typeface="무궁화 고딕"/>
                <a:sym typeface="무궁화 고딕"/>
              </a:rPr>
              <a:t>자동차</a:t>
            </a:r>
          </a:p>
        </p:txBody>
      </p:sp>
    </p:spTree>
  </p:cSld>
  <p:clrMapOvr>
    <a:masterClrMapping/>
  </p:clrMapOvr>
</p:sld>
</file>

<file path=ppt/slides/slide4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2717556" y="3505200"/>
            <a:ext cx="12852888" cy="3267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40"/>
              </a:lnSpc>
            </a:pPr>
            <a:r>
              <a:rPr lang="en-US" sz="10700">
                <a:solidFill>
                  <a:srgbClr val="000000"/>
                </a:solidFill>
                <a:latin typeface="무궁화 고딕"/>
                <a:ea typeface="무궁화 고딕"/>
                <a:cs typeface="무궁화 고딕"/>
                <a:sym typeface="무궁화 고딕"/>
              </a:rPr>
              <a:t>네모난 종이인데 넣으면 어른들이 좋아해요</a:t>
            </a:r>
          </a:p>
        </p:txBody>
      </p:sp>
    </p:spTree>
  </p:cSld>
  <p:clrMapOvr>
    <a:masterClrMapping/>
  </p:clrMapOvr>
</p:sld>
</file>

<file path=ppt/slides/slide4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2717556" y="7743825"/>
            <a:ext cx="12852888" cy="1514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999"/>
              </a:lnSpc>
            </a:pPr>
            <a:r>
              <a:rPr lang="en-US" sz="9999">
                <a:solidFill>
                  <a:srgbClr val="7D8AAB"/>
                </a:solidFill>
                <a:latin typeface="무궁화 고딕"/>
                <a:ea typeface="무궁화 고딕"/>
                <a:cs typeface="무궁화 고딕"/>
                <a:sym typeface="무궁화 고딕"/>
              </a:rPr>
              <a:t>Hint. 지갑에 있어요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717556" y="3505200"/>
            <a:ext cx="12852888" cy="3267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40"/>
              </a:lnSpc>
            </a:pPr>
            <a:r>
              <a:rPr lang="en-US" sz="10700">
                <a:solidFill>
                  <a:srgbClr val="000000"/>
                </a:solidFill>
                <a:latin typeface="무궁화 고딕"/>
                <a:ea typeface="무궁화 고딕"/>
                <a:cs typeface="무궁화 고딕"/>
                <a:sym typeface="무궁화 고딕"/>
              </a:rPr>
              <a:t>네모난 종이인데 넣으면 어른들이 좋아해요</a:t>
            </a:r>
          </a:p>
        </p:txBody>
      </p:sp>
    </p:spTree>
  </p:cSld>
  <p:clrMapOvr>
    <a:masterClrMapping/>
  </p:clrMapOvr>
</p:sld>
</file>

<file path=ppt/slides/slide4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2717556" y="4181475"/>
            <a:ext cx="12852888" cy="1914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000"/>
              </a:lnSpc>
            </a:pPr>
            <a:r>
              <a:rPr lang="en-US" sz="12500">
                <a:solidFill>
                  <a:srgbClr val="000000"/>
                </a:solidFill>
                <a:latin typeface="무궁화 고딕"/>
                <a:ea typeface="무궁화 고딕"/>
                <a:cs typeface="무궁화 고딕"/>
                <a:sym typeface="무궁화 고딕"/>
              </a:rPr>
              <a:t>돈(지폐)</a:t>
            </a:r>
          </a:p>
        </p:txBody>
      </p:sp>
    </p:spTree>
  </p:cSld>
  <p:clrMapOvr>
    <a:masterClrMapping/>
  </p:clrMapOvr>
</p:sld>
</file>

<file path=ppt/slides/slide4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2717556" y="3228975"/>
            <a:ext cx="12852888" cy="3819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000"/>
              </a:lnSpc>
            </a:pPr>
            <a:r>
              <a:rPr lang="en-US" sz="12500">
                <a:solidFill>
                  <a:srgbClr val="000000"/>
                </a:solidFill>
                <a:latin typeface="무궁화 고딕"/>
                <a:ea typeface="무궁화 고딕"/>
                <a:cs typeface="무궁화 고딕"/>
                <a:sym typeface="무궁화 고딕"/>
              </a:rPr>
              <a:t>작은 방에 들어가면</a:t>
            </a:r>
          </a:p>
          <a:p>
            <a:pPr algn="ctr">
              <a:lnSpc>
                <a:spcPts val="15000"/>
              </a:lnSpc>
            </a:pPr>
            <a:r>
              <a:rPr lang="en-US" sz="12500">
                <a:solidFill>
                  <a:srgbClr val="000000"/>
                </a:solidFill>
                <a:latin typeface="무궁화 고딕"/>
                <a:ea typeface="무궁화 고딕"/>
                <a:cs typeface="무궁화 고딕"/>
                <a:sym typeface="무궁화 고딕"/>
              </a:rPr>
              <a:t>속이 울렁거려요</a:t>
            </a:r>
          </a:p>
        </p:txBody>
      </p:sp>
    </p:spTree>
  </p:cSld>
  <p:clrMapOvr>
    <a:masterClrMapping/>
  </p:clrMapOvr>
</p:sld>
</file>

<file path=ppt/slides/slide4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2717556" y="7743825"/>
            <a:ext cx="12852888" cy="1514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999"/>
              </a:lnSpc>
            </a:pPr>
            <a:r>
              <a:rPr lang="en-US" sz="9999">
                <a:solidFill>
                  <a:srgbClr val="7D8AAB"/>
                </a:solidFill>
                <a:latin typeface="무궁화 고딕"/>
                <a:ea typeface="무궁화 고딕"/>
                <a:cs typeface="무궁화 고딕"/>
                <a:sym typeface="무궁화 고딕"/>
              </a:rPr>
              <a:t>Hint. 숫자가 있어요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717556" y="3228975"/>
            <a:ext cx="12852888" cy="3819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000"/>
              </a:lnSpc>
            </a:pPr>
            <a:r>
              <a:rPr lang="en-US" sz="12500">
                <a:solidFill>
                  <a:srgbClr val="000000"/>
                </a:solidFill>
                <a:latin typeface="무궁화 고딕"/>
                <a:ea typeface="무궁화 고딕"/>
                <a:cs typeface="무궁화 고딕"/>
                <a:sym typeface="무궁화 고딕"/>
              </a:rPr>
              <a:t>작은 방에 들어가면</a:t>
            </a:r>
          </a:p>
          <a:p>
            <a:pPr algn="ctr">
              <a:lnSpc>
                <a:spcPts val="15000"/>
              </a:lnSpc>
            </a:pPr>
            <a:r>
              <a:rPr lang="en-US" sz="12500">
                <a:solidFill>
                  <a:srgbClr val="000000"/>
                </a:solidFill>
                <a:latin typeface="무궁화 고딕"/>
                <a:ea typeface="무궁화 고딕"/>
                <a:cs typeface="무궁화 고딕"/>
                <a:sym typeface="무궁화 고딕"/>
              </a:rPr>
              <a:t>속이 울렁거려요</a:t>
            </a:r>
          </a:p>
        </p:txBody>
      </p:sp>
    </p:spTree>
  </p:cSld>
  <p:clrMapOvr>
    <a:masterClrMapping/>
  </p:clrMapOvr>
</p:sld>
</file>

<file path=ppt/slides/slide4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2717556" y="4181475"/>
            <a:ext cx="12852888" cy="1914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000"/>
              </a:lnSpc>
            </a:pPr>
            <a:r>
              <a:rPr lang="en-US" sz="12500">
                <a:solidFill>
                  <a:srgbClr val="000000"/>
                </a:solidFill>
                <a:latin typeface="무궁화 고딕"/>
                <a:ea typeface="무궁화 고딕"/>
                <a:cs typeface="무궁화 고딕"/>
                <a:sym typeface="무궁화 고딕"/>
              </a:rPr>
              <a:t>엘리베이터</a:t>
            </a:r>
          </a:p>
        </p:txBody>
      </p:sp>
    </p:spTree>
  </p:cSld>
  <p:clrMapOvr>
    <a:masterClrMapping/>
  </p:clrMapOvr>
</p:sld>
</file>

<file path=ppt/slides/slide4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2717556" y="3733800"/>
            <a:ext cx="12852888" cy="2809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041"/>
              </a:lnSpc>
            </a:pPr>
            <a:r>
              <a:rPr lang="en-US" sz="9200">
                <a:solidFill>
                  <a:srgbClr val="000000"/>
                </a:solidFill>
                <a:latin typeface="무궁화 고딕"/>
                <a:ea typeface="무궁화 고딕"/>
                <a:cs typeface="무궁화 고딕"/>
                <a:sym typeface="무궁화 고딕"/>
              </a:rPr>
              <a:t>하얀 이불을 까만 입에 넣으면 빙글빙글 돌려서 뱉어요</a:t>
            </a:r>
          </a:p>
        </p:txBody>
      </p:sp>
    </p:spTree>
  </p:cSld>
  <p:clrMapOvr>
    <a:masterClrMapping/>
  </p:clrMapOvr>
</p:sld>
</file>

<file path=ppt/slides/slide4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2717556" y="7777162"/>
            <a:ext cx="12852888" cy="1438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280"/>
              </a:lnSpc>
            </a:pPr>
            <a:r>
              <a:rPr lang="en-US" sz="9400">
                <a:solidFill>
                  <a:srgbClr val="7D8AAB"/>
                </a:solidFill>
                <a:latin typeface="무궁화 고딕"/>
                <a:ea typeface="무궁화 고딕"/>
                <a:cs typeface="무궁화 고딕"/>
                <a:sym typeface="무궁화 고딕"/>
              </a:rPr>
              <a:t>Hint. 물도 같이 들어가요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717556" y="3733800"/>
            <a:ext cx="12852888" cy="2809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041"/>
              </a:lnSpc>
            </a:pPr>
            <a:r>
              <a:rPr lang="en-US" sz="9200">
                <a:solidFill>
                  <a:srgbClr val="000000"/>
                </a:solidFill>
                <a:latin typeface="무궁화 고딕"/>
                <a:ea typeface="무궁화 고딕"/>
                <a:cs typeface="무궁화 고딕"/>
                <a:sym typeface="무궁화 고딕"/>
              </a:rPr>
              <a:t>하얀 이불을 까만 입에 넣으면 빙글빙글 돌려서 뱉어요</a:t>
            </a:r>
          </a:p>
        </p:txBody>
      </p:sp>
    </p:spTree>
  </p:cSld>
  <p:clrMapOvr>
    <a:masterClrMapping/>
  </p:clrMapOvr>
</p:sld>
</file>

<file path=ppt/slides/slide4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2717556" y="4181475"/>
            <a:ext cx="12852888" cy="1914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000"/>
              </a:lnSpc>
            </a:pPr>
            <a:r>
              <a:rPr lang="en-US" sz="12500">
                <a:solidFill>
                  <a:srgbClr val="000000"/>
                </a:solidFill>
                <a:latin typeface="무궁화 고딕"/>
                <a:ea typeface="무궁화 고딕"/>
                <a:cs typeface="무궁화 고딕"/>
                <a:sym typeface="무궁화 고딕"/>
              </a:rPr>
              <a:t>세탁기</a:t>
            </a:r>
          </a:p>
        </p:txBody>
      </p:sp>
    </p:spTree>
  </p:cSld>
  <p:clrMapOvr>
    <a:masterClrMapping/>
  </p:clrMapOvr>
</p:sld>
</file>

<file path=ppt/slides/slide5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-7408585">
            <a:off x="4499355" y="-533795"/>
            <a:ext cx="9289290" cy="10369815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 rot="0">
            <a:off x="4421807" y="4181475"/>
            <a:ext cx="9444385" cy="1914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000"/>
              </a:lnSpc>
            </a:pPr>
            <a:r>
              <a:rPr lang="en-US" sz="12500">
                <a:solidFill>
                  <a:srgbClr val="000000"/>
                </a:solidFill>
                <a:latin typeface="무궁화 고딕"/>
                <a:ea typeface="무궁화 고딕"/>
                <a:cs typeface="무궁화 고딕"/>
                <a:sym typeface="무궁화 고딕"/>
              </a:rPr>
              <a:t>감사합니다!</a:t>
            </a:r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rcRect l="62989" t="67035" r="0" b="0"/>
          <a:stretch>
            <a:fillRect/>
          </a:stretch>
        </p:blipFill>
        <p:spPr>
          <a:xfrm flipH="false" flipV="false" rot="5400000">
            <a:off x="-202103" y="6179918"/>
            <a:ext cx="4312936" cy="3841377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rcRect l="0" t="0" r="0" b="0"/>
          <a:stretch>
            <a:fillRect/>
          </a:stretch>
        </p:blipFill>
        <p:spPr>
          <a:xfrm flipH="false" flipV="false" rot="0">
            <a:off x="11640279" y="-4239083"/>
            <a:ext cx="8152651" cy="847816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DAHH9UyQKCg</dc:identifier>
  <dcterms:modified xsi:type="dcterms:W3CDTF">2011-08-01T06:04:30Z</dcterms:modified>
  <cp:revision>1</cp:revision>
  <dc:title>[Sunday Play] 눈높이 퀴즈(ppt)</dc:title>
</cp:coreProperties>
</file>