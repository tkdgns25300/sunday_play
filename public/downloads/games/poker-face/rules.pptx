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무궁화 고딕" charset="1" panose="02020603020101020101"/>
      <p:regular r:id="rId10"/>
    </p:embeddedFont>
    <p:embeddedFont>
      <p:font typeface="무궁화 고딕 Bold" charset="1" panose="02020603020101020101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포커페이스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42909" y="9822180"/>
            <a:ext cx="33598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078314" cy="2406534"/>
            <a:chOff x="0" y="0"/>
            <a:chExt cx="16104419" cy="320871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8378"/>
              <a:ext cx="16104419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탐정은 눈을 감고, 한 사람이 동전을 한쪽 손에 쥡니다.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모두 양 주먹을 내밀어</a:t>
              </a: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주세요.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9574913" cy="10627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10055" y="7583343"/>
            <a:ext cx="7083439" cy="2402712"/>
            <a:chOff x="0" y="0"/>
            <a:chExt cx="9444586" cy="32036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3758"/>
              <a:ext cx="9300195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돌아가며 탐정을 하고,</a:t>
              </a:r>
              <a:r>
                <a:rPr lang="en-US" sz="4000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 누적 점수가 가장 높은 사람이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9444586" cy="105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54144" y="3708919"/>
            <a:ext cx="10397630" cy="3107111"/>
            <a:chOff x="0" y="0"/>
            <a:chExt cx="13863507" cy="41428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82681"/>
              <a:ext cx="13863507" cy="2760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탐정이 왼손 또는 오른손을 지목합니다.                         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동전 발견 → +50점! 빈 손 → -10점!            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"스톱"을 외치면 현재 점수 확정!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57150"/>
              <a:ext cx="6898637" cy="1053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포커페이스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42909" y="9822180"/>
            <a:ext cx="3359870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DAHH2xt0Fgg</dc:identifier>
  <dcterms:modified xsi:type="dcterms:W3CDTF">2011-08-01T06:04:30Z</dcterms:modified>
  <cp:revision>1</cp:revision>
  <dc:title>[Sunday Play] 포커페이스의 사본</dc:title>
</cp:coreProperties>
</file>