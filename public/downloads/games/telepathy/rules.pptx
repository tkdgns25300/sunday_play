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무궁화 고딕" charset="1" panose="02020603020101020101"/>
      <p:regular r:id="rId31"/>
    </p:embeddedFont>
    <p:embeddedFont>
      <p:font typeface="무궁화 고딕 Bold" charset="1" panose="02020603020101020101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이심전심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22856" y="9822180"/>
            <a:ext cx="3379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6944841" cy="2406534"/>
            <a:chOff x="0" y="0"/>
            <a:chExt cx="9259787" cy="3208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925978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진행자가 제시어를 말합니다.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팀원끼리 상의는 금지!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6217692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39721" y="7511261"/>
            <a:ext cx="8487123" cy="2367152"/>
            <a:chOff x="0" y="0"/>
            <a:chExt cx="11316164" cy="31562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11143161" cy="178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60"/>
                </a:lnSpc>
              </a:pPr>
              <a:r>
                <a:rPr lang="en-US" sz="39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같은 동작을 한 팀원이 많을수록 높은 점수! 가장 많은 점수를 얻은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316164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19580" y="3858476"/>
            <a:ext cx="5484735" cy="2402261"/>
            <a:chOff x="0" y="0"/>
            <a:chExt cx="7312980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7312980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'하나, 둘, 셋' 구호에 맞춰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동시에 동작하세요!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4508525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이심전심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22856" y="9822180"/>
            <a:ext cx="3379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야구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수영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토끼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가위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농구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셀카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태권도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낚시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겨울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양궁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기도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원숭이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노래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축구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호랑이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요리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헬스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운전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잠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609975"/>
            <a:ext cx="1736473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비행기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DAHH9PZUnH0</dc:identifier>
  <dcterms:modified xsi:type="dcterms:W3CDTF">2011-08-01T06:04:30Z</dcterms:modified>
  <cp:revision>1</cp:revision>
  <dc:title>[Sunday Play] 이심전심(ppt)</dc:title>
</cp:coreProperties>
</file>