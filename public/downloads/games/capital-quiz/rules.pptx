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x="18288000" cy="10287000"/>
  <p:notesSz cx="6858000" cy="9144000"/>
  <p:embeddedFontLst>
    <p:embeddedFont>
      <p:font typeface="Jua" charset="1" panose="00000000000000000000"/>
      <p:regular r:id="rId70"/>
    </p:embeddedFont>
    <p:embeddedFont>
      <p:font typeface="TDTD갬성명조" charset="1" panose="02000503000000000000"/>
      <p:regular r:id="rId71"/>
    </p:embeddedFont>
    <p:embeddedFont>
      <p:font typeface="TDTD가온" charset="1" panose="02000503000000000000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fonts/font70.fntdata" Type="http://schemas.openxmlformats.org/officeDocument/2006/relationships/font"/><Relationship Id="rId71" Target="fonts/font71.fntdata" Type="http://schemas.openxmlformats.org/officeDocument/2006/relationships/font"/><Relationship Id="rId72" Target="fonts/font72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7.gif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gif" Type="http://schemas.openxmlformats.org/officeDocument/2006/relationships/image"/><Relationship Id="rId3" Target="../media/image37.gif" Type="http://schemas.openxmlformats.org/officeDocument/2006/relationships/image"/><Relationship Id="rId4" Target="../media/image3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수도 맞추기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2619696" cy="2100123"/>
            <a:chOff x="0" y="0"/>
            <a:chExt cx="16826261" cy="280016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615940"/>
              <a:ext cx="16826261" cy="1184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02"/>
                </a:lnSpc>
              </a:pPr>
              <a:r>
                <a:rPr lang="en-US" sz="5287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팀별로 나눠 앉습니다.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90500"/>
              <a:ext cx="11298371" cy="1367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60"/>
                </a:lnSpc>
              </a:pPr>
              <a:r>
                <a:rPr lang="en-US" sz="581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81877" y="7809938"/>
            <a:ext cx="8106123" cy="2034517"/>
            <a:chOff x="0" y="0"/>
            <a:chExt cx="10808164" cy="2712689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42808"/>
              <a:ext cx="10705410" cy="11698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20"/>
                </a:lnSpc>
              </a:pPr>
              <a:r>
                <a:rPr lang="en-US" sz="530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 점수를 얻은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90500"/>
              <a:ext cx="10808164" cy="13744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8"/>
                </a:lnSpc>
              </a:pPr>
              <a:r>
                <a:rPr lang="en-US" sz="582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18668" y="3547689"/>
            <a:ext cx="9095603" cy="3975348"/>
            <a:chOff x="0" y="0"/>
            <a:chExt cx="12127471" cy="530046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621596"/>
              <a:ext cx="12127471" cy="3678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15"/>
                </a:lnSpc>
              </a:pPr>
              <a:r>
                <a:rPr lang="en-US" sz="5296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국기와 나라 이름이 나타나면, 가장 먼저 수로 이름을 외친 팀이 득점!</a:t>
              </a:r>
            </a:p>
            <a:p>
              <a:pPr algn="l">
                <a:lnSpc>
                  <a:spcPts val="7415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90500"/>
              <a:ext cx="5799240" cy="13699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74"/>
                </a:lnSpc>
              </a:pPr>
              <a:r>
                <a:rPr lang="en-US" sz="5826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수도 맞추기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53662" y="1028700"/>
            <a:ext cx="8580675" cy="5716875"/>
          </a:xfrm>
          <a:custGeom>
            <a:avLst/>
            <a:gdLst/>
            <a:ahLst/>
            <a:cxnLst/>
            <a:rect r="r" b="b" t="t" l="l"/>
            <a:pathLst>
              <a:path h="5716875" w="8580675">
                <a:moveTo>
                  <a:pt x="0" y="0"/>
                </a:moveTo>
                <a:lnTo>
                  <a:pt x="8580676" y="0"/>
                </a:lnTo>
                <a:lnTo>
                  <a:pt x="8580676" y="5716875"/>
                </a:lnTo>
                <a:lnTo>
                  <a:pt x="0" y="5716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대한민국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서울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1073" y="1028700"/>
            <a:ext cx="9485854" cy="5003865"/>
          </a:xfrm>
          <a:custGeom>
            <a:avLst/>
            <a:gdLst/>
            <a:ahLst/>
            <a:cxnLst/>
            <a:rect r="r" b="b" t="t" l="l"/>
            <a:pathLst>
              <a:path h="5003865" w="9485854">
                <a:moveTo>
                  <a:pt x="0" y="0"/>
                </a:moveTo>
                <a:lnTo>
                  <a:pt x="9485854" y="0"/>
                </a:lnTo>
                <a:lnTo>
                  <a:pt x="9485854" y="5003865"/>
                </a:lnTo>
                <a:lnTo>
                  <a:pt x="0" y="5003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미국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워싱턴 D.C.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3099" y="1028700"/>
            <a:ext cx="8861801" cy="5897126"/>
          </a:xfrm>
          <a:custGeom>
            <a:avLst/>
            <a:gdLst/>
            <a:ahLst/>
            <a:cxnLst/>
            <a:rect r="r" b="b" t="t" l="l"/>
            <a:pathLst>
              <a:path h="5897126" w="8861801">
                <a:moveTo>
                  <a:pt x="0" y="0"/>
                </a:moveTo>
                <a:lnTo>
                  <a:pt x="8861802" y="0"/>
                </a:lnTo>
                <a:lnTo>
                  <a:pt x="8861802" y="5897126"/>
                </a:lnTo>
                <a:lnTo>
                  <a:pt x="0" y="5897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일본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도쿄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8195" y="1028700"/>
            <a:ext cx="8731610" cy="5810489"/>
          </a:xfrm>
          <a:custGeom>
            <a:avLst/>
            <a:gdLst/>
            <a:ahLst/>
            <a:cxnLst/>
            <a:rect r="r" b="b" t="t" l="l"/>
            <a:pathLst>
              <a:path h="5810489" w="8731610">
                <a:moveTo>
                  <a:pt x="0" y="0"/>
                </a:moveTo>
                <a:lnTo>
                  <a:pt x="8731610" y="0"/>
                </a:lnTo>
                <a:lnTo>
                  <a:pt x="8731610" y="5810489"/>
                </a:lnTo>
                <a:lnTo>
                  <a:pt x="0" y="5810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중국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베이징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66937" y="1028700"/>
            <a:ext cx="9954126" cy="4977063"/>
          </a:xfrm>
          <a:custGeom>
            <a:avLst/>
            <a:gdLst/>
            <a:ahLst/>
            <a:cxnLst/>
            <a:rect r="r" b="b" t="t" l="l"/>
            <a:pathLst>
              <a:path h="4977063" w="9954126">
                <a:moveTo>
                  <a:pt x="0" y="0"/>
                </a:moveTo>
                <a:lnTo>
                  <a:pt x="9954126" y="0"/>
                </a:lnTo>
                <a:lnTo>
                  <a:pt x="9954126" y="4977063"/>
                </a:lnTo>
                <a:lnTo>
                  <a:pt x="0" y="4977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영국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런던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06859" y="1028700"/>
            <a:ext cx="8474281" cy="5965590"/>
          </a:xfrm>
          <a:custGeom>
            <a:avLst/>
            <a:gdLst/>
            <a:ahLst/>
            <a:cxnLst/>
            <a:rect r="r" b="b" t="t" l="l"/>
            <a:pathLst>
              <a:path h="5965590" w="8474281">
                <a:moveTo>
                  <a:pt x="0" y="0"/>
                </a:moveTo>
                <a:lnTo>
                  <a:pt x="8474282" y="0"/>
                </a:lnTo>
                <a:lnTo>
                  <a:pt x="8474282" y="5965590"/>
                </a:lnTo>
                <a:lnTo>
                  <a:pt x="0" y="59655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38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프랑스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파리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47587" y="1028700"/>
            <a:ext cx="9592825" cy="5755695"/>
          </a:xfrm>
          <a:custGeom>
            <a:avLst/>
            <a:gdLst/>
            <a:ahLst/>
            <a:cxnLst/>
            <a:rect r="r" b="b" t="t" l="l"/>
            <a:pathLst>
              <a:path h="5755695" w="9592825">
                <a:moveTo>
                  <a:pt x="0" y="0"/>
                </a:moveTo>
                <a:lnTo>
                  <a:pt x="9592826" y="0"/>
                </a:lnTo>
                <a:lnTo>
                  <a:pt x="9592826" y="5755695"/>
                </a:lnTo>
                <a:lnTo>
                  <a:pt x="0" y="57556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독일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베를린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1611" y="1028700"/>
            <a:ext cx="10964779" cy="5482389"/>
          </a:xfrm>
          <a:custGeom>
            <a:avLst/>
            <a:gdLst/>
            <a:ahLst/>
            <a:cxnLst/>
            <a:rect r="r" b="b" t="t" l="l"/>
            <a:pathLst>
              <a:path h="5482389" w="10964779">
                <a:moveTo>
                  <a:pt x="0" y="0"/>
                </a:moveTo>
                <a:lnTo>
                  <a:pt x="10964778" y="0"/>
                </a:lnTo>
                <a:lnTo>
                  <a:pt x="10964778" y="5482389"/>
                </a:lnTo>
                <a:lnTo>
                  <a:pt x="0" y="5482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캐나다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오타와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78848" y="1028700"/>
            <a:ext cx="8730305" cy="6124244"/>
          </a:xfrm>
          <a:custGeom>
            <a:avLst/>
            <a:gdLst/>
            <a:ahLst/>
            <a:cxnLst/>
            <a:rect r="r" b="b" t="t" l="l"/>
            <a:pathLst>
              <a:path h="6124244" w="8730305">
                <a:moveTo>
                  <a:pt x="0" y="0"/>
                </a:moveTo>
                <a:lnTo>
                  <a:pt x="8730304" y="0"/>
                </a:lnTo>
                <a:lnTo>
                  <a:pt x="8730304" y="6124244"/>
                </a:lnTo>
                <a:lnTo>
                  <a:pt x="0" y="61242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브라질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브라질리아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93958" y="1028700"/>
            <a:ext cx="10700084" cy="5350042"/>
          </a:xfrm>
          <a:custGeom>
            <a:avLst/>
            <a:gdLst/>
            <a:ahLst/>
            <a:cxnLst/>
            <a:rect r="r" b="b" t="t" l="l"/>
            <a:pathLst>
              <a:path h="5350042" w="10700084">
                <a:moveTo>
                  <a:pt x="0" y="0"/>
                </a:moveTo>
                <a:lnTo>
                  <a:pt x="10700084" y="0"/>
                </a:lnTo>
                <a:lnTo>
                  <a:pt x="10700084" y="5350042"/>
                </a:lnTo>
                <a:lnTo>
                  <a:pt x="0" y="535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호주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캔버라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56918" y="1028700"/>
            <a:ext cx="8774163" cy="5838807"/>
          </a:xfrm>
          <a:custGeom>
            <a:avLst/>
            <a:gdLst/>
            <a:ahLst/>
            <a:cxnLst/>
            <a:rect r="r" b="b" t="t" l="l"/>
            <a:pathLst>
              <a:path h="5838807" w="8774163">
                <a:moveTo>
                  <a:pt x="0" y="0"/>
                </a:moveTo>
                <a:lnTo>
                  <a:pt x="8774164" y="0"/>
                </a:lnTo>
                <a:lnTo>
                  <a:pt x="8774164" y="5838807"/>
                </a:lnTo>
                <a:lnTo>
                  <a:pt x="0" y="58388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이탈리아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로마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68669" y="1028700"/>
            <a:ext cx="8750663" cy="5823168"/>
          </a:xfrm>
          <a:custGeom>
            <a:avLst/>
            <a:gdLst/>
            <a:ahLst/>
            <a:cxnLst/>
            <a:rect r="r" b="b" t="t" l="l"/>
            <a:pathLst>
              <a:path h="5823168" w="8750663">
                <a:moveTo>
                  <a:pt x="0" y="0"/>
                </a:moveTo>
                <a:lnTo>
                  <a:pt x="8750662" y="0"/>
                </a:lnTo>
                <a:lnTo>
                  <a:pt x="8750662" y="5823168"/>
                </a:lnTo>
                <a:lnTo>
                  <a:pt x="0" y="582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스페인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마드리드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28862" y="1028700"/>
            <a:ext cx="10630276" cy="6080518"/>
          </a:xfrm>
          <a:custGeom>
            <a:avLst/>
            <a:gdLst/>
            <a:ahLst/>
            <a:cxnLst/>
            <a:rect r="r" b="b" t="t" l="l"/>
            <a:pathLst>
              <a:path h="6080518" w="10630276">
                <a:moveTo>
                  <a:pt x="0" y="0"/>
                </a:moveTo>
                <a:lnTo>
                  <a:pt x="10630276" y="0"/>
                </a:lnTo>
                <a:lnTo>
                  <a:pt x="10630276" y="6080518"/>
                </a:lnTo>
                <a:lnTo>
                  <a:pt x="0" y="6080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멕시코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멕시코시티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80706" y="1028700"/>
            <a:ext cx="8926588" cy="5940238"/>
          </a:xfrm>
          <a:custGeom>
            <a:avLst/>
            <a:gdLst/>
            <a:ahLst/>
            <a:cxnLst/>
            <a:rect r="r" b="b" t="t" l="l"/>
            <a:pathLst>
              <a:path h="5940238" w="8926588">
                <a:moveTo>
                  <a:pt x="0" y="0"/>
                </a:moveTo>
                <a:lnTo>
                  <a:pt x="8926588" y="0"/>
                </a:lnTo>
                <a:lnTo>
                  <a:pt x="8926588" y="5940238"/>
                </a:lnTo>
                <a:lnTo>
                  <a:pt x="0" y="594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인도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뉴델리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4474" y="1028700"/>
            <a:ext cx="9139052" cy="6081624"/>
          </a:xfrm>
          <a:custGeom>
            <a:avLst/>
            <a:gdLst/>
            <a:ahLst/>
            <a:cxnLst/>
            <a:rect r="r" b="b" t="t" l="l"/>
            <a:pathLst>
              <a:path h="6081624" w="9139052">
                <a:moveTo>
                  <a:pt x="0" y="0"/>
                </a:moveTo>
                <a:lnTo>
                  <a:pt x="9139052" y="0"/>
                </a:lnTo>
                <a:lnTo>
                  <a:pt x="9139052" y="6081624"/>
                </a:lnTo>
                <a:lnTo>
                  <a:pt x="0" y="6081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러시아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모스크바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55209" y="1028700"/>
            <a:ext cx="8977581" cy="5974172"/>
          </a:xfrm>
          <a:custGeom>
            <a:avLst/>
            <a:gdLst/>
            <a:ahLst/>
            <a:cxnLst/>
            <a:rect r="r" b="b" t="t" l="l"/>
            <a:pathLst>
              <a:path h="5974172" w="8977581">
                <a:moveTo>
                  <a:pt x="0" y="0"/>
                </a:moveTo>
                <a:lnTo>
                  <a:pt x="8977582" y="0"/>
                </a:lnTo>
                <a:lnTo>
                  <a:pt x="8977582" y="5974172"/>
                </a:lnTo>
                <a:lnTo>
                  <a:pt x="0" y="59741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튀르키예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앙카라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86237" y="1028700"/>
            <a:ext cx="5915526" cy="5915526"/>
          </a:xfrm>
          <a:custGeom>
            <a:avLst/>
            <a:gdLst/>
            <a:ahLst/>
            <a:cxnLst/>
            <a:rect r="r" b="b" t="t" l="l"/>
            <a:pathLst>
              <a:path h="5915526" w="5915526">
                <a:moveTo>
                  <a:pt x="0" y="0"/>
                </a:moveTo>
                <a:lnTo>
                  <a:pt x="5915526" y="0"/>
                </a:lnTo>
                <a:lnTo>
                  <a:pt x="5915526" y="5915526"/>
                </a:lnTo>
                <a:lnTo>
                  <a:pt x="0" y="5915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스위스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베른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7637" y="1028700"/>
            <a:ext cx="9272727" cy="6170578"/>
          </a:xfrm>
          <a:custGeom>
            <a:avLst/>
            <a:gdLst/>
            <a:ahLst/>
            <a:cxnLst/>
            <a:rect r="r" b="b" t="t" l="l"/>
            <a:pathLst>
              <a:path h="6170578" w="9272727">
                <a:moveTo>
                  <a:pt x="0" y="0"/>
                </a:moveTo>
                <a:lnTo>
                  <a:pt x="9272726" y="0"/>
                </a:lnTo>
                <a:lnTo>
                  <a:pt x="9272726" y="6170578"/>
                </a:lnTo>
                <a:lnTo>
                  <a:pt x="0" y="6170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태국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방콕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05955" y="1028700"/>
            <a:ext cx="8276089" cy="6010392"/>
          </a:xfrm>
          <a:custGeom>
            <a:avLst/>
            <a:gdLst/>
            <a:ahLst/>
            <a:cxnLst/>
            <a:rect r="r" b="b" t="t" l="l"/>
            <a:pathLst>
              <a:path h="6010392" w="8276089">
                <a:moveTo>
                  <a:pt x="0" y="0"/>
                </a:moveTo>
                <a:lnTo>
                  <a:pt x="8276090" y="0"/>
                </a:lnTo>
                <a:lnTo>
                  <a:pt x="8276090" y="6010392"/>
                </a:lnTo>
                <a:lnTo>
                  <a:pt x="0" y="6010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이스라엘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예루살렘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38876" y="1028700"/>
            <a:ext cx="8810248" cy="5862819"/>
          </a:xfrm>
          <a:custGeom>
            <a:avLst/>
            <a:gdLst/>
            <a:ahLst/>
            <a:cxnLst/>
            <a:rect r="r" b="b" t="t" l="l"/>
            <a:pathLst>
              <a:path h="5862819" w="8810248">
                <a:moveTo>
                  <a:pt x="0" y="0"/>
                </a:moveTo>
                <a:lnTo>
                  <a:pt x="8810248" y="0"/>
                </a:lnTo>
                <a:lnTo>
                  <a:pt x="8810248" y="5862819"/>
                </a:lnTo>
                <a:lnTo>
                  <a:pt x="0" y="5862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남아프리카 공화국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1990725"/>
            <a:ext cx="12852888" cy="601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프리토리아,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케이프타운,</a:t>
            </a:r>
          </a:p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블룸폰테인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89453" y="1028700"/>
            <a:ext cx="8509093" cy="6194620"/>
          </a:xfrm>
          <a:custGeom>
            <a:avLst/>
            <a:gdLst/>
            <a:ahLst/>
            <a:cxnLst/>
            <a:rect r="r" b="b" t="t" l="l"/>
            <a:pathLst>
              <a:path h="6194620" w="8509093">
                <a:moveTo>
                  <a:pt x="0" y="0"/>
                </a:moveTo>
                <a:lnTo>
                  <a:pt x="8509094" y="0"/>
                </a:lnTo>
                <a:lnTo>
                  <a:pt x="8509094" y="6194620"/>
                </a:lnTo>
                <a:lnTo>
                  <a:pt x="0" y="6194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노르웨이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오슬로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29413" y="1028700"/>
            <a:ext cx="10229175" cy="6375225"/>
          </a:xfrm>
          <a:custGeom>
            <a:avLst/>
            <a:gdLst/>
            <a:ahLst/>
            <a:cxnLst/>
            <a:rect r="r" b="b" t="t" l="l"/>
            <a:pathLst>
              <a:path h="6375225" w="10229175">
                <a:moveTo>
                  <a:pt x="0" y="0"/>
                </a:moveTo>
                <a:lnTo>
                  <a:pt x="10229174" y="0"/>
                </a:lnTo>
                <a:lnTo>
                  <a:pt x="10229174" y="6375225"/>
                </a:lnTo>
                <a:lnTo>
                  <a:pt x="0" y="63752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아르헨티나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부에노스 아이레스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37893" y="1028700"/>
            <a:ext cx="9412214" cy="6263400"/>
          </a:xfrm>
          <a:custGeom>
            <a:avLst/>
            <a:gdLst/>
            <a:ahLst/>
            <a:cxnLst/>
            <a:rect r="r" b="b" t="t" l="l"/>
            <a:pathLst>
              <a:path h="6263400" w="9412214">
                <a:moveTo>
                  <a:pt x="0" y="0"/>
                </a:moveTo>
                <a:lnTo>
                  <a:pt x="9412214" y="0"/>
                </a:lnTo>
                <a:lnTo>
                  <a:pt x="9412214" y="6263400"/>
                </a:lnTo>
                <a:lnTo>
                  <a:pt x="0" y="626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이집트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카이로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60137" y="1028700"/>
            <a:ext cx="8967726" cy="5967614"/>
          </a:xfrm>
          <a:custGeom>
            <a:avLst/>
            <a:gdLst/>
            <a:ahLst/>
            <a:cxnLst/>
            <a:rect r="r" b="b" t="t" l="l"/>
            <a:pathLst>
              <a:path h="5967614" w="8967726">
                <a:moveTo>
                  <a:pt x="0" y="0"/>
                </a:moveTo>
                <a:lnTo>
                  <a:pt x="8967726" y="0"/>
                </a:lnTo>
                <a:lnTo>
                  <a:pt x="8967726" y="5967614"/>
                </a:lnTo>
                <a:lnTo>
                  <a:pt x="0" y="5967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그리스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아테네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4068" y="1028700"/>
            <a:ext cx="9579864" cy="5970549"/>
          </a:xfrm>
          <a:custGeom>
            <a:avLst/>
            <a:gdLst/>
            <a:ahLst/>
            <a:cxnLst/>
            <a:rect r="r" b="b" t="t" l="l"/>
            <a:pathLst>
              <a:path h="5970549" w="9579864">
                <a:moveTo>
                  <a:pt x="0" y="0"/>
                </a:moveTo>
                <a:lnTo>
                  <a:pt x="9579864" y="0"/>
                </a:lnTo>
                <a:lnTo>
                  <a:pt x="9579864" y="5970549"/>
                </a:lnTo>
                <a:lnTo>
                  <a:pt x="0" y="59705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폴란드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바르샤바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19058" y="1028700"/>
            <a:ext cx="9249884" cy="6155377"/>
          </a:xfrm>
          <a:custGeom>
            <a:avLst/>
            <a:gdLst/>
            <a:ahLst/>
            <a:cxnLst/>
            <a:rect r="r" b="b" t="t" l="l"/>
            <a:pathLst>
              <a:path h="6155377" w="9249884">
                <a:moveTo>
                  <a:pt x="0" y="0"/>
                </a:moveTo>
                <a:lnTo>
                  <a:pt x="9249884" y="0"/>
                </a:lnTo>
                <a:lnTo>
                  <a:pt x="9249884" y="6155377"/>
                </a:lnTo>
                <a:lnTo>
                  <a:pt x="0" y="61553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콜롬비아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보고타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8947" y="1028700"/>
            <a:ext cx="11470105" cy="5735053"/>
          </a:xfrm>
          <a:custGeom>
            <a:avLst/>
            <a:gdLst/>
            <a:ahLst/>
            <a:cxnLst/>
            <a:rect r="r" b="b" t="t" l="l"/>
            <a:pathLst>
              <a:path h="5735053" w="11470105">
                <a:moveTo>
                  <a:pt x="0" y="0"/>
                </a:moveTo>
                <a:lnTo>
                  <a:pt x="11470106" y="0"/>
                </a:lnTo>
                <a:lnTo>
                  <a:pt x="11470106" y="5735053"/>
                </a:lnTo>
                <a:lnTo>
                  <a:pt x="0" y="573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나이지리아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아부자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33011" y="1028700"/>
            <a:ext cx="11421979" cy="5710989"/>
          </a:xfrm>
          <a:custGeom>
            <a:avLst/>
            <a:gdLst/>
            <a:ahLst/>
            <a:cxnLst/>
            <a:rect r="r" b="b" t="t" l="l"/>
            <a:pathLst>
              <a:path h="5710989" w="11421979">
                <a:moveTo>
                  <a:pt x="0" y="0"/>
                </a:moveTo>
                <a:lnTo>
                  <a:pt x="11421978" y="0"/>
                </a:lnTo>
                <a:lnTo>
                  <a:pt x="11421978" y="5710989"/>
                </a:lnTo>
                <a:lnTo>
                  <a:pt x="0" y="57109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뉴질랜드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웰링턴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05135" y="1028700"/>
            <a:ext cx="9277730" cy="6173908"/>
          </a:xfrm>
          <a:custGeom>
            <a:avLst/>
            <a:gdLst/>
            <a:ahLst/>
            <a:cxnLst/>
            <a:rect r="r" b="b" t="t" l="l"/>
            <a:pathLst>
              <a:path h="6173908" w="9277730">
                <a:moveTo>
                  <a:pt x="0" y="0"/>
                </a:moveTo>
                <a:lnTo>
                  <a:pt x="9277730" y="0"/>
                </a:lnTo>
                <a:lnTo>
                  <a:pt x="9277730" y="6173908"/>
                </a:lnTo>
                <a:lnTo>
                  <a:pt x="0" y="6173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베트남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하노이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12432" y="1028700"/>
            <a:ext cx="11863137" cy="5931568"/>
          </a:xfrm>
          <a:custGeom>
            <a:avLst/>
            <a:gdLst/>
            <a:ahLst/>
            <a:cxnLst/>
            <a:rect r="r" b="b" t="t" l="l"/>
            <a:pathLst>
              <a:path h="5931568" w="11863137">
                <a:moveTo>
                  <a:pt x="0" y="0"/>
                </a:moveTo>
                <a:lnTo>
                  <a:pt x="11863136" y="0"/>
                </a:lnTo>
                <a:lnTo>
                  <a:pt x="11863136" y="5931568"/>
                </a:lnTo>
                <a:lnTo>
                  <a:pt x="0" y="5931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7556" y="70580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필리핀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717556" y="3895725"/>
            <a:ext cx="12852888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마닐라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DAHGLI-LgZI</dc:identifier>
  <dcterms:modified xsi:type="dcterms:W3CDTF">2011-08-01T06:04:30Z</dcterms:modified>
  <cp:revision>1</cp:revision>
  <dc:title>[Sunday Play] 수도 맞추기</dc:title>
</cp:coreProperties>
</file>