
<file path=[Content_Types].xml><?xml version="1.0" encoding="utf-8"?>
<Types xmlns="http://schemas.openxmlformats.org/package/2006/content-types">
  <Default ContentType="application/x-fontdata" Extension="fntdata"/>
  <Default ContentType="image/gif" Extension="gif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slide+xml" PartName="/ppt/slides/slide26.xml"/>
  <Override ContentType="application/vnd.openxmlformats-officedocument.presentationml.slide+xml" PartName="/ppt/slides/slide27.xml"/>
  <Override ContentType="application/vnd.openxmlformats-officedocument.presentationml.slide+xml" PartName="/ppt/slides/slide28.xml"/>
  <Override ContentType="application/vnd.openxmlformats-officedocument.presentationml.slide+xml" PartName="/ppt/slides/slide29.xml"/>
  <Override ContentType="application/vnd.openxmlformats-officedocument.presentationml.slide+xml" PartName="/ppt/slides/slide30.xml"/>
  <Override ContentType="application/vnd.openxmlformats-officedocument.presentationml.slide+xml" PartName="/ppt/slides/slide31.xml"/>
  <Override ContentType="application/vnd.openxmlformats-officedocument.presentationml.slide+xml" PartName="/ppt/slides/slide32.xml"/>
  <Override ContentType="application/vnd.openxmlformats-officedocument.presentationml.slide+xml" PartName="/ppt/slides/slide33.xml"/>
  <Override ContentType="application/vnd.openxmlformats-officedocument.presentationml.slide+xml" PartName="/ppt/slides/slide34.xml"/>
  <Override ContentType="application/vnd.openxmlformats-officedocument.presentationml.slide+xml" PartName="/ppt/slides/slide35.xml"/>
  <Override ContentType="application/vnd.openxmlformats-officedocument.presentationml.slide+xml" PartName="/ppt/slides/slide36.xml"/>
  <Override ContentType="application/vnd.openxmlformats-officedocument.presentationml.slide+xml" PartName="/ppt/slides/slide37.xml"/>
  <Override ContentType="application/vnd.openxmlformats-officedocument.presentationml.slide+xml" PartName="/ppt/slides/slide38.xml"/>
  <Override ContentType="application/vnd.openxmlformats-officedocument.presentationml.slide+xml" PartName="/ppt/slides/slide39.xml"/>
  <Override ContentType="application/vnd.openxmlformats-officedocument.presentationml.slide+xml" PartName="/ppt/slides/slide40.xml"/>
  <Override ContentType="application/vnd.openxmlformats-officedocument.presentationml.slide+xml" PartName="/ppt/slides/slide41.xml"/>
  <Override ContentType="application/vnd.openxmlformats-officedocument.presentationml.slide+xml" PartName="/ppt/slides/slide42.xml"/>
  <Override ContentType="application/vnd.openxmlformats-officedocument.presentationml.slide+xml" PartName="/ppt/slides/slide43.xml"/>
  <Override ContentType="application/vnd.openxmlformats-officedocument.presentationml.slide+xml" PartName="/ppt/slides/slide44.xml"/>
  <Override ContentType="application/vnd.openxmlformats-officedocument.presentationml.slide+xml" PartName="/ppt/slides/slide45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</p:sldIdLst>
  <p:sldSz cx="18288000" cy="10287000"/>
  <p:notesSz cx="6858000" cy="9144000"/>
  <p:embeddedFontLst>
    <p:embeddedFont>
      <p:font typeface="Jua" charset="1" panose="00000000000000000000"/>
      <p:regular r:id="rId51"/>
    </p:embeddedFont>
    <p:embeddedFont>
      <p:font typeface="TDTD갬성명조" charset="1" panose="02000503000000000000"/>
      <p:regular r:id="rId52"/>
    </p:embeddedFont>
    <p:embeddedFont>
      <p:font typeface="TDTD가온" charset="1" panose="02000503000000000000"/>
      <p:regular r:id="rId53"/>
    </p:embeddedFont>
    <p:embeddedFont>
      <p:font typeface="윤고딕" charset="1" panose="020B0503000000000000"/>
      <p:regular r:id="rId5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slides/slide24.xml" Type="http://schemas.openxmlformats.org/officeDocument/2006/relationships/slide"/><Relationship Id="rId3" Target="viewProps.xml" Type="http://schemas.openxmlformats.org/officeDocument/2006/relationships/viewProps"/><Relationship Id="rId30" Target="slides/slide25.xml" Type="http://schemas.openxmlformats.org/officeDocument/2006/relationships/slide"/><Relationship Id="rId31" Target="slides/slide26.xml" Type="http://schemas.openxmlformats.org/officeDocument/2006/relationships/slide"/><Relationship Id="rId32" Target="slides/slide27.xml" Type="http://schemas.openxmlformats.org/officeDocument/2006/relationships/slide"/><Relationship Id="rId33" Target="slides/slide28.xml" Type="http://schemas.openxmlformats.org/officeDocument/2006/relationships/slide"/><Relationship Id="rId34" Target="slides/slide29.xml" Type="http://schemas.openxmlformats.org/officeDocument/2006/relationships/slide"/><Relationship Id="rId35" Target="slides/slide30.xml" Type="http://schemas.openxmlformats.org/officeDocument/2006/relationships/slide"/><Relationship Id="rId36" Target="slides/slide31.xml" Type="http://schemas.openxmlformats.org/officeDocument/2006/relationships/slide"/><Relationship Id="rId37" Target="slides/slide32.xml" Type="http://schemas.openxmlformats.org/officeDocument/2006/relationships/slide"/><Relationship Id="rId38" Target="slides/slide33.xml" Type="http://schemas.openxmlformats.org/officeDocument/2006/relationships/slide"/><Relationship Id="rId39" Target="slides/slide34.xml" Type="http://schemas.openxmlformats.org/officeDocument/2006/relationships/slide"/><Relationship Id="rId4" Target="theme/theme1.xml" Type="http://schemas.openxmlformats.org/officeDocument/2006/relationships/theme"/><Relationship Id="rId40" Target="slides/slide35.xml" Type="http://schemas.openxmlformats.org/officeDocument/2006/relationships/slide"/><Relationship Id="rId41" Target="slides/slide36.xml" Type="http://schemas.openxmlformats.org/officeDocument/2006/relationships/slide"/><Relationship Id="rId42" Target="slides/slide37.xml" Type="http://schemas.openxmlformats.org/officeDocument/2006/relationships/slide"/><Relationship Id="rId43" Target="slides/slide38.xml" Type="http://schemas.openxmlformats.org/officeDocument/2006/relationships/slide"/><Relationship Id="rId44" Target="slides/slide39.xml" Type="http://schemas.openxmlformats.org/officeDocument/2006/relationships/slide"/><Relationship Id="rId45" Target="slides/slide40.xml" Type="http://schemas.openxmlformats.org/officeDocument/2006/relationships/slide"/><Relationship Id="rId46" Target="slides/slide41.xml" Type="http://schemas.openxmlformats.org/officeDocument/2006/relationships/slide"/><Relationship Id="rId47" Target="slides/slide42.xml" Type="http://schemas.openxmlformats.org/officeDocument/2006/relationships/slide"/><Relationship Id="rId48" Target="slides/slide43.xml" Type="http://schemas.openxmlformats.org/officeDocument/2006/relationships/slide"/><Relationship Id="rId49" Target="slides/slide44.xml" Type="http://schemas.openxmlformats.org/officeDocument/2006/relationships/slide"/><Relationship Id="rId5" Target="tableStyles.xml" Type="http://schemas.openxmlformats.org/officeDocument/2006/relationships/tableStyles"/><Relationship Id="rId50" Target="slides/slide45.xml" Type="http://schemas.openxmlformats.org/officeDocument/2006/relationships/slide"/><Relationship Id="rId51" Target="fonts/font51.fntdata" Type="http://schemas.openxmlformats.org/officeDocument/2006/relationships/font"/><Relationship Id="rId52" Target="fonts/font52.fntdata" Type="http://schemas.openxmlformats.org/officeDocument/2006/relationships/font"/><Relationship Id="rId53" Target="fonts/font53.fntdata" Type="http://schemas.openxmlformats.org/officeDocument/2006/relationships/font"/><Relationship Id="rId54" Target="fonts/font54.fntdata" Type="http://schemas.openxmlformats.org/officeDocument/2006/relationships/font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gif" Type="http://schemas.openxmlformats.org/officeDocument/2006/relationships/image"/><Relationship Id="rId3" Target="../media/image2.gif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gif" Type="http://schemas.openxmlformats.org/officeDocument/2006/relationships/image"/><Relationship Id="rId3" Target="../media/image3.png" Type="http://schemas.openxmlformats.org/officeDocument/2006/relationships/image"/><Relationship Id="rId4" Target="../media/image4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gif" Type="http://schemas.openxmlformats.org/officeDocument/2006/relationships/image"/><Relationship Id="rId3" Target="../media/image2.gif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2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2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2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2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2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3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3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3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3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3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3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3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3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3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3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4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4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4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4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4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4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7.gif" Type="http://schemas.openxmlformats.org/officeDocument/2006/relationships/image"/><Relationship Id="rId4" Target="../media/image8.gif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7D8AA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64771" t="21970" r="0" b="0"/>
          <a:stretch>
            <a:fillRect/>
          </a:stretch>
        </p:blipFill>
        <p:spPr>
          <a:xfrm flipH="false" flipV="false" rot="5400000">
            <a:off x="2310738" y="4172522"/>
            <a:ext cx="3803740" cy="8425216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-7094170">
            <a:off x="14148180" y="-2590072"/>
            <a:ext cx="7036829" cy="7237544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1028700" y="3892867"/>
            <a:ext cx="15555091" cy="2200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000"/>
              </a:lnSpc>
            </a:pPr>
            <a:r>
              <a:rPr lang="en-US" sz="12500">
                <a:solidFill>
                  <a:srgbClr val="FFFAEF"/>
                </a:solidFill>
                <a:latin typeface="Jua"/>
                <a:ea typeface="Jua"/>
                <a:cs typeface="Jua"/>
                <a:sym typeface="Jua"/>
              </a:rPr>
              <a:t>글자 속 글자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5264803" y="9812655"/>
            <a:ext cx="2637975" cy="474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779"/>
              </a:lnSpc>
              <a:spcBef>
                <a:spcPct val="0"/>
              </a:spcBef>
            </a:pPr>
            <a:r>
              <a:rPr lang="en-US" sz="2700" spc="-135">
                <a:solidFill>
                  <a:srgbClr val="FFFFFF"/>
                </a:solidFill>
                <a:latin typeface="TDTD갬성명조"/>
                <a:ea typeface="TDTD갬성명조"/>
                <a:cs typeface="TDTD갬성명조"/>
                <a:sym typeface="TDTD갬성명조"/>
              </a:rPr>
              <a:t>ⓒ 2026. Sunday Play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7D8AA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64034" b="46739"/>
          <a:stretch>
            <a:fillRect/>
          </a:stretch>
        </p:blipFill>
        <p:spPr>
          <a:xfrm flipH="true" flipV="false" rot="-5400000">
            <a:off x="-4815703" y="-1693918"/>
            <a:ext cx="4331879" cy="6415001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rcRect l="64771" t="21970" r="0" b="0"/>
          <a:stretch>
            <a:fillRect/>
          </a:stretch>
        </p:blipFill>
        <p:spPr>
          <a:xfrm flipH="false" flipV="false" rot="5400000">
            <a:off x="2535139" y="3578731"/>
            <a:ext cx="4173130" cy="9243409"/>
          </a:xfrm>
          <a:prstGeom prst="rect">
            <a:avLst/>
          </a:prstGeom>
        </p:spPr>
      </p:pic>
      <p:sp>
        <p:nvSpPr>
          <p:cNvPr name="Freeform 4" id="4"/>
          <p:cNvSpPr/>
          <p:nvPr/>
        </p:nvSpPr>
        <p:spPr>
          <a:xfrm flipH="false" flipV="false" rot="-1016799">
            <a:off x="11210747" y="-2141754"/>
            <a:ext cx="9983125" cy="8685318"/>
          </a:xfrm>
          <a:custGeom>
            <a:avLst/>
            <a:gdLst/>
            <a:ahLst/>
            <a:cxnLst/>
            <a:rect r="r" b="b" t="t" l="l"/>
            <a:pathLst>
              <a:path h="8685318" w="9983125">
                <a:moveTo>
                  <a:pt x="0" y="0"/>
                </a:moveTo>
                <a:lnTo>
                  <a:pt x="9983125" y="0"/>
                </a:lnTo>
                <a:lnTo>
                  <a:pt x="9983125" y="8685318"/>
                </a:lnTo>
                <a:lnTo>
                  <a:pt x="0" y="868531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1392761" y="600705"/>
            <a:ext cx="5362043" cy="1600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0800"/>
              </a:lnSpc>
            </a:pPr>
            <a:r>
              <a:rPr lang="en-US" sz="9000">
                <a:solidFill>
                  <a:srgbClr val="FFFAEF"/>
                </a:solidFill>
                <a:latin typeface="Jua"/>
                <a:ea typeface="Jua"/>
                <a:cs typeface="Jua"/>
                <a:sym typeface="Jua"/>
              </a:rPr>
              <a:t>규칙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309172" y="535073"/>
            <a:ext cx="10694683" cy="1779769"/>
            <a:chOff x="0" y="0"/>
            <a:chExt cx="14259577" cy="2373026"/>
          </a:xfrm>
        </p:grpSpPr>
        <p:sp>
          <p:nvSpPr>
            <p:cNvPr name="TextBox 7" id="7"/>
            <p:cNvSpPr txBox="true"/>
            <p:nvPr/>
          </p:nvSpPr>
          <p:spPr>
            <a:xfrm rot="0">
              <a:off x="0" y="1380584"/>
              <a:ext cx="14259577" cy="99244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6273"/>
                </a:lnSpc>
              </a:pPr>
              <a:r>
                <a:rPr lang="en-US" sz="4480">
                  <a:solidFill>
                    <a:srgbClr val="FFFAEF"/>
                  </a:solidFill>
                  <a:latin typeface="TDTD가온"/>
                  <a:ea typeface="TDTD가온"/>
                  <a:cs typeface="TDTD가온"/>
                  <a:sym typeface="TDTD가온"/>
                </a:rPr>
                <a:t>팀을 나누고 팀 구호를 정합니다.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0" y="-171450"/>
              <a:ext cx="9574913" cy="116921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6407"/>
                </a:lnSpc>
              </a:pPr>
              <a:r>
                <a:rPr lang="en-US" sz="4928">
                  <a:solidFill>
                    <a:srgbClr val="FFFAEF"/>
                  </a:solidFill>
                  <a:latin typeface="Jua"/>
                  <a:ea typeface="Jua"/>
                  <a:cs typeface="Jua"/>
                  <a:sym typeface="Jua"/>
                </a:rPr>
                <a:t>STEP 1.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9649747" y="8200435"/>
            <a:ext cx="8487123" cy="1778769"/>
            <a:chOff x="0" y="0"/>
            <a:chExt cx="11316164" cy="2371692"/>
          </a:xfrm>
        </p:grpSpPr>
        <p:sp>
          <p:nvSpPr>
            <p:cNvPr name="TextBox 10" id="10"/>
            <p:cNvSpPr txBox="true"/>
            <p:nvPr/>
          </p:nvSpPr>
          <p:spPr>
            <a:xfrm rot="0">
              <a:off x="0" y="1377534"/>
              <a:ext cx="11143161" cy="99415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6284"/>
                </a:lnSpc>
              </a:pPr>
              <a:r>
                <a:rPr lang="en-US" sz="4489">
                  <a:solidFill>
                    <a:srgbClr val="FFFAEF"/>
                  </a:solidFill>
                  <a:latin typeface="TDTD가온"/>
                  <a:ea typeface="TDTD가온"/>
                  <a:cs typeface="TDTD가온"/>
                  <a:sym typeface="TDTD가온"/>
                </a:rPr>
                <a:t>가장 많은 점수를 얻은 팀이 우승합니다.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0" y="-171450"/>
              <a:ext cx="11316164" cy="11711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6419"/>
                </a:lnSpc>
              </a:pPr>
              <a:r>
                <a:rPr lang="en-US" sz="4938">
                  <a:solidFill>
                    <a:srgbClr val="FFFAEF"/>
                  </a:solidFill>
                  <a:latin typeface="Jua"/>
                  <a:ea typeface="Jua"/>
                  <a:cs typeface="Jua"/>
                  <a:sym typeface="Jua"/>
                </a:rPr>
                <a:t>STEP 3.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4621704" y="3858476"/>
            <a:ext cx="8612946" cy="2570047"/>
            <a:chOff x="0" y="0"/>
            <a:chExt cx="11483928" cy="3426730"/>
          </a:xfrm>
        </p:grpSpPr>
        <p:sp>
          <p:nvSpPr>
            <p:cNvPr name="TextBox 13" id="13"/>
            <p:cNvSpPr txBox="true"/>
            <p:nvPr/>
          </p:nvSpPr>
          <p:spPr>
            <a:xfrm rot="0">
              <a:off x="0" y="1375218"/>
              <a:ext cx="11483928" cy="205151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6275"/>
                </a:lnSpc>
              </a:pPr>
              <a:r>
                <a:rPr lang="en-US" sz="4482">
                  <a:solidFill>
                    <a:srgbClr val="FFFAEF"/>
                  </a:solidFill>
                  <a:latin typeface="TDTD가온"/>
                  <a:ea typeface="TDTD가온"/>
                  <a:cs typeface="TDTD가온"/>
                  <a:sym typeface="TDTD가온"/>
                </a:rPr>
                <a:t>화면에 겹쳐진 글자가 나타납니다.</a:t>
              </a:r>
            </a:p>
            <a:p>
              <a:pPr algn="l">
                <a:lnSpc>
                  <a:spcPts val="6275"/>
                </a:lnSpc>
              </a:pPr>
              <a:r>
                <a:rPr lang="en-US" sz="4482">
                  <a:solidFill>
                    <a:srgbClr val="FFFAEF"/>
                  </a:solidFill>
                  <a:latin typeface="TDTD가온"/>
                  <a:ea typeface="TDTD가온"/>
                  <a:cs typeface="TDTD가온"/>
                  <a:sym typeface="TDTD가온"/>
                </a:rPr>
                <a:t>어떤 단어인지 가장 먼저 맞춘 팀이 점수!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0" y="-171450"/>
              <a:ext cx="7079955" cy="116952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6409"/>
                </a:lnSpc>
              </a:pPr>
              <a:r>
                <a:rPr lang="en-US" sz="4930">
                  <a:solidFill>
                    <a:srgbClr val="FFFAEF"/>
                  </a:solidFill>
                  <a:latin typeface="Jua"/>
                  <a:ea typeface="Jua"/>
                  <a:cs typeface="Jua"/>
                  <a:sym typeface="Jua"/>
                </a:rPr>
                <a:t>STEP 2.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238925" y="4092795"/>
            <a:ext cx="11810151" cy="2200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000"/>
              </a:lnSpc>
            </a:pPr>
            <a:r>
              <a:rPr lang="en-US" sz="12500">
                <a:solidFill>
                  <a:srgbClr val="000000"/>
                </a:solidFill>
                <a:latin typeface="Jua"/>
                <a:ea typeface="Jua"/>
                <a:cs typeface="Jua"/>
                <a:sym typeface="Jua"/>
              </a:rPr>
              <a:t>팀을 나눠주세요!</a:t>
            </a:r>
          </a:p>
        </p:txBody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7D8AA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64771" t="21970" r="0" b="0"/>
          <a:stretch>
            <a:fillRect/>
          </a:stretch>
        </p:blipFill>
        <p:spPr>
          <a:xfrm flipH="false" flipV="false" rot="5400000">
            <a:off x="2310738" y="4172522"/>
            <a:ext cx="3803740" cy="8425216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-7094170">
            <a:off x="14148180" y="-2590072"/>
            <a:ext cx="7036829" cy="7237544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1028700" y="3892867"/>
            <a:ext cx="15555091" cy="2200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000"/>
              </a:lnSpc>
            </a:pPr>
            <a:r>
              <a:rPr lang="en-US" sz="12500">
                <a:solidFill>
                  <a:srgbClr val="FFFAEF"/>
                </a:solidFill>
                <a:latin typeface="Jua"/>
                <a:ea typeface="Jua"/>
                <a:cs typeface="Jua"/>
                <a:sym typeface="Jua"/>
              </a:rPr>
              <a:t>글자 속 글자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5264803" y="9812655"/>
            <a:ext cx="2637975" cy="474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779"/>
              </a:lnSpc>
              <a:spcBef>
                <a:spcPct val="0"/>
              </a:spcBef>
            </a:pPr>
            <a:r>
              <a:rPr lang="en-US" sz="2700" spc="-135">
                <a:solidFill>
                  <a:srgbClr val="FFFFFF"/>
                </a:solidFill>
                <a:latin typeface="TDTD갬성명조"/>
                <a:ea typeface="TDTD갬성명조"/>
                <a:cs typeface="TDTD갬성명조"/>
                <a:sym typeface="TDTD갬성명조"/>
              </a:rPr>
              <a:t>ⓒ 2026. Sunday Play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334425" y="1333500"/>
            <a:ext cx="7619151" cy="7620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000"/>
              </a:lnSpc>
            </a:pPr>
            <a:r>
              <a:rPr lang="en-US" sz="50000">
                <a:solidFill>
                  <a:srgbClr val="000000"/>
                </a:solidFill>
                <a:latin typeface="윤고딕"/>
                <a:ea typeface="윤고딕"/>
                <a:cs typeface="윤고딕"/>
                <a:sym typeface="윤고딕"/>
              </a:rPr>
              <a:t>사</a:t>
            </a:r>
          </a:p>
        </p:txBody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  <p:sp>
        <p:nvSpPr>
          <p:cNvPr name="TextBox 5" id="5"/>
          <p:cNvSpPr txBox="true"/>
          <p:nvPr/>
        </p:nvSpPr>
        <p:spPr>
          <a:xfrm rot="0">
            <a:off x="5334425" y="1333500"/>
            <a:ext cx="7619151" cy="7620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000"/>
              </a:lnSpc>
            </a:pPr>
            <a:r>
              <a:rPr lang="en-US" sz="50000">
                <a:solidFill>
                  <a:srgbClr val="000000"/>
                </a:solidFill>
                <a:latin typeface="윤고딕"/>
                <a:ea typeface="윤고딕"/>
                <a:cs typeface="윤고딕"/>
                <a:sym typeface="윤고딕"/>
              </a:rPr>
              <a:t>과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334425" y="2847975"/>
            <a:ext cx="7619151" cy="4581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000"/>
              </a:lnSpc>
            </a:pPr>
            <a:r>
              <a:rPr lang="en-US" sz="30000">
                <a:solidFill>
                  <a:srgbClr val="000000"/>
                </a:solidFill>
                <a:latin typeface="윤고딕"/>
                <a:ea typeface="윤고딕"/>
                <a:cs typeface="윤고딕"/>
                <a:sym typeface="윤고딕"/>
              </a:rPr>
              <a:t>사과</a:t>
            </a:r>
          </a:p>
        </p:txBody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334425" y="1333500"/>
            <a:ext cx="7619151" cy="7620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000"/>
              </a:lnSpc>
            </a:pPr>
            <a:r>
              <a:rPr lang="en-US" sz="50000">
                <a:solidFill>
                  <a:srgbClr val="000000"/>
                </a:solidFill>
                <a:latin typeface="윤고딕"/>
                <a:ea typeface="윤고딕"/>
                <a:cs typeface="윤고딕"/>
                <a:sym typeface="윤고딕"/>
              </a:rPr>
              <a:t>다</a:t>
            </a:r>
          </a:p>
        </p:txBody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  <p:sp>
        <p:nvSpPr>
          <p:cNvPr name="TextBox 5" id="5"/>
          <p:cNvSpPr txBox="true"/>
          <p:nvPr/>
        </p:nvSpPr>
        <p:spPr>
          <a:xfrm rot="0">
            <a:off x="5334425" y="1333500"/>
            <a:ext cx="7619151" cy="7620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000"/>
              </a:lnSpc>
            </a:pPr>
            <a:r>
              <a:rPr lang="en-US" sz="50000">
                <a:solidFill>
                  <a:srgbClr val="000000"/>
                </a:solidFill>
                <a:latin typeface="윤고딕"/>
                <a:ea typeface="윤고딕"/>
                <a:cs typeface="윤고딕"/>
                <a:sym typeface="윤고딕"/>
              </a:rPr>
              <a:t>바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334425" y="2847975"/>
            <a:ext cx="7619151" cy="4581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000"/>
              </a:lnSpc>
            </a:pPr>
            <a:r>
              <a:rPr lang="en-US" sz="30000">
                <a:solidFill>
                  <a:srgbClr val="000000"/>
                </a:solidFill>
                <a:latin typeface="윤고딕"/>
                <a:ea typeface="윤고딕"/>
                <a:cs typeface="윤고딕"/>
                <a:sym typeface="윤고딕"/>
              </a:rPr>
              <a:t>바다</a:t>
            </a:r>
          </a:p>
        </p:txBody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334425" y="1333500"/>
            <a:ext cx="7619151" cy="7620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000"/>
              </a:lnSpc>
            </a:pPr>
            <a:r>
              <a:rPr lang="en-US" sz="50000">
                <a:solidFill>
                  <a:srgbClr val="000000"/>
                </a:solidFill>
                <a:latin typeface="윤고딕"/>
                <a:ea typeface="윤고딕"/>
                <a:cs typeface="윤고딕"/>
                <a:sym typeface="윤고딕"/>
              </a:rPr>
              <a:t>하</a:t>
            </a:r>
          </a:p>
        </p:txBody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  <p:sp>
        <p:nvSpPr>
          <p:cNvPr name="TextBox 5" id="5"/>
          <p:cNvSpPr txBox="true"/>
          <p:nvPr/>
        </p:nvSpPr>
        <p:spPr>
          <a:xfrm rot="0">
            <a:off x="5334425" y="1333500"/>
            <a:ext cx="7619151" cy="7620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000"/>
              </a:lnSpc>
            </a:pPr>
            <a:r>
              <a:rPr lang="en-US" sz="50000">
                <a:solidFill>
                  <a:srgbClr val="000000"/>
                </a:solidFill>
                <a:latin typeface="윤고딕"/>
                <a:ea typeface="윤고딕"/>
                <a:cs typeface="윤고딕"/>
                <a:sym typeface="윤고딕"/>
              </a:rPr>
              <a:t>늘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334425" y="2847975"/>
            <a:ext cx="7619151" cy="4581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000"/>
              </a:lnSpc>
            </a:pPr>
            <a:r>
              <a:rPr lang="en-US" sz="30000">
                <a:solidFill>
                  <a:srgbClr val="000000"/>
                </a:solidFill>
                <a:latin typeface="윤고딕"/>
                <a:ea typeface="윤고딕"/>
                <a:cs typeface="윤고딕"/>
                <a:sym typeface="윤고딕"/>
              </a:rPr>
              <a:t>하늘</a:t>
            </a:r>
          </a:p>
        </p:txBody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334425" y="1333500"/>
            <a:ext cx="7619151" cy="7620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000"/>
              </a:lnSpc>
            </a:pPr>
            <a:r>
              <a:rPr lang="en-US" sz="50000">
                <a:solidFill>
                  <a:srgbClr val="000000"/>
                </a:solidFill>
                <a:latin typeface="윤고딕"/>
                <a:ea typeface="윤고딕"/>
                <a:cs typeface="윤고딕"/>
                <a:sym typeface="윤고딕"/>
              </a:rPr>
              <a:t>나</a:t>
            </a:r>
          </a:p>
        </p:txBody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  <p:sp>
        <p:nvSpPr>
          <p:cNvPr name="TextBox 5" id="5"/>
          <p:cNvSpPr txBox="true"/>
          <p:nvPr/>
        </p:nvSpPr>
        <p:spPr>
          <a:xfrm rot="0">
            <a:off x="5334425" y="1333500"/>
            <a:ext cx="7619151" cy="7620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000"/>
              </a:lnSpc>
            </a:pPr>
            <a:r>
              <a:rPr lang="en-US" sz="50000">
                <a:solidFill>
                  <a:srgbClr val="000000"/>
                </a:solidFill>
                <a:latin typeface="윤고딕"/>
                <a:ea typeface="윤고딕"/>
                <a:cs typeface="윤고딕"/>
                <a:sym typeface="윤고딕"/>
              </a:rPr>
              <a:t>무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334425" y="2847975"/>
            <a:ext cx="7619151" cy="4581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000"/>
              </a:lnSpc>
            </a:pPr>
            <a:r>
              <a:rPr lang="en-US" sz="30000">
                <a:solidFill>
                  <a:srgbClr val="000000"/>
                </a:solidFill>
                <a:latin typeface="윤고딕"/>
                <a:ea typeface="윤고딕"/>
                <a:cs typeface="윤고딕"/>
                <a:sym typeface="윤고딕"/>
              </a:rPr>
              <a:t>나무</a:t>
            </a:r>
          </a:p>
        </p:txBody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334425" y="1333500"/>
            <a:ext cx="7619151" cy="7620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000"/>
              </a:lnSpc>
            </a:pPr>
            <a:r>
              <a:rPr lang="en-US" sz="50000">
                <a:solidFill>
                  <a:srgbClr val="000000"/>
                </a:solidFill>
                <a:latin typeface="윤고딕"/>
                <a:ea typeface="윤고딕"/>
                <a:cs typeface="윤고딕"/>
                <a:sym typeface="윤고딕"/>
              </a:rPr>
              <a:t>학</a:t>
            </a:r>
          </a:p>
        </p:txBody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  <p:sp>
        <p:nvSpPr>
          <p:cNvPr name="TextBox 5" id="5"/>
          <p:cNvSpPr txBox="true"/>
          <p:nvPr/>
        </p:nvSpPr>
        <p:spPr>
          <a:xfrm rot="0">
            <a:off x="5334425" y="1333500"/>
            <a:ext cx="7619151" cy="7620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000"/>
              </a:lnSpc>
            </a:pPr>
            <a:r>
              <a:rPr lang="en-US" sz="50000">
                <a:solidFill>
                  <a:srgbClr val="000000"/>
                </a:solidFill>
                <a:latin typeface="윤고딕"/>
                <a:ea typeface="윤고딕"/>
                <a:cs typeface="윤고딕"/>
                <a:sym typeface="윤고딕"/>
              </a:rPr>
              <a:t>교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334425" y="2847975"/>
            <a:ext cx="7619151" cy="4581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000"/>
              </a:lnSpc>
            </a:pPr>
            <a:r>
              <a:rPr lang="en-US" sz="30000">
                <a:solidFill>
                  <a:srgbClr val="000000"/>
                </a:solidFill>
                <a:latin typeface="윤고딕"/>
                <a:ea typeface="윤고딕"/>
                <a:cs typeface="윤고딕"/>
                <a:sym typeface="윤고딕"/>
              </a:rPr>
              <a:t>학교</a:t>
            </a:r>
          </a:p>
        </p:txBody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334425" y="1333500"/>
            <a:ext cx="7619151" cy="7620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000"/>
              </a:lnSpc>
            </a:pPr>
            <a:r>
              <a:rPr lang="en-US" sz="50000">
                <a:solidFill>
                  <a:srgbClr val="000000"/>
                </a:solidFill>
                <a:latin typeface="윤고딕"/>
                <a:ea typeface="윤고딕"/>
                <a:cs typeface="윤고딕"/>
                <a:sym typeface="윤고딕"/>
              </a:rPr>
              <a:t>사</a:t>
            </a:r>
          </a:p>
        </p:txBody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  <p:sp>
        <p:nvSpPr>
          <p:cNvPr name="TextBox 5" id="5"/>
          <p:cNvSpPr txBox="true"/>
          <p:nvPr/>
        </p:nvSpPr>
        <p:spPr>
          <a:xfrm rot="0">
            <a:off x="5334425" y="1333500"/>
            <a:ext cx="7619151" cy="7620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000"/>
              </a:lnSpc>
            </a:pPr>
            <a:r>
              <a:rPr lang="en-US" sz="50000">
                <a:solidFill>
                  <a:srgbClr val="000000"/>
                </a:solidFill>
                <a:latin typeface="윤고딕"/>
                <a:ea typeface="윤고딕"/>
                <a:cs typeface="윤고딕"/>
                <a:sym typeface="윤고딕"/>
              </a:rPr>
              <a:t>랑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334425" y="2847975"/>
            <a:ext cx="7619151" cy="4581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000"/>
              </a:lnSpc>
            </a:pPr>
            <a:r>
              <a:rPr lang="en-US" sz="30000">
                <a:solidFill>
                  <a:srgbClr val="000000"/>
                </a:solidFill>
                <a:latin typeface="윤고딕"/>
                <a:ea typeface="윤고딕"/>
                <a:cs typeface="윤고딕"/>
                <a:sym typeface="윤고딕"/>
              </a:rPr>
              <a:t>사랑</a:t>
            </a:r>
          </a:p>
        </p:txBody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334425" y="1333500"/>
            <a:ext cx="7619151" cy="7620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000"/>
              </a:lnSpc>
            </a:pPr>
            <a:r>
              <a:rPr lang="en-US" sz="50000">
                <a:solidFill>
                  <a:srgbClr val="000000"/>
                </a:solidFill>
                <a:latin typeface="윤고딕"/>
                <a:ea typeface="윤고딕"/>
                <a:cs typeface="윤고딕"/>
                <a:sym typeface="윤고딕"/>
              </a:rPr>
              <a:t>우</a:t>
            </a:r>
          </a:p>
        </p:txBody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  <p:sp>
        <p:nvSpPr>
          <p:cNvPr name="TextBox 5" id="5"/>
          <p:cNvSpPr txBox="true"/>
          <p:nvPr/>
        </p:nvSpPr>
        <p:spPr>
          <a:xfrm rot="0">
            <a:off x="5334425" y="1333500"/>
            <a:ext cx="7619151" cy="7620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000"/>
              </a:lnSpc>
            </a:pPr>
            <a:r>
              <a:rPr lang="en-US" sz="50000">
                <a:solidFill>
                  <a:srgbClr val="000000"/>
                </a:solidFill>
                <a:latin typeface="윤고딕"/>
                <a:ea typeface="윤고딕"/>
                <a:cs typeface="윤고딕"/>
                <a:sym typeface="윤고딕"/>
              </a:rPr>
              <a:t>산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334425" y="2847975"/>
            <a:ext cx="7619151" cy="4581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000"/>
              </a:lnSpc>
            </a:pPr>
            <a:r>
              <a:rPr lang="en-US" sz="30000">
                <a:solidFill>
                  <a:srgbClr val="000000"/>
                </a:solidFill>
                <a:latin typeface="윤고딕"/>
                <a:ea typeface="윤고딕"/>
                <a:cs typeface="윤고딕"/>
                <a:sym typeface="윤고딕"/>
              </a:rPr>
              <a:t>우산</a:t>
            </a:r>
          </a:p>
        </p:txBody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334425" y="1333500"/>
            <a:ext cx="7619151" cy="7620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000"/>
              </a:lnSpc>
            </a:pPr>
            <a:r>
              <a:rPr lang="en-US" sz="50000">
                <a:solidFill>
                  <a:srgbClr val="000000"/>
                </a:solidFill>
                <a:latin typeface="윤고딕"/>
                <a:ea typeface="윤고딕"/>
                <a:cs typeface="윤고딕"/>
                <a:sym typeface="윤고딕"/>
              </a:rPr>
              <a:t>가</a:t>
            </a:r>
          </a:p>
        </p:txBody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  <p:sp>
        <p:nvSpPr>
          <p:cNvPr name="TextBox 5" id="5"/>
          <p:cNvSpPr txBox="true"/>
          <p:nvPr/>
        </p:nvSpPr>
        <p:spPr>
          <a:xfrm rot="0">
            <a:off x="5334425" y="1333500"/>
            <a:ext cx="7619151" cy="7620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000"/>
              </a:lnSpc>
            </a:pPr>
            <a:r>
              <a:rPr lang="en-US" sz="50000">
                <a:solidFill>
                  <a:srgbClr val="000000"/>
                </a:solidFill>
                <a:latin typeface="윤고딕"/>
                <a:ea typeface="윤고딕"/>
                <a:cs typeface="윤고딕"/>
                <a:sym typeface="윤고딕"/>
              </a:rPr>
              <a:t>위</a:t>
            </a: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334425" y="2847975"/>
            <a:ext cx="7619151" cy="4581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000"/>
              </a:lnSpc>
            </a:pPr>
            <a:r>
              <a:rPr lang="en-US" sz="30000">
                <a:solidFill>
                  <a:srgbClr val="000000"/>
                </a:solidFill>
                <a:latin typeface="윤고딕"/>
                <a:ea typeface="윤고딕"/>
                <a:cs typeface="윤고딕"/>
                <a:sym typeface="윤고딕"/>
              </a:rPr>
              <a:t>가위</a:t>
            </a:r>
          </a:p>
        </p:txBody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334425" y="1333500"/>
            <a:ext cx="7619151" cy="7620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000"/>
              </a:lnSpc>
            </a:pPr>
            <a:r>
              <a:rPr lang="en-US" sz="50000">
                <a:solidFill>
                  <a:srgbClr val="000000"/>
                </a:solidFill>
                <a:latin typeface="윤고딕"/>
                <a:ea typeface="윤고딕"/>
                <a:cs typeface="윤고딕"/>
                <a:sym typeface="윤고딕"/>
              </a:rPr>
              <a:t>친</a:t>
            </a:r>
          </a:p>
        </p:txBody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  <p:sp>
        <p:nvSpPr>
          <p:cNvPr name="TextBox 5" id="5"/>
          <p:cNvSpPr txBox="true"/>
          <p:nvPr/>
        </p:nvSpPr>
        <p:spPr>
          <a:xfrm rot="0">
            <a:off x="5334425" y="1333500"/>
            <a:ext cx="7619151" cy="7620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000"/>
              </a:lnSpc>
            </a:pPr>
            <a:r>
              <a:rPr lang="en-US" sz="50000">
                <a:solidFill>
                  <a:srgbClr val="000000"/>
                </a:solidFill>
                <a:latin typeface="윤고딕"/>
                <a:ea typeface="윤고딕"/>
                <a:cs typeface="윤고딕"/>
                <a:sym typeface="윤고딕"/>
              </a:rPr>
              <a:t>구</a:t>
            </a:r>
          </a:p>
        </p:txBody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334425" y="2847975"/>
            <a:ext cx="7619151" cy="4581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000"/>
              </a:lnSpc>
            </a:pPr>
            <a:r>
              <a:rPr lang="en-US" sz="30000">
                <a:solidFill>
                  <a:srgbClr val="000000"/>
                </a:solidFill>
                <a:latin typeface="윤고딕"/>
                <a:ea typeface="윤고딕"/>
                <a:cs typeface="윤고딕"/>
                <a:sym typeface="윤고딕"/>
              </a:rPr>
              <a:t>친구</a:t>
            </a:r>
          </a:p>
        </p:txBody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334425" y="1333500"/>
            <a:ext cx="7619151" cy="7620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000"/>
              </a:lnSpc>
            </a:pPr>
            <a:r>
              <a:rPr lang="en-US" sz="50000">
                <a:solidFill>
                  <a:srgbClr val="000000"/>
                </a:solidFill>
                <a:latin typeface="윤고딕"/>
                <a:ea typeface="윤고딕"/>
                <a:cs typeface="윤고딕"/>
                <a:sym typeface="윤고딕"/>
              </a:rPr>
              <a:t>구</a:t>
            </a:r>
          </a:p>
        </p:txBody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  <p:sp>
        <p:nvSpPr>
          <p:cNvPr name="TextBox 5" id="5"/>
          <p:cNvSpPr txBox="true"/>
          <p:nvPr/>
        </p:nvSpPr>
        <p:spPr>
          <a:xfrm rot="0">
            <a:off x="5334425" y="1333500"/>
            <a:ext cx="7619151" cy="7620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000"/>
              </a:lnSpc>
            </a:pPr>
            <a:r>
              <a:rPr lang="en-US" sz="50000">
                <a:solidFill>
                  <a:srgbClr val="000000"/>
                </a:solidFill>
                <a:latin typeface="윤고딕"/>
                <a:ea typeface="윤고딕"/>
                <a:cs typeface="윤고딕"/>
                <a:sym typeface="윤고딕"/>
              </a:rPr>
              <a:t>름</a:t>
            </a:r>
          </a:p>
        </p:txBody>
      </p:sp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334425" y="2847975"/>
            <a:ext cx="7619151" cy="4581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000"/>
              </a:lnSpc>
            </a:pPr>
            <a:r>
              <a:rPr lang="en-US" sz="30000">
                <a:solidFill>
                  <a:srgbClr val="000000"/>
                </a:solidFill>
                <a:latin typeface="윤고딕"/>
                <a:ea typeface="윤고딕"/>
                <a:cs typeface="윤고딕"/>
                <a:sym typeface="윤고딕"/>
              </a:rPr>
              <a:t>구름</a:t>
            </a:r>
          </a:p>
        </p:txBody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897934" y="1333500"/>
            <a:ext cx="7619151" cy="7620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000"/>
              </a:lnSpc>
            </a:pPr>
            <a:r>
              <a:rPr lang="en-US" sz="50000">
                <a:solidFill>
                  <a:srgbClr val="000000"/>
                </a:solidFill>
                <a:latin typeface="윤고딕"/>
                <a:ea typeface="윤고딕"/>
                <a:cs typeface="윤고딕"/>
                <a:sym typeface="윤고딕"/>
              </a:rPr>
              <a:t>고</a:t>
            </a:r>
          </a:p>
        </p:txBody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  <p:sp>
        <p:nvSpPr>
          <p:cNvPr name="TextBox 5" id="5"/>
          <p:cNvSpPr txBox="true"/>
          <p:nvPr/>
        </p:nvSpPr>
        <p:spPr>
          <a:xfrm rot="0">
            <a:off x="5334425" y="1333500"/>
            <a:ext cx="7619151" cy="7620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000"/>
              </a:lnSpc>
            </a:pPr>
            <a:r>
              <a:rPr lang="en-US" sz="50000">
                <a:solidFill>
                  <a:srgbClr val="000000"/>
                </a:solidFill>
                <a:latin typeface="윤고딕"/>
                <a:ea typeface="윤고딕"/>
                <a:cs typeface="윤고딕"/>
                <a:sym typeface="윤고딕"/>
              </a:rPr>
              <a:t>구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7306457" y="1333500"/>
            <a:ext cx="7619151" cy="7620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000"/>
              </a:lnSpc>
            </a:pPr>
            <a:r>
              <a:rPr lang="en-US" sz="50000">
                <a:solidFill>
                  <a:srgbClr val="000000"/>
                </a:solidFill>
                <a:latin typeface="윤고딕"/>
                <a:ea typeface="윤고딕"/>
                <a:cs typeface="윤고딕"/>
                <a:sym typeface="윤고딕"/>
              </a:rPr>
              <a:t>마</a:t>
            </a:r>
          </a:p>
        </p:txBody>
      </p:sp>
    </p:spTree>
  </p:cSld>
  <p:clrMapOvr>
    <a:masterClrMapping/>
  </p:clrMapOvr>
</p:sld>
</file>

<file path=ppt/slides/slide2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426024" y="2847975"/>
            <a:ext cx="11435952" cy="4581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000"/>
              </a:lnSpc>
            </a:pPr>
            <a:r>
              <a:rPr lang="en-US" sz="30000">
                <a:solidFill>
                  <a:srgbClr val="000000"/>
                </a:solidFill>
                <a:latin typeface="윤고딕"/>
                <a:ea typeface="윤고딕"/>
                <a:cs typeface="윤고딕"/>
                <a:sym typeface="윤고딕"/>
              </a:rPr>
              <a:t>고구마</a:t>
            </a:r>
          </a:p>
        </p:txBody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897934" y="1333500"/>
            <a:ext cx="7619151" cy="7620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000"/>
              </a:lnSpc>
            </a:pPr>
            <a:r>
              <a:rPr lang="en-US" sz="50000">
                <a:solidFill>
                  <a:srgbClr val="000000"/>
                </a:solidFill>
                <a:latin typeface="윤고딕"/>
                <a:ea typeface="윤고딕"/>
                <a:cs typeface="윤고딕"/>
                <a:sym typeface="윤고딕"/>
              </a:rPr>
              <a:t>자</a:t>
            </a:r>
          </a:p>
        </p:txBody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  <p:sp>
        <p:nvSpPr>
          <p:cNvPr name="TextBox 5" id="5"/>
          <p:cNvSpPr txBox="true"/>
          <p:nvPr/>
        </p:nvSpPr>
        <p:spPr>
          <a:xfrm rot="0">
            <a:off x="5334425" y="1333500"/>
            <a:ext cx="7619151" cy="7620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000"/>
              </a:lnSpc>
            </a:pPr>
            <a:r>
              <a:rPr lang="en-US" sz="50000">
                <a:solidFill>
                  <a:srgbClr val="000000"/>
                </a:solidFill>
                <a:latin typeface="윤고딕"/>
                <a:ea typeface="윤고딕"/>
                <a:cs typeface="윤고딕"/>
                <a:sym typeface="윤고딕"/>
              </a:rPr>
              <a:t>전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7486857" y="1333500"/>
            <a:ext cx="7619151" cy="7620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000"/>
              </a:lnSpc>
            </a:pPr>
            <a:r>
              <a:rPr lang="en-US" sz="50000">
                <a:solidFill>
                  <a:srgbClr val="000000"/>
                </a:solidFill>
                <a:latin typeface="윤고딕"/>
                <a:ea typeface="윤고딕"/>
                <a:cs typeface="윤고딕"/>
                <a:sym typeface="윤고딕"/>
              </a:rPr>
              <a:t>거</a:t>
            </a:r>
          </a:p>
        </p:txBody>
      </p:sp>
    </p:spTree>
  </p:cSld>
  <p:clrMapOvr>
    <a:masterClrMapping/>
  </p:clrMapOvr>
</p:sld>
</file>

<file path=ppt/slides/slide2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426024" y="2847975"/>
            <a:ext cx="11435952" cy="4581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000"/>
              </a:lnSpc>
            </a:pPr>
            <a:r>
              <a:rPr lang="en-US" sz="30000">
                <a:solidFill>
                  <a:srgbClr val="000000"/>
                </a:solidFill>
                <a:latin typeface="윤고딕"/>
                <a:ea typeface="윤고딕"/>
                <a:cs typeface="윤고딕"/>
                <a:sym typeface="윤고딕"/>
              </a:rPr>
              <a:t>자전거</a:t>
            </a:r>
          </a:p>
        </p:txBody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757566" y="1333500"/>
            <a:ext cx="7619151" cy="7620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000"/>
              </a:lnSpc>
            </a:pPr>
            <a:r>
              <a:rPr lang="en-US" sz="50000">
                <a:solidFill>
                  <a:srgbClr val="000000"/>
                </a:solidFill>
                <a:latin typeface="윤고딕"/>
                <a:ea typeface="윤고딕"/>
                <a:cs typeface="윤고딕"/>
                <a:sym typeface="윤고딕"/>
              </a:rPr>
              <a:t>비</a:t>
            </a:r>
          </a:p>
        </p:txBody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  <p:sp>
        <p:nvSpPr>
          <p:cNvPr name="TextBox 5" id="5"/>
          <p:cNvSpPr txBox="true"/>
          <p:nvPr/>
        </p:nvSpPr>
        <p:spPr>
          <a:xfrm rot="0">
            <a:off x="5334425" y="1333500"/>
            <a:ext cx="7619151" cy="7620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000"/>
              </a:lnSpc>
            </a:pPr>
            <a:r>
              <a:rPr lang="en-US" sz="50000">
                <a:solidFill>
                  <a:srgbClr val="000000"/>
                </a:solidFill>
                <a:latin typeface="윤고딕"/>
                <a:ea typeface="윤고딕"/>
                <a:cs typeface="윤고딕"/>
                <a:sym typeface="윤고딕"/>
              </a:rPr>
              <a:t>행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7246226" y="1333500"/>
            <a:ext cx="7619151" cy="7620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000"/>
              </a:lnSpc>
            </a:pPr>
            <a:r>
              <a:rPr lang="en-US" sz="50000">
                <a:solidFill>
                  <a:srgbClr val="000000"/>
                </a:solidFill>
                <a:latin typeface="윤고딕"/>
                <a:ea typeface="윤고딕"/>
                <a:cs typeface="윤고딕"/>
                <a:sym typeface="윤고딕"/>
              </a:rPr>
              <a:t>기</a:t>
            </a:r>
          </a:p>
        </p:txBody>
      </p:sp>
    </p:spTree>
  </p:cSld>
  <p:clrMapOvr>
    <a:masterClrMapping/>
  </p:clrMapOvr>
</p:sld>
</file>

<file path=ppt/slides/slide3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426024" y="2847975"/>
            <a:ext cx="11435952" cy="4581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000"/>
              </a:lnSpc>
            </a:pPr>
            <a:r>
              <a:rPr lang="en-US" sz="30000">
                <a:solidFill>
                  <a:srgbClr val="000000"/>
                </a:solidFill>
                <a:latin typeface="윤고딕"/>
                <a:ea typeface="윤고딕"/>
                <a:cs typeface="윤고딕"/>
                <a:sym typeface="윤고딕"/>
              </a:rPr>
              <a:t>비행기</a:t>
            </a:r>
          </a:p>
        </p:txBody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958092" y="1333500"/>
            <a:ext cx="7619151" cy="7620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000"/>
              </a:lnSpc>
            </a:pPr>
            <a:r>
              <a:rPr lang="en-US" sz="50000">
                <a:solidFill>
                  <a:srgbClr val="000000"/>
                </a:solidFill>
                <a:latin typeface="윤고딕"/>
                <a:ea typeface="윤고딕"/>
                <a:cs typeface="윤고딕"/>
                <a:sym typeface="윤고딕"/>
              </a:rPr>
              <a:t>햄</a:t>
            </a:r>
          </a:p>
        </p:txBody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  <p:sp>
        <p:nvSpPr>
          <p:cNvPr name="TextBox 5" id="5"/>
          <p:cNvSpPr txBox="true"/>
          <p:nvPr/>
        </p:nvSpPr>
        <p:spPr>
          <a:xfrm rot="0">
            <a:off x="5334425" y="1333500"/>
            <a:ext cx="7619151" cy="7620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000"/>
              </a:lnSpc>
            </a:pPr>
            <a:r>
              <a:rPr lang="en-US" sz="50000">
                <a:solidFill>
                  <a:srgbClr val="000000"/>
                </a:solidFill>
                <a:latin typeface="윤고딕"/>
                <a:ea typeface="윤고딕"/>
                <a:cs typeface="윤고딕"/>
                <a:sym typeface="윤고딕"/>
              </a:rPr>
              <a:t>버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7206120" y="1333500"/>
            <a:ext cx="7619151" cy="7620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000"/>
              </a:lnSpc>
            </a:pPr>
            <a:r>
              <a:rPr lang="en-US" sz="50000">
                <a:solidFill>
                  <a:srgbClr val="000000"/>
                </a:solidFill>
                <a:latin typeface="윤고딕"/>
                <a:ea typeface="윤고딕"/>
                <a:cs typeface="윤고딕"/>
                <a:sym typeface="윤고딕"/>
              </a:rPr>
              <a:t>거</a:t>
            </a:r>
          </a:p>
        </p:txBody>
      </p:sp>
    </p:spTree>
  </p:cSld>
  <p:clrMapOvr>
    <a:masterClrMapping/>
  </p:clrMapOvr>
</p:sld>
</file>

<file path=ppt/slides/slide3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426024" y="2847975"/>
            <a:ext cx="11435952" cy="4581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000"/>
              </a:lnSpc>
            </a:pPr>
            <a:r>
              <a:rPr lang="en-US" sz="30000">
                <a:solidFill>
                  <a:srgbClr val="000000"/>
                </a:solidFill>
                <a:latin typeface="윤고딕"/>
                <a:ea typeface="윤고딕"/>
                <a:cs typeface="윤고딕"/>
                <a:sym typeface="윤고딕"/>
              </a:rPr>
              <a:t>햄버거</a:t>
            </a:r>
          </a:p>
        </p:txBody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138492" y="1333500"/>
            <a:ext cx="7619151" cy="7620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000"/>
              </a:lnSpc>
            </a:pPr>
            <a:r>
              <a:rPr lang="en-US" sz="50000">
                <a:solidFill>
                  <a:srgbClr val="000000"/>
                </a:solidFill>
                <a:latin typeface="윤고딕"/>
                <a:ea typeface="윤고딕"/>
                <a:cs typeface="윤고딕"/>
                <a:sym typeface="윤고딕"/>
              </a:rPr>
              <a:t>수</a:t>
            </a:r>
          </a:p>
        </p:txBody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  <p:sp>
        <p:nvSpPr>
          <p:cNvPr name="TextBox 5" id="5"/>
          <p:cNvSpPr txBox="true"/>
          <p:nvPr/>
        </p:nvSpPr>
        <p:spPr>
          <a:xfrm rot="0">
            <a:off x="5334425" y="1333500"/>
            <a:ext cx="7619151" cy="7620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000"/>
              </a:lnSpc>
            </a:pPr>
            <a:r>
              <a:rPr lang="en-US" sz="50000">
                <a:solidFill>
                  <a:srgbClr val="000000"/>
                </a:solidFill>
                <a:latin typeface="윤고딕"/>
                <a:ea typeface="윤고딕"/>
                <a:cs typeface="윤고딕"/>
                <a:sym typeface="윤고딕"/>
              </a:rPr>
              <a:t>영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7486857" y="1333500"/>
            <a:ext cx="7619151" cy="7620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000"/>
              </a:lnSpc>
            </a:pPr>
            <a:r>
              <a:rPr lang="en-US" sz="50000">
                <a:solidFill>
                  <a:srgbClr val="000000"/>
                </a:solidFill>
                <a:latin typeface="윤고딕"/>
                <a:ea typeface="윤고딕"/>
                <a:cs typeface="윤고딕"/>
                <a:sym typeface="윤고딕"/>
              </a:rPr>
              <a:t>장</a:t>
            </a:r>
          </a:p>
        </p:txBody>
      </p:sp>
    </p:spTree>
  </p:cSld>
  <p:clrMapOvr>
    <a:masterClrMapping/>
  </p:clrMapOvr>
</p:sld>
</file>

<file path=ppt/slides/slide3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426024" y="2847975"/>
            <a:ext cx="11435952" cy="4581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000"/>
              </a:lnSpc>
            </a:pPr>
            <a:r>
              <a:rPr lang="en-US" sz="30000">
                <a:solidFill>
                  <a:srgbClr val="000000"/>
                </a:solidFill>
                <a:latin typeface="윤고딕"/>
                <a:ea typeface="윤고딕"/>
                <a:cs typeface="윤고딕"/>
                <a:sym typeface="윤고딕"/>
              </a:rPr>
              <a:t>수영장</a:t>
            </a:r>
          </a:p>
        </p:txBody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522314" y="1333500"/>
            <a:ext cx="7619151" cy="7620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000"/>
              </a:lnSpc>
            </a:pPr>
            <a:r>
              <a:rPr lang="en-US" sz="50000">
                <a:solidFill>
                  <a:srgbClr val="000000"/>
                </a:solidFill>
                <a:latin typeface="윤고딕"/>
                <a:ea typeface="윤고딕"/>
                <a:cs typeface="윤고딕"/>
                <a:sym typeface="윤고딕"/>
              </a:rPr>
              <a:t>대</a:t>
            </a:r>
          </a:p>
        </p:txBody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  <p:sp>
        <p:nvSpPr>
          <p:cNvPr name="TextBox 5" id="5"/>
          <p:cNvSpPr txBox="true"/>
          <p:nvPr/>
        </p:nvSpPr>
        <p:spPr>
          <a:xfrm rot="0">
            <a:off x="4296905" y="1333500"/>
            <a:ext cx="7619151" cy="7620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000"/>
              </a:lnSpc>
            </a:pPr>
            <a:r>
              <a:rPr lang="en-US" sz="50000">
                <a:solidFill>
                  <a:srgbClr val="000000"/>
                </a:solidFill>
                <a:latin typeface="윤고딕"/>
                <a:ea typeface="윤고딕"/>
                <a:cs typeface="윤고딕"/>
                <a:sym typeface="윤고딕"/>
              </a:rPr>
              <a:t>한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7085805" y="1333500"/>
            <a:ext cx="7619151" cy="7620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000"/>
              </a:lnSpc>
            </a:pPr>
            <a:r>
              <a:rPr lang="en-US" sz="50000">
                <a:solidFill>
                  <a:srgbClr val="000000"/>
                </a:solidFill>
                <a:latin typeface="윤고딕"/>
                <a:ea typeface="윤고딕"/>
                <a:cs typeface="윤고딕"/>
                <a:sym typeface="윤고딕"/>
              </a:rPr>
              <a:t>민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226796" y="1333500"/>
            <a:ext cx="7619151" cy="7620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000"/>
              </a:lnSpc>
            </a:pPr>
            <a:r>
              <a:rPr lang="en-US" sz="50000">
                <a:solidFill>
                  <a:srgbClr val="000000"/>
                </a:solidFill>
                <a:latin typeface="윤고딕"/>
                <a:ea typeface="윤고딕"/>
                <a:cs typeface="윤고딕"/>
                <a:sym typeface="윤고딕"/>
              </a:rPr>
              <a:t>국</a:t>
            </a:r>
          </a:p>
        </p:txBody>
      </p:sp>
    </p:spTree>
  </p:cSld>
  <p:clrMapOvr>
    <a:masterClrMapping/>
  </p:clrMapOvr>
</p:sld>
</file>

<file path=ppt/slides/slide3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861919" y="2847975"/>
            <a:ext cx="14564162" cy="4581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000"/>
              </a:lnSpc>
            </a:pPr>
            <a:r>
              <a:rPr lang="en-US" sz="30000">
                <a:solidFill>
                  <a:srgbClr val="000000"/>
                </a:solidFill>
                <a:latin typeface="윤고딕"/>
                <a:ea typeface="윤고딕"/>
                <a:cs typeface="윤고딕"/>
                <a:sym typeface="윤고딕"/>
              </a:rPr>
              <a:t>대한민국</a:t>
            </a:r>
          </a:p>
        </p:txBody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963472" y="1333500"/>
            <a:ext cx="7619151" cy="7620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000"/>
              </a:lnSpc>
            </a:pPr>
            <a:r>
              <a:rPr lang="en-US" sz="50000">
                <a:solidFill>
                  <a:srgbClr val="000000"/>
                </a:solidFill>
                <a:latin typeface="윤고딕"/>
                <a:ea typeface="윤고딕"/>
                <a:cs typeface="윤고딕"/>
                <a:sym typeface="윤고딕"/>
              </a:rPr>
              <a:t>할</a:t>
            </a:r>
          </a:p>
        </p:txBody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  <p:sp>
        <p:nvSpPr>
          <p:cNvPr name="TextBox 5" id="5"/>
          <p:cNvSpPr txBox="true"/>
          <p:nvPr/>
        </p:nvSpPr>
        <p:spPr>
          <a:xfrm rot="0">
            <a:off x="4296905" y="1333500"/>
            <a:ext cx="7619151" cy="7620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000"/>
              </a:lnSpc>
            </a:pPr>
            <a:r>
              <a:rPr lang="en-US" sz="50000">
                <a:solidFill>
                  <a:srgbClr val="000000"/>
                </a:solidFill>
                <a:latin typeface="윤고딕"/>
                <a:ea typeface="윤고딕"/>
                <a:cs typeface="윤고딕"/>
                <a:sym typeface="윤고딕"/>
              </a:rPr>
              <a:t>렐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7085805" y="1333500"/>
            <a:ext cx="7619151" cy="7620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000"/>
              </a:lnSpc>
            </a:pPr>
            <a:r>
              <a:rPr lang="en-US" sz="50000">
                <a:solidFill>
                  <a:srgbClr val="000000"/>
                </a:solidFill>
                <a:latin typeface="윤고딕"/>
                <a:ea typeface="윤고딕"/>
                <a:cs typeface="윤고딕"/>
                <a:sym typeface="윤고딕"/>
              </a:rPr>
              <a:t>루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7625217" y="1333500"/>
            <a:ext cx="7619151" cy="7620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000"/>
              </a:lnSpc>
            </a:pPr>
            <a:r>
              <a:rPr lang="en-US" sz="50000">
                <a:solidFill>
                  <a:srgbClr val="000000"/>
                </a:solidFill>
                <a:latin typeface="윤고딕"/>
                <a:ea typeface="윤고딕"/>
                <a:cs typeface="윤고딕"/>
                <a:sym typeface="윤고딕"/>
              </a:rPr>
              <a:t>야</a:t>
            </a:r>
          </a:p>
        </p:txBody>
      </p:sp>
    </p:spTree>
  </p:cSld>
  <p:clrMapOvr>
    <a:masterClrMapping/>
  </p:clrMapOvr>
</p:sld>
</file>

<file path=ppt/slides/slide3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861919" y="2847975"/>
            <a:ext cx="14564162" cy="4581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000"/>
              </a:lnSpc>
            </a:pPr>
            <a:r>
              <a:rPr lang="en-US" sz="30000">
                <a:solidFill>
                  <a:srgbClr val="000000"/>
                </a:solidFill>
                <a:latin typeface="윤고딕"/>
                <a:ea typeface="윤고딕"/>
                <a:cs typeface="윤고딕"/>
                <a:sym typeface="윤고딕"/>
              </a:rPr>
              <a:t>할렐루야</a:t>
            </a:r>
          </a:p>
        </p:txBody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462728" y="1333500"/>
            <a:ext cx="7619151" cy="7620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000"/>
              </a:lnSpc>
            </a:pPr>
            <a:r>
              <a:rPr lang="en-US" sz="50000">
                <a:solidFill>
                  <a:srgbClr val="000000"/>
                </a:solidFill>
                <a:latin typeface="윤고딕"/>
                <a:ea typeface="윤고딕"/>
                <a:cs typeface="윤고딕"/>
                <a:sym typeface="윤고딕"/>
              </a:rPr>
              <a:t>놀</a:t>
            </a:r>
          </a:p>
        </p:txBody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  <p:sp>
        <p:nvSpPr>
          <p:cNvPr name="TextBox 5" id="5"/>
          <p:cNvSpPr txBox="true"/>
          <p:nvPr/>
        </p:nvSpPr>
        <p:spPr>
          <a:xfrm rot="0">
            <a:off x="4296905" y="1333500"/>
            <a:ext cx="7619151" cy="7620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000"/>
              </a:lnSpc>
            </a:pPr>
            <a:r>
              <a:rPr lang="en-US" sz="50000">
                <a:solidFill>
                  <a:srgbClr val="000000"/>
                </a:solidFill>
                <a:latin typeface="윤고딕"/>
                <a:ea typeface="윤고딕"/>
                <a:cs typeface="윤고딕"/>
                <a:sym typeface="윤고딕"/>
              </a:rPr>
              <a:t>이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7085805" y="1333500"/>
            <a:ext cx="7619151" cy="7620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000"/>
              </a:lnSpc>
            </a:pPr>
            <a:r>
              <a:rPr lang="en-US" sz="50000">
                <a:solidFill>
                  <a:srgbClr val="000000"/>
                </a:solidFill>
                <a:latin typeface="윤고딕"/>
                <a:ea typeface="윤고딕"/>
                <a:cs typeface="윤고딕"/>
                <a:sym typeface="윤고딕"/>
              </a:rPr>
              <a:t>공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106480" y="1333500"/>
            <a:ext cx="7619151" cy="7620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000"/>
              </a:lnSpc>
            </a:pPr>
            <a:r>
              <a:rPr lang="en-US" sz="50000">
                <a:solidFill>
                  <a:srgbClr val="000000"/>
                </a:solidFill>
                <a:latin typeface="윤고딕"/>
                <a:ea typeface="윤고딕"/>
                <a:cs typeface="윤고딕"/>
                <a:sym typeface="윤고딕"/>
              </a:rPr>
              <a:t>원</a:t>
            </a:r>
          </a:p>
        </p:txBody>
      </p:sp>
    </p:spTree>
  </p:cSld>
  <p:clrMapOvr>
    <a:masterClrMapping/>
  </p:clrMapOvr>
</p:sld>
</file>

<file path=ppt/slides/slide4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861919" y="2847975"/>
            <a:ext cx="14564162" cy="4581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000"/>
              </a:lnSpc>
            </a:pPr>
            <a:r>
              <a:rPr lang="en-US" sz="30000">
                <a:solidFill>
                  <a:srgbClr val="000000"/>
                </a:solidFill>
                <a:latin typeface="윤고딕"/>
                <a:ea typeface="윤고딕"/>
                <a:cs typeface="윤고딕"/>
                <a:sym typeface="윤고딕"/>
              </a:rPr>
              <a:t>놀이공원</a:t>
            </a:r>
          </a:p>
        </p:txBody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115882" y="1333500"/>
            <a:ext cx="7619151" cy="7620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000"/>
              </a:lnSpc>
            </a:pPr>
            <a:r>
              <a:rPr lang="en-US" sz="50000">
                <a:solidFill>
                  <a:srgbClr val="000000"/>
                </a:solidFill>
                <a:latin typeface="윤고딕"/>
                <a:ea typeface="윤고딕"/>
                <a:cs typeface="윤고딕"/>
                <a:sym typeface="윤고딕"/>
              </a:rPr>
              <a:t>사</a:t>
            </a:r>
          </a:p>
        </p:txBody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  <p:sp>
        <p:nvSpPr>
          <p:cNvPr name="TextBox 5" id="5"/>
          <p:cNvSpPr txBox="true"/>
          <p:nvPr/>
        </p:nvSpPr>
        <p:spPr>
          <a:xfrm rot="0">
            <a:off x="4296905" y="1333500"/>
            <a:ext cx="7619151" cy="7620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000"/>
              </a:lnSpc>
            </a:pPr>
            <a:r>
              <a:rPr lang="en-US" sz="50000">
                <a:solidFill>
                  <a:srgbClr val="000000"/>
                </a:solidFill>
                <a:latin typeface="윤고딕"/>
                <a:ea typeface="윤고딕"/>
                <a:cs typeface="윤고딕"/>
                <a:sym typeface="윤고딕"/>
              </a:rPr>
              <a:t>자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7085805" y="1333500"/>
            <a:ext cx="7619151" cy="7620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000"/>
              </a:lnSpc>
            </a:pPr>
            <a:r>
              <a:rPr lang="en-US" sz="50000">
                <a:solidFill>
                  <a:srgbClr val="000000"/>
                </a:solidFill>
                <a:latin typeface="윤고딕"/>
                <a:ea typeface="윤고딕"/>
                <a:cs typeface="윤고딕"/>
                <a:sym typeface="윤고딕"/>
              </a:rPr>
              <a:t>성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106480" y="1333500"/>
            <a:ext cx="7619151" cy="7620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000"/>
              </a:lnSpc>
            </a:pPr>
            <a:r>
              <a:rPr lang="en-US" sz="50000">
                <a:solidFill>
                  <a:srgbClr val="000000"/>
                </a:solidFill>
                <a:latin typeface="윤고딕"/>
                <a:ea typeface="윤고딕"/>
                <a:cs typeface="윤고딕"/>
                <a:sym typeface="윤고딕"/>
              </a:rPr>
              <a:t>어</a:t>
            </a:r>
          </a:p>
        </p:txBody>
      </p:sp>
    </p:spTree>
  </p:cSld>
  <p:clrMapOvr>
    <a:masterClrMapping/>
  </p:clrMapOvr>
</p:sld>
</file>

<file path=ppt/slides/slide4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861919" y="2847975"/>
            <a:ext cx="14564162" cy="4581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000"/>
              </a:lnSpc>
            </a:pPr>
            <a:r>
              <a:rPr lang="en-US" sz="30000">
                <a:solidFill>
                  <a:srgbClr val="000000"/>
                </a:solidFill>
                <a:latin typeface="윤고딕"/>
                <a:ea typeface="윤고딕"/>
                <a:cs typeface="윤고딕"/>
                <a:sym typeface="윤고딕"/>
              </a:rPr>
              <a:t>사자성어</a:t>
            </a:r>
          </a:p>
        </p:txBody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434092" y="1333500"/>
            <a:ext cx="7619151" cy="7620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000"/>
              </a:lnSpc>
            </a:pPr>
            <a:r>
              <a:rPr lang="en-US" sz="50000">
                <a:solidFill>
                  <a:srgbClr val="000000"/>
                </a:solidFill>
                <a:latin typeface="윤고딕"/>
                <a:ea typeface="윤고딕"/>
                <a:cs typeface="윤고딕"/>
                <a:sym typeface="윤고딕"/>
              </a:rPr>
              <a:t>콩</a:t>
            </a:r>
          </a:p>
        </p:txBody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  <p:sp>
        <p:nvSpPr>
          <p:cNvPr name="TextBox 5" id="5"/>
          <p:cNvSpPr txBox="true"/>
          <p:nvPr/>
        </p:nvSpPr>
        <p:spPr>
          <a:xfrm rot="0">
            <a:off x="3895852" y="1333500"/>
            <a:ext cx="7619151" cy="7620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000"/>
              </a:lnSpc>
            </a:pPr>
            <a:r>
              <a:rPr lang="en-US" sz="50000">
                <a:solidFill>
                  <a:srgbClr val="000000"/>
                </a:solidFill>
                <a:latin typeface="윤고딕"/>
                <a:ea typeface="윤고딕"/>
                <a:cs typeface="윤고딕"/>
                <a:sym typeface="윤고딕"/>
              </a:rPr>
              <a:t>쥐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7085805" y="1333500"/>
            <a:ext cx="7619151" cy="7620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000"/>
              </a:lnSpc>
            </a:pPr>
            <a:r>
              <a:rPr lang="en-US" sz="50000">
                <a:solidFill>
                  <a:srgbClr val="000000"/>
                </a:solidFill>
                <a:latin typeface="윤고딕"/>
                <a:ea typeface="윤고딕"/>
                <a:cs typeface="윤고딕"/>
                <a:sym typeface="윤고딕"/>
              </a:rPr>
              <a:t>팥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151226" y="1333500"/>
            <a:ext cx="7619151" cy="7620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000"/>
              </a:lnSpc>
            </a:pPr>
            <a:r>
              <a:rPr lang="en-US" sz="50000">
                <a:solidFill>
                  <a:srgbClr val="000000"/>
                </a:solidFill>
                <a:latin typeface="윤고딕"/>
                <a:ea typeface="윤고딕"/>
                <a:cs typeface="윤고딕"/>
                <a:sym typeface="윤고딕"/>
              </a:rPr>
              <a:t>쥐</a:t>
            </a:r>
          </a:p>
        </p:txBody>
      </p:sp>
    </p:spTree>
  </p:cSld>
  <p:clrMapOvr>
    <a:masterClrMapping/>
  </p:clrMapOvr>
</p:sld>
</file>

<file path=ppt/slides/slide4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861919" y="2847975"/>
            <a:ext cx="14564162" cy="4581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000"/>
              </a:lnSpc>
            </a:pPr>
            <a:r>
              <a:rPr lang="en-US" sz="30000">
                <a:solidFill>
                  <a:srgbClr val="000000"/>
                </a:solidFill>
                <a:latin typeface="윤고딕"/>
                <a:ea typeface="윤고딕"/>
                <a:cs typeface="윤고딕"/>
                <a:sym typeface="윤고딕"/>
              </a:rPr>
              <a:t>콩쥐팥쥐</a:t>
            </a:r>
          </a:p>
        </p:txBody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-7408585">
            <a:off x="4499355" y="-533795"/>
            <a:ext cx="9289290" cy="10369815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 rot="0">
            <a:off x="4421807" y="3895725"/>
            <a:ext cx="9444385" cy="2200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000"/>
              </a:lnSpc>
            </a:pPr>
            <a:r>
              <a:rPr lang="en-US" sz="12500">
                <a:solidFill>
                  <a:srgbClr val="000000"/>
                </a:solidFill>
                <a:latin typeface="Jua"/>
                <a:ea typeface="Jua"/>
                <a:cs typeface="Jua"/>
                <a:sym typeface="Jua"/>
              </a:rPr>
              <a:t>감사합니다!</a:t>
            </a:r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rcRect l="62989" t="67035" r="0" b="0"/>
          <a:stretch>
            <a:fillRect/>
          </a:stretch>
        </p:blipFill>
        <p:spPr>
          <a:xfrm flipH="false" flipV="false" rot="5400000">
            <a:off x="-202103" y="6179918"/>
            <a:ext cx="4312936" cy="3841377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rcRect l="0" t="0" r="0" b="0"/>
          <a:stretch>
            <a:fillRect/>
          </a:stretch>
        </p:blipFill>
        <p:spPr>
          <a:xfrm flipH="false" flipV="false" rot="0">
            <a:off x="11640279" y="-4239083"/>
            <a:ext cx="8152651" cy="847816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DAHG0zTjjZY</dc:identifier>
  <dcterms:modified xsi:type="dcterms:W3CDTF">2011-08-01T06:04:30Z</dcterms:modified>
  <cp:revision>1</cp:revision>
  <dc:title>[Sunday Play] 글자 속 글자</dc:title>
</cp:coreProperties>
</file>