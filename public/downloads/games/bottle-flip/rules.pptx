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8288000" cy="10287000"/>
  <p:notesSz cx="6858000" cy="9144000"/>
  <p:embeddedFontLst>
    <p:embeddedFont>
      <p:font typeface="무궁화 고딕" charset="1" panose="02020603020101020101"/>
      <p:regular r:id="rId11"/>
    </p:embeddedFont>
    <p:embeddedFont>
      <p:font typeface="무궁화 고딕 Bold" charset="1" panose="02020603020101020101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7.gif" Type="http://schemas.openxmlformats.org/officeDocument/2006/relationships/image"/><Relationship Id="rId4" Target="../media/image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물병 세우기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22066" y="9822180"/>
            <a:ext cx="368071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8625065" cy="2412054"/>
            <a:chOff x="0" y="0"/>
            <a:chExt cx="11500087" cy="321607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95739"/>
              <a:ext cx="1150008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팀을 나누고, 각 팀에 물이 ⅓ 들어있는 500ml 물병을 1개씩 배분합니다. 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684245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34874" y="7539586"/>
            <a:ext cx="8953126" cy="2371631"/>
            <a:chOff x="0" y="0"/>
            <a:chExt cx="11937502" cy="3162174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9728"/>
              <a:ext cx="11937502" cy="17824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459"/>
                </a:lnSpc>
              </a:pPr>
              <a:r>
                <a:rPr lang="en-US" sz="38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전원이</a:t>
              </a:r>
              <a:r>
                <a:rPr lang="en-US" sz="38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 한 번씩 도전하면 1라운드 종료.                                                  </a:t>
              </a:r>
            </a:p>
            <a:p>
              <a:pPr algn="l">
                <a:lnSpc>
                  <a:spcPts val="5459"/>
                </a:lnSpc>
              </a:pPr>
              <a:r>
                <a:rPr lang="en-US" sz="38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3라운드 반복 후 누적 점수가 높은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937502" cy="10062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09"/>
                </a:lnSpc>
              </a:pPr>
              <a:r>
                <a:rPr lang="en-US" sz="46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700752" y="4039761"/>
            <a:ext cx="10466970" cy="2407190"/>
            <a:chOff x="0" y="0"/>
            <a:chExt cx="13955960" cy="320958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9253"/>
              <a:ext cx="13955960" cy="1820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팀원</a:t>
              </a: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이 차례대로 나와 물병을 한 바퀴 돌려 던집니다. 물병이 바닥에 똑바로 서면 1점!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10551700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물병 세우기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222066" y="9822180"/>
            <a:ext cx="368071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DAHH9sqF5-o</dc:identifier>
  <dcterms:modified xsi:type="dcterms:W3CDTF">2011-08-01T06:04:30Z</dcterms:modified>
  <cp:revision>1</cp:revision>
  <dc:title>[Sunday Play] 물병 세우기(ppt)</dc:title>
</cp:coreProperties>
</file>