
<file path=[Content_Types].xml><?xml version="1.0" encoding="utf-8"?>
<Types xmlns="http://schemas.openxmlformats.org/package/2006/content-types">
  <Default ContentType="application/x-fontdata" Extension="fntdata"/>
  <Default ContentType="image/gif" Extension="gif"/>
  <Default ContentType="image/jpeg" Extension="jpeg"/>
  <Default ContentType="image/png" Extension="png"/>
  <Default ContentType="application/vnd.openxmlformats-package.relationships+xml" Extension="rels"/>
  <Default ContentType="image/svg+xml" Extension="svg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</p:sldIdLst>
  <p:sldSz cx="18288000" cy="10287000"/>
  <p:notesSz cx="6858000" cy="9144000"/>
  <p:embeddedFontLst>
    <p:embeddedFont>
      <p:font typeface="무궁화 고딕" charset="1" panose="02020603020101020101"/>
      <p:regular r:id="rId26"/>
    </p:embeddedFont>
    <p:embeddedFont>
      <p:font typeface="무궁화 고딕 Bold" charset="1" panose="02020603020101020101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fonts/font26.fntdata" Type="http://schemas.openxmlformats.org/officeDocument/2006/relationships/font"/><Relationship Id="rId27" Target="fonts/font27.fntdata" Type="http://schemas.openxmlformats.org/officeDocument/2006/relationships/font"/><Relationship Id="rId3" Target="viewProps.xml" Type="http://schemas.openxmlformats.org/officeDocument/2006/relationships/viewProps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3.png" Type="http://schemas.openxmlformats.org/officeDocument/2006/relationships/image"/><Relationship Id="rId4" Target="../media/image4.sv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gif" Type="http://schemas.openxmlformats.org/officeDocument/2006/relationships/image"/><Relationship Id="rId3" Target="../media/image2.gif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7.png" Type="http://schemas.openxmlformats.org/officeDocument/2006/relationships/image"/><Relationship Id="rId3" Target="../media/image8.png" Type="http://schemas.openxmlformats.org/officeDocument/2006/relationships/image"/><Relationship Id="rId4" Target="../media/image9.png" Type="http://schemas.openxmlformats.org/officeDocument/2006/relationships/image"/><Relationship Id="rId5" Target="../media/image10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19.png" Type="http://schemas.openxmlformats.org/officeDocument/2006/relationships/image"/><Relationship Id="rId11" Target="../media/image20.png" Type="http://schemas.openxmlformats.org/officeDocument/2006/relationships/image"/><Relationship Id="rId12" Target="../media/image21.png" Type="http://schemas.openxmlformats.org/officeDocument/2006/relationships/image"/><Relationship Id="rId13" Target="../media/image22.png" Type="http://schemas.openxmlformats.org/officeDocument/2006/relationships/image"/><Relationship Id="rId14" Target="../media/image23.png" Type="http://schemas.openxmlformats.org/officeDocument/2006/relationships/image"/><Relationship Id="rId15" Target="../media/image24.png" Type="http://schemas.openxmlformats.org/officeDocument/2006/relationships/image"/><Relationship Id="rId16" Target="../media/image25.png" Type="http://schemas.openxmlformats.org/officeDocument/2006/relationships/image"/><Relationship Id="rId17" Target="../media/image26.png" Type="http://schemas.openxmlformats.org/officeDocument/2006/relationships/image"/><Relationship Id="rId18" Target="../media/image27.png" Type="http://schemas.openxmlformats.org/officeDocument/2006/relationships/image"/><Relationship Id="rId19" Target="../media/image28.png" Type="http://schemas.openxmlformats.org/officeDocument/2006/relationships/image"/><Relationship Id="rId2" Target="../media/image11.png" Type="http://schemas.openxmlformats.org/officeDocument/2006/relationships/image"/><Relationship Id="rId20" Target="../media/image29.png" Type="http://schemas.openxmlformats.org/officeDocument/2006/relationships/image"/><Relationship Id="rId21" Target="../media/image30.png" Type="http://schemas.openxmlformats.org/officeDocument/2006/relationships/image"/><Relationship Id="rId22" Target="../media/image31.png" Type="http://schemas.openxmlformats.org/officeDocument/2006/relationships/image"/><Relationship Id="rId23" Target="../media/image32.png" Type="http://schemas.openxmlformats.org/officeDocument/2006/relationships/image"/><Relationship Id="rId24" Target="../media/image33.png" Type="http://schemas.openxmlformats.org/officeDocument/2006/relationships/image"/><Relationship Id="rId3" Target="../media/image12.png" Type="http://schemas.openxmlformats.org/officeDocument/2006/relationships/image"/><Relationship Id="rId4" Target="../media/image13.png" Type="http://schemas.openxmlformats.org/officeDocument/2006/relationships/image"/><Relationship Id="rId5" Target="../media/image14.png" Type="http://schemas.openxmlformats.org/officeDocument/2006/relationships/image"/><Relationship Id="rId6" Target="../media/image15.png" Type="http://schemas.openxmlformats.org/officeDocument/2006/relationships/image"/><Relationship Id="rId7" Target="../media/image16.png" Type="http://schemas.openxmlformats.org/officeDocument/2006/relationships/image"/><Relationship Id="rId8" Target="../media/image17.png" Type="http://schemas.openxmlformats.org/officeDocument/2006/relationships/image"/><Relationship Id="rId9" Target="../media/image1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42.png" Type="http://schemas.openxmlformats.org/officeDocument/2006/relationships/image"/><Relationship Id="rId11" Target="../media/image43.png" Type="http://schemas.openxmlformats.org/officeDocument/2006/relationships/image"/><Relationship Id="rId12" Target="../media/image44.png" Type="http://schemas.openxmlformats.org/officeDocument/2006/relationships/image"/><Relationship Id="rId13" Target="../media/image45.png" Type="http://schemas.openxmlformats.org/officeDocument/2006/relationships/image"/><Relationship Id="rId14" Target="../media/image46.png" Type="http://schemas.openxmlformats.org/officeDocument/2006/relationships/image"/><Relationship Id="rId15" Target="../media/image47.png" Type="http://schemas.openxmlformats.org/officeDocument/2006/relationships/image"/><Relationship Id="rId16" Target="../media/image48.png" Type="http://schemas.openxmlformats.org/officeDocument/2006/relationships/image"/><Relationship Id="rId17" Target="../media/image49.png" Type="http://schemas.openxmlformats.org/officeDocument/2006/relationships/image"/><Relationship Id="rId18" Target="../media/image50.png" Type="http://schemas.openxmlformats.org/officeDocument/2006/relationships/image"/><Relationship Id="rId2" Target="../media/image34.png" Type="http://schemas.openxmlformats.org/officeDocument/2006/relationships/image"/><Relationship Id="rId3" Target="../media/image35.png" Type="http://schemas.openxmlformats.org/officeDocument/2006/relationships/image"/><Relationship Id="rId4" Target="../media/image36.png" Type="http://schemas.openxmlformats.org/officeDocument/2006/relationships/image"/><Relationship Id="rId5" Target="../media/image37.png" Type="http://schemas.openxmlformats.org/officeDocument/2006/relationships/image"/><Relationship Id="rId6" Target="../media/image38.png" Type="http://schemas.openxmlformats.org/officeDocument/2006/relationships/image"/><Relationship Id="rId7" Target="../media/image39.png" Type="http://schemas.openxmlformats.org/officeDocument/2006/relationships/image"/><Relationship Id="rId8" Target="../media/image40.png" Type="http://schemas.openxmlformats.org/officeDocument/2006/relationships/image"/><Relationship Id="rId9" Target="../media/image4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59.png" Type="http://schemas.openxmlformats.org/officeDocument/2006/relationships/image"/><Relationship Id="rId11" Target="../media/image60.png" Type="http://schemas.openxmlformats.org/officeDocument/2006/relationships/image"/><Relationship Id="rId12" Target="../media/image61.png" Type="http://schemas.openxmlformats.org/officeDocument/2006/relationships/image"/><Relationship Id="rId13" Target="../media/image62.png" Type="http://schemas.openxmlformats.org/officeDocument/2006/relationships/image"/><Relationship Id="rId14" Target="../media/image63.png" Type="http://schemas.openxmlformats.org/officeDocument/2006/relationships/image"/><Relationship Id="rId15" Target="../media/image64.png" Type="http://schemas.openxmlformats.org/officeDocument/2006/relationships/image"/><Relationship Id="rId16" Target="../media/image65.png" Type="http://schemas.openxmlformats.org/officeDocument/2006/relationships/image"/><Relationship Id="rId17" Target="../media/image66.png" Type="http://schemas.openxmlformats.org/officeDocument/2006/relationships/image"/><Relationship Id="rId18" Target="../media/image67.png" Type="http://schemas.openxmlformats.org/officeDocument/2006/relationships/image"/><Relationship Id="rId19" Target="../media/image68.png" Type="http://schemas.openxmlformats.org/officeDocument/2006/relationships/image"/><Relationship Id="rId2" Target="../media/image51.png" Type="http://schemas.openxmlformats.org/officeDocument/2006/relationships/image"/><Relationship Id="rId20" Target="../media/image69.png" Type="http://schemas.openxmlformats.org/officeDocument/2006/relationships/image"/><Relationship Id="rId21" Target="../media/image70.png" Type="http://schemas.openxmlformats.org/officeDocument/2006/relationships/image"/><Relationship Id="rId22" Target="../media/image71.png" Type="http://schemas.openxmlformats.org/officeDocument/2006/relationships/image"/><Relationship Id="rId23" Target="../media/image72.png" Type="http://schemas.openxmlformats.org/officeDocument/2006/relationships/image"/><Relationship Id="rId24" Target="../media/image73.png" Type="http://schemas.openxmlformats.org/officeDocument/2006/relationships/image"/><Relationship Id="rId25" Target="../media/image74.png" Type="http://schemas.openxmlformats.org/officeDocument/2006/relationships/image"/><Relationship Id="rId26" Target="../media/image75.png" Type="http://schemas.openxmlformats.org/officeDocument/2006/relationships/image"/><Relationship Id="rId27" Target="../media/image76.png" Type="http://schemas.openxmlformats.org/officeDocument/2006/relationships/image"/><Relationship Id="rId28" Target="../media/image77.png" Type="http://schemas.openxmlformats.org/officeDocument/2006/relationships/image"/><Relationship Id="rId29" Target="../media/image78.png" Type="http://schemas.openxmlformats.org/officeDocument/2006/relationships/image"/><Relationship Id="rId3" Target="../media/image52.png" Type="http://schemas.openxmlformats.org/officeDocument/2006/relationships/image"/><Relationship Id="rId4" Target="../media/image53.png" Type="http://schemas.openxmlformats.org/officeDocument/2006/relationships/image"/><Relationship Id="rId5" Target="../media/image54.png" Type="http://schemas.openxmlformats.org/officeDocument/2006/relationships/image"/><Relationship Id="rId6" Target="../media/image55.png" Type="http://schemas.openxmlformats.org/officeDocument/2006/relationships/image"/><Relationship Id="rId7" Target="../media/image56.png" Type="http://schemas.openxmlformats.org/officeDocument/2006/relationships/image"/><Relationship Id="rId8" Target="../media/image57.png" Type="http://schemas.openxmlformats.org/officeDocument/2006/relationships/image"/><Relationship Id="rId9" Target="../media/image58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6.gif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10" Target="../media/image87.png" Type="http://schemas.openxmlformats.org/officeDocument/2006/relationships/image"/><Relationship Id="rId11" Target="../media/image88.png" Type="http://schemas.openxmlformats.org/officeDocument/2006/relationships/image"/><Relationship Id="rId12" Target="../media/image89.png" Type="http://schemas.openxmlformats.org/officeDocument/2006/relationships/image"/><Relationship Id="rId13" Target="../media/image90.png" Type="http://schemas.openxmlformats.org/officeDocument/2006/relationships/image"/><Relationship Id="rId14" Target="../media/image91.png" Type="http://schemas.openxmlformats.org/officeDocument/2006/relationships/image"/><Relationship Id="rId15" Target="../media/image92.png" Type="http://schemas.openxmlformats.org/officeDocument/2006/relationships/image"/><Relationship Id="rId16" Target="../media/image93.png" Type="http://schemas.openxmlformats.org/officeDocument/2006/relationships/image"/><Relationship Id="rId17" Target="../media/image94.png" Type="http://schemas.openxmlformats.org/officeDocument/2006/relationships/image"/><Relationship Id="rId18" Target="../media/image95.png" Type="http://schemas.openxmlformats.org/officeDocument/2006/relationships/image"/><Relationship Id="rId19" Target="../media/image96.png" Type="http://schemas.openxmlformats.org/officeDocument/2006/relationships/image"/><Relationship Id="rId2" Target="../media/image79.png" Type="http://schemas.openxmlformats.org/officeDocument/2006/relationships/image"/><Relationship Id="rId20" Target="../media/image97.png" Type="http://schemas.openxmlformats.org/officeDocument/2006/relationships/image"/><Relationship Id="rId21" Target="../media/image98.png" Type="http://schemas.openxmlformats.org/officeDocument/2006/relationships/image"/><Relationship Id="rId22" Target="../media/image99.png" Type="http://schemas.openxmlformats.org/officeDocument/2006/relationships/image"/><Relationship Id="rId23" Target="../media/image100.png" Type="http://schemas.openxmlformats.org/officeDocument/2006/relationships/image"/><Relationship Id="rId24" Target="../media/image101.png" Type="http://schemas.openxmlformats.org/officeDocument/2006/relationships/image"/><Relationship Id="rId3" Target="../media/image80.png" Type="http://schemas.openxmlformats.org/officeDocument/2006/relationships/image"/><Relationship Id="rId4" Target="../media/image81.png" Type="http://schemas.openxmlformats.org/officeDocument/2006/relationships/image"/><Relationship Id="rId5" Target="../media/image82.png" Type="http://schemas.openxmlformats.org/officeDocument/2006/relationships/image"/><Relationship Id="rId6" Target="../media/image83.png" Type="http://schemas.openxmlformats.org/officeDocument/2006/relationships/image"/><Relationship Id="rId7" Target="../media/image84.png" Type="http://schemas.openxmlformats.org/officeDocument/2006/relationships/image"/><Relationship Id="rId8" Target="../media/image85.png" Type="http://schemas.openxmlformats.org/officeDocument/2006/relationships/image"/><Relationship Id="rId9" Target="../media/image86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5.gif" Type="http://schemas.openxmlformats.org/officeDocument/2006/relationships/image"/><Relationship Id="rId3" Target="../media/image102.gif" Type="http://schemas.openxmlformats.org/officeDocument/2006/relationships/image"/><Relationship Id="rId4" Target="../media/image103.gif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순간 포착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302277" y="9822180"/>
            <a:ext cx="3600502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64034" b="46739"/>
          <a:stretch>
            <a:fillRect/>
          </a:stretch>
        </p:blipFill>
        <p:spPr>
          <a:xfrm flipH="true" flipV="false" rot="-5400000">
            <a:off x="-4815703" y="-1693918"/>
            <a:ext cx="4331879" cy="6415001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535139" y="3578731"/>
            <a:ext cx="4173130" cy="9243409"/>
          </a:xfrm>
          <a:prstGeom prst="rect">
            <a:avLst/>
          </a:prstGeom>
        </p:spPr>
      </p:pic>
      <p:sp>
        <p:nvSpPr>
          <p:cNvPr name="Freeform 4" id="4"/>
          <p:cNvSpPr/>
          <p:nvPr/>
        </p:nvSpPr>
        <p:spPr>
          <a:xfrm flipH="false" flipV="false" rot="-1016799">
            <a:off x="11210747" y="-2141754"/>
            <a:ext cx="9983125" cy="8685318"/>
          </a:xfrm>
          <a:custGeom>
            <a:avLst/>
            <a:gdLst/>
            <a:ahLst/>
            <a:cxnLst/>
            <a:rect r="r" b="b" t="t" l="l"/>
            <a:pathLst>
              <a:path h="8685318" w="9983125">
                <a:moveTo>
                  <a:pt x="0" y="0"/>
                </a:moveTo>
                <a:lnTo>
                  <a:pt x="9983125" y="0"/>
                </a:lnTo>
                <a:lnTo>
                  <a:pt x="9983125" y="8685318"/>
                </a:lnTo>
                <a:lnTo>
                  <a:pt x="0" y="8685318"/>
                </a:lnTo>
                <a:lnTo>
                  <a:pt x="0" y="0"/>
                </a:lnTo>
                <a:close/>
              </a:path>
            </a:pathLst>
          </a:custGeom>
          <a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 l="0" t="0" r="0" b="0"/>
            </a:stretch>
          </a:blipFill>
        </p:spPr>
      </p:sp>
      <p:sp>
        <p:nvSpPr>
          <p:cNvPr name="TextBox 5" id="5"/>
          <p:cNvSpPr txBox="true"/>
          <p:nvPr/>
        </p:nvSpPr>
        <p:spPr>
          <a:xfrm rot="0">
            <a:off x="11392761" y="819780"/>
            <a:ext cx="5362043" cy="13811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10800"/>
              </a:lnSpc>
            </a:pPr>
            <a:r>
              <a:rPr lang="en-US" sz="90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규칙</a:t>
            </a:r>
          </a:p>
        </p:txBody>
      </p:sp>
      <p:grpSp>
        <p:nvGrpSpPr>
          <p:cNvPr name="Group 6" id="6"/>
          <p:cNvGrpSpPr/>
          <p:nvPr/>
        </p:nvGrpSpPr>
        <p:grpSpPr>
          <a:xfrm rot="0">
            <a:off x="309172" y="535073"/>
            <a:ext cx="11933749" cy="2570804"/>
            <a:chOff x="0" y="0"/>
            <a:chExt cx="15911666" cy="3427739"/>
          </a:xfrm>
        </p:grpSpPr>
        <p:sp>
          <p:nvSpPr>
            <p:cNvPr name="TextBox 7" id="7"/>
            <p:cNvSpPr txBox="true"/>
            <p:nvPr/>
          </p:nvSpPr>
          <p:spPr>
            <a:xfrm rot="0">
              <a:off x="0" y="1386214"/>
              <a:ext cx="15911666" cy="2041526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99"/>
                </a:lnSpc>
              </a:pPr>
              <a:r>
                <a:rPr lang="en-US" sz="44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이미지를 3초간 보여줍니다.</a:t>
              </a:r>
            </a:p>
            <a:p>
              <a:pPr algn="l">
                <a:lnSpc>
                  <a:spcPts val="6299"/>
                </a:lnSpc>
              </a:pPr>
            </a:p>
          </p:txBody>
        </p:sp>
        <p:sp>
          <p:nvSpPr>
            <p:cNvPr name="TextBox 8" id="8"/>
            <p:cNvSpPr txBox="true"/>
            <p:nvPr/>
          </p:nvSpPr>
          <p:spPr>
            <a:xfrm rot="0">
              <a:off x="0" y="-57150"/>
              <a:ext cx="10684245" cy="10062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1.</a:t>
              </a:r>
            </a:p>
          </p:txBody>
        </p:sp>
      </p:grpSp>
      <p:grpSp>
        <p:nvGrpSpPr>
          <p:cNvPr name="Group 9" id="9"/>
          <p:cNvGrpSpPr/>
          <p:nvPr/>
        </p:nvGrpSpPr>
        <p:grpSpPr>
          <a:xfrm rot="0">
            <a:off x="10613003" y="7580690"/>
            <a:ext cx="7674997" cy="2565941"/>
            <a:chOff x="0" y="0"/>
            <a:chExt cx="10233329" cy="3421255"/>
          </a:xfrm>
        </p:grpSpPr>
        <p:sp>
          <p:nvSpPr>
            <p:cNvPr name="TextBox 10" id="10"/>
            <p:cNvSpPr txBox="true"/>
            <p:nvPr/>
          </p:nvSpPr>
          <p:spPr>
            <a:xfrm rot="0">
              <a:off x="0" y="1379728"/>
              <a:ext cx="10233329" cy="20415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99"/>
                </a:lnSpc>
              </a:pPr>
              <a:r>
                <a:rPr lang="en-US" sz="44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정답과 일치하는 항목 수만큼</a:t>
              </a:r>
            </a:p>
            <a:p>
              <a:pPr algn="l">
                <a:lnSpc>
                  <a:spcPts val="6299"/>
                </a:lnSpc>
              </a:pPr>
              <a:r>
                <a:rPr lang="en-US" sz="44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점수 획득!</a:t>
              </a:r>
            </a:p>
          </p:txBody>
        </p:sp>
        <p:sp>
          <p:nvSpPr>
            <p:cNvPr name="TextBox 11" id="11"/>
            <p:cNvSpPr txBox="true"/>
            <p:nvPr/>
          </p:nvSpPr>
          <p:spPr>
            <a:xfrm rot="0">
              <a:off x="0" y="-57150"/>
              <a:ext cx="10233329" cy="1006264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09"/>
                </a:lnSpc>
              </a:pPr>
              <a:r>
                <a:rPr lang="en-US" sz="4699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3.</a:t>
              </a:r>
            </a:p>
          </p:txBody>
        </p:sp>
      </p:grpSp>
      <p:grpSp>
        <p:nvGrpSpPr>
          <p:cNvPr name="Group 12" id="12"/>
          <p:cNvGrpSpPr/>
          <p:nvPr/>
        </p:nvGrpSpPr>
        <p:grpSpPr>
          <a:xfrm rot="0">
            <a:off x="4482015" y="3860530"/>
            <a:ext cx="7579391" cy="2565941"/>
            <a:chOff x="0" y="0"/>
            <a:chExt cx="10105855" cy="3421254"/>
          </a:xfrm>
        </p:grpSpPr>
        <p:sp>
          <p:nvSpPr>
            <p:cNvPr name="TextBox 13" id="13"/>
            <p:cNvSpPr txBox="true"/>
            <p:nvPr/>
          </p:nvSpPr>
          <p:spPr>
            <a:xfrm rot="0">
              <a:off x="0" y="1379728"/>
              <a:ext cx="10105855" cy="2041527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299"/>
                </a:lnSpc>
              </a:pPr>
              <a:r>
                <a:rPr lang="en-US" sz="44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이미지가 사라지면 기억나는 항목을 화이</a:t>
              </a:r>
              <a:r>
                <a:rPr lang="en-US" sz="4499">
                  <a:solidFill>
                    <a:srgbClr val="FFFAEF"/>
                  </a:solidFill>
                  <a:latin typeface="무궁화 고딕"/>
                  <a:ea typeface="무궁화 고딕"/>
                  <a:cs typeface="무궁화 고딕"/>
                  <a:sym typeface="무궁화 고딕"/>
                </a:rPr>
                <a:t>트보드에 모두 적습니다!</a:t>
              </a:r>
            </a:p>
          </p:txBody>
        </p:sp>
        <p:sp>
          <p:nvSpPr>
            <p:cNvPr name="TextBox 14" id="14"/>
            <p:cNvSpPr txBox="true"/>
            <p:nvPr/>
          </p:nvSpPr>
          <p:spPr>
            <a:xfrm rot="0">
              <a:off x="0" y="-57150"/>
              <a:ext cx="7235855" cy="1006263"/>
            </a:xfrm>
            <a:prstGeom prst="rect">
              <a:avLst/>
            </a:prstGeom>
          </p:spPr>
          <p:txBody>
            <a:bodyPr anchor="t" rtlCol="false" tIns="0" lIns="0" bIns="0" rIns="0">
              <a:spAutoFit/>
            </a:bodyPr>
            <a:lstStyle/>
            <a:p>
              <a:pPr algn="l">
                <a:lnSpc>
                  <a:spcPts val="6110"/>
                </a:lnSpc>
              </a:pPr>
              <a:r>
                <a:rPr lang="en-US" sz="4700">
                  <a:solidFill>
                    <a:srgbClr val="FFFAEF"/>
                  </a:solidFill>
                  <a:latin typeface="무궁화 고딕 Bold"/>
                  <a:ea typeface="무궁화 고딕 Bold"/>
                  <a:cs typeface="무궁화 고딕 Bold"/>
                  <a:sym typeface="무궁화 고딕 Bold"/>
                </a:rPr>
                <a:t>STEP 2.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팀을 나눠주세요!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7D8AA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64771" t="21970" r="0" b="0"/>
          <a:stretch>
            <a:fillRect/>
          </a:stretch>
        </p:blipFill>
        <p:spPr>
          <a:xfrm flipH="false" flipV="false" rot="5400000">
            <a:off x="2310738" y="4172522"/>
            <a:ext cx="3803740" cy="8425216"/>
          </a:xfrm>
          <a:prstGeom prst="rect">
            <a:avLst/>
          </a:prstGeom>
        </p:spPr>
      </p:pic>
      <p:pic>
        <p:nvPicPr>
          <p:cNvPr name="Picture 3" id="3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-7094170">
            <a:off x="14148180" y="-2590072"/>
            <a:ext cx="7036829" cy="7237544"/>
          </a:xfrm>
          <a:prstGeom prst="rect">
            <a:avLst/>
          </a:prstGeom>
        </p:spPr>
      </p:pic>
      <p:sp>
        <p:nvSpPr>
          <p:cNvPr name="TextBox 4" id="4"/>
          <p:cNvSpPr txBox="true"/>
          <p:nvPr/>
        </p:nvSpPr>
        <p:spPr>
          <a:xfrm rot="0">
            <a:off x="1028700" y="4178617"/>
            <a:ext cx="1555509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FFFAE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순간 포착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4302277" y="9822180"/>
            <a:ext cx="3600502" cy="46482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r">
              <a:lnSpc>
                <a:spcPts val="3779"/>
              </a:lnSpc>
              <a:spcBef>
                <a:spcPct val="0"/>
              </a:spcBef>
            </a:pPr>
            <a:r>
              <a:rPr lang="en-US" sz="2700" spc="-135">
                <a:solidFill>
                  <a:srgbClr val="FFFFFF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ⓒ 2026. Sunday Play</a:t>
            </a:r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연습 게임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2557337" y="596650"/>
            <a:ext cx="4257012" cy="4257012"/>
          </a:xfrm>
          <a:custGeom>
            <a:avLst/>
            <a:gdLst/>
            <a:ahLst/>
            <a:cxnLst/>
            <a:rect r="r" b="b" t="t" l="l"/>
            <a:pathLst>
              <a:path h="4257012" w="4257012">
                <a:moveTo>
                  <a:pt x="0" y="0"/>
                </a:moveTo>
                <a:lnTo>
                  <a:pt x="4257012" y="0"/>
                </a:lnTo>
                <a:lnTo>
                  <a:pt x="4257012" y="4257012"/>
                </a:lnTo>
                <a:lnTo>
                  <a:pt x="0" y="425701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9372780" y="1028700"/>
            <a:ext cx="7886520" cy="3824962"/>
          </a:xfrm>
          <a:custGeom>
            <a:avLst/>
            <a:gdLst/>
            <a:ahLst/>
            <a:cxnLst/>
            <a:rect r="r" b="b" t="t" l="l"/>
            <a:pathLst>
              <a:path h="3824962" w="7886520">
                <a:moveTo>
                  <a:pt x="0" y="0"/>
                </a:moveTo>
                <a:lnTo>
                  <a:pt x="7886520" y="0"/>
                </a:lnTo>
                <a:lnTo>
                  <a:pt x="7886520" y="3824962"/>
                </a:lnTo>
                <a:lnTo>
                  <a:pt x="0" y="38249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3009053" y="5143500"/>
            <a:ext cx="3353580" cy="4714607"/>
          </a:xfrm>
          <a:custGeom>
            <a:avLst/>
            <a:gdLst/>
            <a:ahLst/>
            <a:cxnLst/>
            <a:rect r="r" b="b" t="t" l="l"/>
            <a:pathLst>
              <a:path h="4714607" w="3353580">
                <a:moveTo>
                  <a:pt x="0" y="0"/>
                </a:moveTo>
                <a:lnTo>
                  <a:pt x="3353580" y="0"/>
                </a:lnTo>
                <a:lnTo>
                  <a:pt x="3353580" y="4714607"/>
                </a:lnTo>
                <a:lnTo>
                  <a:pt x="0" y="4714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-76480" b="-39027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0206494" y="5331829"/>
            <a:ext cx="4594829" cy="4594829"/>
          </a:xfrm>
          <a:custGeom>
            <a:avLst/>
            <a:gdLst/>
            <a:ahLst/>
            <a:cxnLst/>
            <a:rect r="r" b="b" t="t" l="l"/>
            <a:pathLst>
              <a:path h="4594829" w="4594829">
                <a:moveTo>
                  <a:pt x="0" y="0"/>
                </a:moveTo>
                <a:lnTo>
                  <a:pt x="4594829" y="0"/>
                </a:lnTo>
                <a:lnTo>
                  <a:pt x="4594829" y="4594829"/>
                </a:lnTo>
                <a:lnTo>
                  <a:pt x="0" y="45948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969136" y="1979156"/>
            <a:ext cx="5433414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해삼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787201" y="6667218"/>
            <a:ext cx="5433414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해파리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2121536" y="6667218"/>
            <a:ext cx="5433414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말미잘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599333" y="2131556"/>
            <a:ext cx="5433414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오징어</a:t>
            </a:r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주제 : 나라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3868545" cy="2565456"/>
          </a:xfrm>
          <a:custGeom>
            <a:avLst/>
            <a:gdLst/>
            <a:ahLst/>
            <a:cxnLst/>
            <a:rect r="r" b="b" t="t" l="l"/>
            <a:pathLst>
              <a:path h="2565456" w="3868545">
                <a:moveTo>
                  <a:pt x="0" y="0"/>
                </a:moveTo>
                <a:lnTo>
                  <a:pt x="3868545" y="0"/>
                </a:lnTo>
                <a:lnTo>
                  <a:pt x="3868545" y="2565456"/>
                </a:lnTo>
                <a:lnTo>
                  <a:pt x="0" y="256545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2638240"/>
            <a:ext cx="4300829" cy="2890437"/>
          </a:xfrm>
          <a:custGeom>
            <a:avLst/>
            <a:gdLst/>
            <a:ahLst/>
            <a:cxnLst/>
            <a:rect r="r" b="b" t="t" l="l"/>
            <a:pathLst>
              <a:path h="2890437" w="4300829">
                <a:moveTo>
                  <a:pt x="0" y="0"/>
                </a:moveTo>
                <a:lnTo>
                  <a:pt x="4300829" y="0"/>
                </a:lnTo>
                <a:lnTo>
                  <a:pt x="4300829" y="2890438"/>
                </a:lnTo>
                <a:lnTo>
                  <a:pt x="0" y="289043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-329" r="0" b="-11503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5601462"/>
            <a:ext cx="2369854" cy="1576105"/>
          </a:xfrm>
          <a:custGeom>
            <a:avLst/>
            <a:gdLst/>
            <a:ahLst/>
            <a:cxnLst/>
            <a:rect r="r" b="b" t="t" l="l"/>
            <a:pathLst>
              <a:path h="1576105" w="2369854">
                <a:moveTo>
                  <a:pt x="0" y="0"/>
                </a:moveTo>
                <a:lnTo>
                  <a:pt x="2369854" y="0"/>
                </a:lnTo>
                <a:lnTo>
                  <a:pt x="2369854" y="1576105"/>
                </a:lnTo>
                <a:lnTo>
                  <a:pt x="0" y="1576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-12574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2369854" y="5601462"/>
            <a:ext cx="2318503" cy="1576105"/>
          </a:xfrm>
          <a:custGeom>
            <a:avLst/>
            <a:gdLst/>
            <a:ahLst/>
            <a:cxnLst/>
            <a:rect r="r" b="b" t="t" l="l"/>
            <a:pathLst>
              <a:path h="1576105" w="2318503">
                <a:moveTo>
                  <a:pt x="0" y="0"/>
                </a:moveTo>
                <a:lnTo>
                  <a:pt x="2318503" y="0"/>
                </a:lnTo>
                <a:lnTo>
                  <a:pt x="2318503" y="1576105"/>
                </a:lnTo>
                <a:lnTo>
                  <a:pt x="0" y="1576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-11058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0" y="7272817"/>
            <a:ext cx="4841810" cy="3014183"/>
          </a:xfrm>
          <a:custGeom>
            <a:avLst/>
            <a:gdLst/>
            <a:ahLst/>
            <a:cxnLst/>
            <a:rect r="r" b="b" t="t" l="l"/>
            <a:pathLst>
              <a:path h="3014183" w="4841810">
                <a:moveTo>
                  <a:pt x="0" y="0"/>
                </a:moveTo>
                <a:lnTo>
                  <a:pt x="4841810" y="0"/>
                </a:lnTo>
                <a:lnTo>
                  <a:pt x="4841810" y="3014183"/>
                </a:lnTo>
                <a:lnTo>
                  <a:pt x="0" y="30141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-20349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4049018" y="168260"/>
            <a:ext cx="3686380" cy="2397196"/>
          </a:xfrm>
          <a:custGeom>
            <a:avLst/>
            <a:gdLst/>
            <a:ahLst/>
            <a:cxnLst/>
            <a:rect r="r" b="b" t="t" l="l"/>
            <a:pathLst>
              <a:path h="2397196" w="3686380">
                <a:moveTo>
                  <a:pt x="0" y="0"/>
                </a:moveTo>
                <a:lnTo>
                  <a:pt x="3686381" y="0"/>
                </a:lnTo>
                <a:lnTo>
                  <a:pt x="3686381" y="2397196"/>
                </a:lnTo>
                <a:lnTo>
                  <a:pt x="0" y="2397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-1520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300829" y="2839811"/>
            <a:ext cx="3742954" cy="2487295"/>
          </a:xfrm>
          <a:custGeom>
            <a:avLst/>
            <a:gdLst/>
            <a:ahLst/>
            <a:cxnLst/>
            <a:rect r="r" b="b" t="t" l="l"/>
            <a:pathLst>
              <a:path h="2487295" w="3742954">
                <a:moveTo>
                  <a:pt x="0" y="0"/>
                </a:moveTo>
                <a:lnTo>
                  <a:pt x="3742954" y="0"/>
                </a:lnTo>
                <a:lnTo>
                  <a:pt x="3742954" y="2487296"/>
                </a:lnTo>
                <a:lnTo>
                  <a:pt x="0" y="24872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-12546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821707" y="5601462"/>
            <a:ext cx="4322293" cy="2879471"/>
          </a:xfrm>
          <a:custGeom>
            <a:avLst/>
            <a:gdLst/>
            <a:ahLst/>
            <a:cxnLst/>
            <a:rect r="r" b="b" t="t" l="l"/>
            <a:pathLst>
              <a:path h="2879471" w="4322293">
                <a:moveTo>
                  <a:pt x="0" y="0"/>
                </a:moveTo>
                <a:lnTo>
                  <a:pt x="4322293" y="0"/>
                </a:lnTo>
                <a:lnTo>
                  <a:pt x="4322293" y="2879471"/>
                </a:lnTo>
                <a:lnTo>
                  <a:pt x="0" y="287947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-12698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4688357" y="8597604"/>
            <a:ext cx="1991334" cy="1311576"/>
          </a:xfrm>
          <a:custGeom>
            <a:avLst/>
            <a:gdLst/>
            <a:ahLst/>
            <a:cxnLst/>
            <a:rect r="r" b="b" t="t" l="l"/>
            <a:pathLst>
              <a:path h="1311576" w="1991334">
                <a:moveTo>
                  <a:pt x="0" y="0"/>
                </a:moveTo>
                <a:lnTo>
                  <a:pt x="1991334" y="0"/>
                </a:lnTo>
                <a:lnTo>
                  <a:pt x="1991334" y="1311576"/>
                </a:lnTo>
                <a:lnTo>
                  <a:pt x="0" y="131157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-14212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724326" y="8607420"/>
            <a:ext cx="1960205" cy="1301760"/>
          </a:xfrm>
          <a:custGeom>
            <a:avLst/>
            <a:gdLst/>
            <a:ahLst/>
            <a:cxnLst/>
            <a:rect r="r" b="b" t="t" l="l"/>
            <a:pathLst>
              <a:path h="1301760" w="1960205">
                <a:moveTo>
                  <a:pt x="0" y="0"/>
                </a:moveTo>
                <a:lnTo>
                  <a:pt x="1960205" y="0"/>
                </a:lnTo>
                <a:lnTo>
                  <a:pt x="1960205" y="1301760"/>
                </a:lnTo>
                <a:lnTo>
                  <a:pt x="0" y="130176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-12935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8060096" y="2049295"/>
            <a:ext cx="3370990" cy="2057646"/>
          </a:xfrm>
          <a:custGeom>
            <a:avLst/>
            <a:gdLst/>
            <a:ahLst/>
            <a:cxnLst/>
            <a:rect r="r" b="b" t="t" l="l"/>
            <a:pathLst>
              <a:path h="2057646" w="3370990">
                <a:moveTo>
                  <a:pt x="0" y="0"/>
                </a:moveTo>
                <a:lnTo>
                  <a:pt x="3370990" y="0"/>
                </a:lnTo>
                <a:lnTo>
                  <a:pt x="3370990" y="2057646"/>
                </a:lnTo>
                <a:lnTo>
                  <a:pt x="0" y="205764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-13202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7886209" y="197824"/>
            <a:ext cx="2515581" cy="1661752"/>
          </a:xfrm>
          <a:custGeom>
            <a:avLst/>
            <a:gdLst/>
            <a:ahLst/>
            <a:cxnLst/>
            <a:rect r="r" b="b" t="t" l="l"/>
            <a:pathLst>
              <a:path h="1661752" w="2515581">
                <a:moveTo>
                  <a:pt x="0" y="0"/>
                </a:moveTo>
                <a:lnTo>
                  <a:pt x="2515582" y="0"/>
                </a:lnTo>
                <a:lnTo>
                  <a:pt x="2515582" y="1661752"/>
                </a:lnTo>
                <a:lnTo>
                  <a:pt x="0" y="166175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-13194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9469090" y="4296660"/>
            <a:ext cx="3923991" cy="2464036"/>
          </a:xfrm>
          <a:custGeom>
            <a:avLst/>
            <a:gdLst/>
            <a:ahLst/>
            <a:cxnLst/>
            <a:rect r="r" b="b" t="t" l="l"/>
            <a:pathLst>
              <a:path h="2464036" w="3923991">
                <a:moveTo>
                  <a:pt x="0" y="0"/>
                </a:moveTo>
                <a:lnTo>
                  <a:pt x="3923991" y="0"/>
                </a:lnTo>
                <a:lnTo>
                  <a:pt x="3923991" y="2464036"/>
                </a:lnTo>
                <a:lnTo>
                  <a:pt x="0" y="246403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-19437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8043783" y="4296660"/>
            <a:ext cx="1442599" cy="942272"/>
          </a:xfrm>
          <a:custGeom>
            <a:avLst/>
            <a:gdLst/>
            <a:ahLst/>
            <a:cxnLst/>
            <a:rect r="r" b="b" t="t" l="l"/>
            <a:pathLst>
              <a:path h="942272" w="1442599">
                <a:moveTo>
                  <a:pt x="0" y="0"/>
                </a:moveTo>
                <a:lnTo>
                  <a:pt x="1442599" y="0"/>
                </a:lnTo>
                <a:lnTo>
                  <a:pt x="1442599" y="942272"/>
                </a:lnTo>
                <a:lnTo>
                  <a:pt x="0" y="942272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-14823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9277350" y="6951196"/>
            <a:ext cx="4501783" cy="2957984"/>
          </a:xfrm>
          <a:custGeom>
            <a:avLst/>
            <a:gdLst/>
            <a:ahLst/>
            <a:cxnLst/>
            <a:rect r="r" b="b" t="t" l="l"/>
            <a:pathLst>
              <a:path h="2957984" w="4501783">
                <a:moveTo>
                  <a:pt x="0" y="0"/>
                </a:moveTo>
                <a:lnTo>
                  <a:pt x="4501783" y="0"/>
                </a:lnTo>
                <a:lnTo>
                  <a:pt x="4501783" y="2957984"/>
                </a:lnTo>
                <a:lnTo>
                  <a:pt x="0" y="295798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-14143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0554191" y="31826"/>
            <a:ext cx="2328107" cy="1335032"/>
          </a:xfrm>
          <a:custGeom>
            <a:avLst/>
            <a:gdLst/>
            <a:ahLst/>
            <a:cxnLst/>
            <a:rect r="r" b="b" t="t" l="l"/>
            <a:pathLst>
              <a:path h="1335032" w="2328107">
                <a:moveTo>
                  <a:pt x="0" y="0"/>
                </a:moveTo>
                <a:lnTo>
                  <a:pt x="2328107" y="0"/>
                </a:lnTo>
                <a:lnTo>
                  <a:pt x="2328107" y="1335032"/>
                </a:lnTo>
                <a:lnTo>
                  <a:pt x="0" y="133503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-13237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3034698" y="31826"/>
            <a:ext cx="2007993" cy="1335032"/>
          </a:xfrm>
          <a:custGeom>
            <a:avLst/>
            <a:gdLst/>
            <a:ahLst/>
            <a:cxnLst/>
            <a:rect r="r" b="b" t="t" l="l"/>
            <a:pathLst>
              <a:path h="1335032" w="2007993">
                <a:moveTo>
                  <a:pt x="0" y="0"/>
                </a:moveTo>
                <a:lnTo>
                  <a:pt x="2007993" y="0"/>
                </a:lnTo>
                <a:lnTo>
                  <a:pt x="2007993" y="1335032"/>
                </a:lnTo>
                <a:lnTo>
                  <a:pt x="0" y="1335032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-12805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1528241" y="1444191"/>
            <a:ext cx="3925592" cy="2639268"/>
          </a:xfrm>
          <a:custGeom>
            <a:avLst/>
            <a:gdLst/>
            <a:ahLst/>
            <a:cxnLst/>
            <a:rect r="r" b="b" t="t" l="l"/>
            <a:pathLst>
              <a:path h="2639268" w="3925592">
                <a:moveTo>
                  <a:pt x="0" y="0"/>
                </a:moveTo>
                <a:lnTo>
                  <a:pt x="3925592" y="0"/>
                </a:lnTo>
                <a:lnTo>
                  <a:pt x="3925592" y="2639268"/>
                </a:lnTo>
                <a:lnTo>
                  <a:pt x="0" y="263926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-11414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5290390" y="31826"/>
            <a:ext cx="2997610" cy="2017469"/>
          </a:xfrm>
          <a:custGeom>
            <a:avLst/>
            <a:gdLst/>
            <a:ahLst/>
            <a:cxnLst/>
            <a:rect r="r" b="b" t="t" l="l"/>
            <a:pathLst>
              <a:path h="2017469" w="2997610">
                <a:moveTo>
                  <a:pt x="0" y="0"/>
                </a:moveTo>
                <a:lnTo>
                  <a:pt x="2997610" y="0"/>
                </a:lnTo>
                <a:lnTo>
                  <a:pt x="2997610" y="2017469"/>
                </a:lnTo>
                <a:lnTo>
                  <a:pt x="0" y="2017469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-12717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5513877" y="2263604"/>
            <a:ext cx="2720036" cy="1819855"/>
          </a:xfrm>
          <a:custGeom>
            <a:avLst/>
            <a:gdLst/>
            <a:ahLst/>
            <a:cxnLst/>
            <a:rect r="r" b="b" t="t" l="l"/>
            <a:pathLst>
              <a:path h="1819855" w="2720036">
                <a:moveTo>
                  <a:pt x="0" y="0"/>
                </a:moveTo>
                <a:lnTo>
                  <a:pt x="2720037" y="0"/>
                </a:lnTo>
                <a:lnTo>
                  <a:pt x="2720037" y="1819855"/>
                </a:lnTo>
                <a:lnTo>
                  <a:pt x="0" y="181985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-12098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3526431" y="4179756"/>
            <a:ext cx="2306452" cy="1544577"/>
          </a:xfrm>
          <a:custGeom>
            <a:avLst/>
            <a:gdLst/>
            <a:ahLst/>
            <a:cxnLst/>
            <a:rect r="r" b="b" t="t" l="l"/>
            <a:pathLst>
              <a:path h="1544577" w="2306452">
                <a:moveTo>
                  <a:pt x="0" y="0"/>
                </a:moveTo>
                <a:lnTo>
                  <a:pt x="2306452" y="0"/>
                </a:lnTo>
                <a:lnTo>
                  <a:pt x="2306452" y="1544577"/>
                </a:lnTo>
                <a:lnTo>
                  <a:pt x="0" y="1544577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-11565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5966233" y="4179756"/>
            <a:ext cx="2232393" cy="1482342"/>
          </a:xfrm>
          <a:custGeom>
            <a:avLst/>
            <a:gdLst/>
            <a:ahLst/>
            <a:cxnLst/>
            <a:rect r="r" b="b" t="t" l="l"/>
            <a:pathLst>
              <a:path h="1482342" w="2232393">
                <a:moveTo>
                  <a:pt x="0" y="0"/>
                </a:moveTo>
                <a:lnTo>
                  <a:pt x="2232394" y="0"/>
                </a:lnTo>
                <a:lnTo>
                  <a:pt x="2232394" y="1482341"/>
                </a:lnTo>
                <a:lnTo>
                  <a:pt x="0" y="148234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-12949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3561718" y="6173300"/>
            <a:ext cx="4672196" cy="3080092"/>
          </a:xfrm>
          <a:custGeom>
            <a:avLst/>
            <a:gdLst/>
            <a:ahLst/>
            <a:cxnLst/>
            <a:rect r="r" b="b" t="t" l="l"/>
            <a:pathLst>
              <a:path h="3080092" w="4672196">
                <a:moveTo>
                  <a:pt x="0" y="0"/>
                </a:moveTo>
                <a:lnTo>
                  <a:pt x="4672196" y="0"/>
                </a:lnTo>
                <a:lnTo>
                  <a:pt x="4672196" y="3080092"/>
                </a:lnTo>
                <a:lnTo>
                  <a:pt x="0" y="308009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-13767"/>
            </a:stretch>
          </a:blipFill>
        </p:spPr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-142941" y="629045"/>
            <a:ext cx="4154427" cy="1466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9"/>
              </a:lnSpc>
            </a:pPr>
            <a:r>
              <a:rPr lang="en-US" sz="95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인도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13052" y="3441942"/>
            <a:ext cx="4154427" cy="1466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9"/>
              </a:lnSpc>
            </a:pPr>
            <a:r>
              <a:rPr lang="en-US" sz="95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프랑스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-156108" y="5991790"/>
            <a:ext cx="2682070" cy="959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04"/>
              </a:lnSpc>
            </a:pPr>
            <a:r>
              <a:rPr lang="en-US" sz="617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독일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2188071" y="6228605"/>
            <a:ext cx="2682070" cy="4953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840"/>
              </a:lnSpc>
            </a:pPr>
            <a:r>
              <a:rPr lang="en-US" sz="32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사우디아라비아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92641" y="7703821"/>
            <a:ext cx="4154427" cy="2371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09"/>
              </a:lnSpc>
            </a:pPr>
            <a:r>
              <a:rPr lang="en-US" sz="775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남아프리카 공화국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814995" y="839354"/>
            <a:ext cx="4154427" cy="12001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429"/>
              </a:lnSpc>
            </a:pPr>
            <a:r>
              <a:rPr lang="en-US" sz="78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대한민국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011486" y="3345646"/>
            <a:ext cx="4154427" cy="1466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9"/>
              </a:lnSpc>
            </a:pPr>
            <a:r>
              <a:rPr lang="en-US" sz="95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러시아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4905640" y="6498682"/>
            <a:ext cx="4154427" cy="1466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9"/>
              </a:lnSpc>
            </a:pPr>
            <a:r>
              <a:rPr lang="en-US" sz="95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멕시코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6628387" y="8938133"/>
            <a:ext cx="2682070" cy="771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84"/>
              </a:lnSpc>
            </a:pPr>
            <a:r>
              <a:rPr lang="en-US" sz="507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튀르키예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4342989" y="8779638"/>
            <a:ext cx="2682070" cy="95940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04"/>
              </a:lnSpc>
            </a:pPr>
            <a:r>
              <a:rPr lang="en-US" sz="617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벨기에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7590798" y="595312"/>
            <a:ext cx="3106404" cy="8667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95"/>
              </a:lnSpc>
            </a:pPr>
            <a:r>
              <a:rPr lang="en-US" sz="5746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이탈리아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0401791" y="280387"/>
            <a:ext cx="2832757" cy="1002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20"/>
              </a:lnSpc>
            </a:pPr>
            <a:r>
              <a:rPr lang="en-US" sz="6516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호주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2621076" y="280387"/>
            <a:ext cx="2832757" cy="1002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20"/>
              </a:lnSpc>
            </a:pPr>
            <a:r>
              <a:rPr lang="en-US" sz="6516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스페인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5235993" y="559548"/>
            <a:ext cx="3106404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95"/>
              </a:lnSpc>
            </a:pPr>
            <a:r>
              <a:rPr lang="en-US" sz="6246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네덜란드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7563817" y="2435718"/>
            <a:ext cx="4154427" cy="1466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9"/>
              </a:lnSpc>
            </a:pPr>
            <a:r>
              <a:rPr lang="en-US" sz="95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중국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1315867" y="2162954"/>
            <a:ext cx="4154427" cy="1466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9"/>
              </a:lnSpc>
            </a:pPr>
            <a:r>
              <a:rPr lang="en-US" sz="95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스위스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407291" y="5093407"/>
            <a:ext cx="4154427" cy="10858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589"/>
              </a:lnSpc>
            </a:pPr>
            <a:r>
              <a:rPr lang="en-US" sz="715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아르헨티나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15290390" y="2729368"/>
            <a:ext cx="2832757" cy="1002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20"/>
              </a:lnSpc>
            </a:pPr>
            <a:r>
              <a:rPr lang="en-US" sz="6516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스웨덴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3229707" y="4525965"/>
            <a:ext cx="2832757" cy="1002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20"/>
              </a:lnSpc>
            </a:pPr>
            <a:r>
              <a:rPr lang="en-US" sz="6516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이집트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5666052" y="4525965"/>
            <a:ext cx="2832757" cy="100271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820"/>
              </a:lnSpc>
            </a:pPr>
            <a:r>
              <a:rPr lang="en-US" sz="6516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미국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7735399" y="4597027"/>
            <a:ext cx="2088322" cy="504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3965"/>
              </a:lnSpc>
            </a:pPr>
            <a:r>
              <a:rPr lang="en-US" sz="3304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우크라이나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9382125" y="7827496"/>
            <a:ext cx="4154427" cy="1466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9"/>
              </a:lnSpc>
            </a:pPr>
            <a:r>
              <a:rPr lang="en-US" sz="95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영국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912483" y="7141318"/>
            <a:ext cx="4154427" cy="146610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469"/>
              </a:lnSpc>
            </a:pPr>
            <a:r>
              <a:rPr lang="en-US" sz="95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세네갈</a:t>
            </a:r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주제 : 브랜드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0" y="0"/>
            <a:ext cx="3015625" cy="3015625"/>
          </a:xfrm>
          <a:custGeom>
            <a:avLst/>
            <a:gdLst/>
            <a:ahLst/>
            <a:cxnLst/>
            <a:rect r="r" b="b" t="t" l="l"/>
            <a:pathLst>
              <a:path h="3015625" w="3015625">
                <a:moveTo>
                  <a:pt x="0" y="0"/>
                </a:moveTo>
                <a:lnTo>
                  <a:pt x="3015625" y="0"/>
                </a:lnTo>
                <a:lnTo>
                  <a:pt x="3015625" y="3015625"/>
                </a:lnTo>
                <a:lnTo>
                  <a:pt x="0" y="301562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3142820" y="0"/>
            <a:ext cx="3000770" cy="3030778"/>
          </a:xfrm>
          <a:custGeom>
            <a:avLst/>
            <a:gdLst/>
            <a:ahLst/>
            <a:cxnLst/>
            <a:rect r="r" b="b" t="t" l="l"/>
            <a:pathLst>
              <a:path h="3030778" w="3000770">
                <a:moveTo>
                  <a:pt x="0" y="0"/>
                </a:moveTo>
                <a:lnTo>
                  <a:pt x="3000770" y="0"/>
                </a:lnTo>
                <a:lnTo>
                  <a:pt x="3000770" y="3030778"/>
                </a:lnTo>
                <a:lnTo>
                  <a:pt x="0" y="30307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211238" y="3151094"/>
            <a:ext cx="3583458" cy="3583458"/>
          </a:xfrm>
          <a:custGeom>
            <a:avLst/>
            <a:gdLst/>
            <a:ahLst/>
            <a:cxnLst/>
            <a:rect r="r" b="b" t="t" l="l"/>
            <a:pathLst>
              <a:path h="3583458" w="3583458">
                <a:moveTo>
                  <a:pt x="0" y="0"/>
                </a:moveTo>
                <a:lnTo>
                  <a:pt x="3583458" y="0"/>
                </a:lnTo>
                <a:lnTo>
                  <a:pt x="3583458" y="3583458"/>
                </a:lnTo>
                <a:lnTo>
                  <a:pt x="0" y="35834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99213" y="7266729"/>
            <a:ext cx="3427735" cy="2819589"/>
          </a:xfrm>
          <a:custGeom>
            <a:avLst/>
            <a:gdLst/>
            <a:ahLst/>
            <a:cxnLst/>
            <a:rect r="r" b="b" t="t" l="l"/>
            <a:pathLst>
              <a:path h="2819589" w="3427735">
                <a:moveTo>
                  <a:pt x="0" y="0"/>
                </a:moveTo>
                <a:lnTo>
                  <a:pt x="3427735" y="0"/>
                </a:lnTo>
                <a:lnTo>
                  <a:pt x="3427735" y="2819589"/>
                </a:lnTo>
                <a:lnTo>
                  <a:pt x="0" y="28195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3794696" y="7266729"/>
            <a:ext cx="2740467" cy="2148526"/>
          </a:xfrm>
          <a:custGeom>
            <a:avLst/>
            <a:gdLst/>
            <a:ahLst/>
            <a:cxnLst/>
            <a:rect r="r" b="b" t="t" l="l"/>
            <a:pathLst>
              <a:path h="2148526" w="2740467">
                <a:moveTo>
                  <a:pt x="0" y="0"/>
                </a:moveTo>
                <a:lnTo>
                  <a:pt x="2740467" y="0"/>
                </a:lnTo>
                <a:lnTo>
                  <a:pt x="2740467" y="2148526"/>
                </a:lnTo>
                <a:lnTo>
                  <a:pt x="0" y="214852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6143590" y="192288"/>
            <a:ext cx="4358433" cy="2823337"/>
          </a:xfrm>
          <a:custGeom>
            <a:avLst/>
            <a:gdLst/>
            <a:ahLst/>
            <a:cxnLst/>
            <a:rect r="r" b="b" t="t" l="l"/>
            <a:pathLst>
              <a:path h="2823337" w="4358433">
                <a:moveTo>
                  <a:pt x="0" y="0"/>
                </a:moveTo>
                <a:lnTo>
                  <a:pt x="4358433" y="0"/>
                </a:lnTo>
                <a:lnTo>
                  <a:pt x="4358433" y="2823337"/>
                </a:lnTo>
                <a:lnTo>
                  <a:pt x="0" y="282333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-54371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082540" y="3577880"/>
            <a:ext cx="5747158" cy="3376455"/>
          </a:xfrm>
          <a:custGeom>
            <a:avLst/>
            <a:gdLst/>
            <a:ahLst/>
            <a:cxnLst/>
            <a:rect r="r" b="b" t="t" l="l"/>
            <a:pathLst>
              <a:path h="3376455" w="5747158">
                <a:moveTo>
                  <a:pt x="0" y="0"/>
                </a:moveTo>
                <a:lnTo>
                  <a:pt x="5747157" y="0"/>
                </a:lnTo>
                <a:lnTo>
                  <a:pt x="5747157" y="3376455"/>
                </a:lnTo>
                <a:lnTo>
                  <a:pt x="0" y="337645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10018701" y="3577880"/>
            <a:ext cx="2220026" cy="1963869"/>
          </a:xfrm>
          <a:custGeom>
            <a:avLst/>
            <a:gdLst/>
            <a:ahLst/>
            <a:cxnLst/>
            <a:rect r="r" b="b" t="t" l="l"/>
            <a:pathLst>
              <a:path h="1963869" w="2220026">
                <a:moveTo>
                  <a:pt x="0" y="0"/>
                </a:moveTo>
                <a:lnTo>
                  <a:pt x="2220026" y="0"/>
                </a:lnTo>
                <a:lnTo>
                  <a:pt x="2220026" y="1963869"/>
                </a:lnTo>
                <a:lnTo>
                  <a:pt x="0" y="19638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711275" y="7266729"/>
            <a:ext cx="4417439" cy="2507195"/>
          </a:xfrm>
          <a:custGeom>
            <a:avLst/>
            <a:gdLst/>
            <a:ahLst/>
            <a:cxnLst/>
            <a:rect r="r" b="b" t="t" l="l"/>
            <a:pathLst>
              <a:path h="2507195" w="4417439">
                <a:moveTo>
                  <a:pt x="0" y="0"/>
                </a:moveTo>
                <a:lnTo>
                  <a:pt x="4417439" y="0"/>
                </a:lnTo>
                <a:lnTo>
                  <a:pt x="4417439" y="2507195"/>
                </a:lnTo>
                <a:lnTo>
                  <a:pt x="0" y="250719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10625848" y="305247"/>
            <a:ext cx="2534555" cy="2405131"/>
          </a:xfrm>
          <a:custGeom>
            <a:avLst/>
            <a:gdLst/>
            <a:ahLst/>
            <a:cxnLst/>
            <a:rect r="r" b="b" t="t" l="l"/>
            <a:pathLst>
              <a:path h="2405131" w="2534555">
                <a:moveTo>
                  <a:pt x="0" y="0"/>
                </a:moveTo>
                <a:lnTo>
                  <a:pt x="2534554" y="0"/>
                </a:lnTo>
                <a:lnTo>
                  <a:pt x="2534554" y="2405131"/>
                </a:lnTo>
                <a:lnTo>
                  <a:pt x="0" y="240513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12429227" y="3577880"/>
            <a:ext cx="2070552" cy="2070552"/>
          </a:xfrm>
          <a:custGeom>
            <a:avLst/>
            <a:gdLst/>
            <a:ahLst/>
            <a:cxnLst/>
            <a:rect r="r" b="b" t="t" l="l"/>
            <a:pathLst>
              <a:path h="2070552" w="2070552">
                <a:moveTo>
                  <a:pt x="0" y="0"/>
                </a:moveTo>
                <a:lnTo>
                  <a:pt x="2070552" y="0"/>
                </a:lnTo>
                <a:lnTo>
                  <a:pt x="2070552" y="2070552"/>
                </a:lnTo>
                <a:lnTo>
                  <a:pt x="0" y="207055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11128714" y="5791307"/>
            <a:ext cx="3730902" cy="3672378"/>
          </a:xfrm>
          <a:custGeom>
            <a:avLst/>
            <a:gdLst/>
            <a:ahLst/>
            <a:cxnLst/>
            <a:rect r="r" b="b" t="t" l="l"/>
            <a:pathLst>
              <a:path h="3672378" w="3730902">
                <a:moveTo>
                  <a:pt x="0" y="0"/>
                </a:moveTo>
                <a:lnTo>
                  <a:pt x="3730902" y="0"/>
                </a:lnTo>
                <a:lnTo>
                  <a:pt x="3730902" y="3672378"/>
                </a:lnTo>
                <a:lnTo>
                  <a:pt x="0" y="367237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13284227" y="192288"/>
            <a:ext cx="2322849" cy="2443293"/>
          </a:xfrm>
          <a:custGeom>
            <a:avLst/>
            <a:gdLst/>
            <a:ahLst/>
            <a:cxnLst/>
            <a:rect r="r" b="b" t="t" l="l"/>
            <a:pathLst>
              <a:path h="2443293" w="2322849">
                <a:moveTo>
                  <a:pt x="0" y="0"/>
                </a:moveTo>
                <a:lnTo>
                  <a:pt x="2322849" y="0"/>
                </a:lnTo>
                <a:lnTo>
                  <a:pt x="2322849" y="2443293"/>
                </a:lnTo>
                <a:lnTo>
                  <a:pt x="0" y="24432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15724606" y="-102343"/>
            <a:ext cx="2563394" cy="2737923"/>
          </a:xfrm>
          <a:custGeom>
            <a:avLst/>
            <a:gdLst/>
            <a:ahLst/>
            <a:cxnLst/>
            <a:rect r="r" b="b" t="t" l="l"/>
            <a:pathLst>
              <a:path h="2737923" w="2563394">
                <a:moveTo>
                  <a:pt x="0" y="0"/>
                </a:moveTo>
                <a:lnTo>
                  <a:pt x="2563394" y="0"/>
                </a:lnTo>
                <a:lnTo>
                  <a:pt x="2563394" y="2737924"/>
                </a:lnTo>
                <a:lnTo>
                  <a:pt x="0" y="273792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14445652" y="2848740"/>
            <a:ext cx="3685658" cy="2155069"/>
          </a:xfrm>
          <a:custGeom>
            <a:avLst/>
            <a:gdLst/>
            <a:ahLst/>
            <a:cxnLst/>
            <a:rect r="r" b="b" t="t" l="l"/>
            <a:pathLst>
              <a:path h="2155069" w="3685658">
                <a:moveTo>
                  <a:pt x="0" y="0"/>
                </a:moveTo>
                <a:lnTo>
                  <a:pt x="3685658" y="0"/>
                </a:lnTo>
                <a:lnTo>
                  <a:pt x="3685658" y="2155069"/>
                </a:lnTo>
                <a:lnTo>
                  <a:pt x="0" y="21550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4671229" y="5003809"/>
            <a:ext cx="3112970" cy="3112970"/>
          </a:xfrm>
          <a:custGeom>
            <a:avLst/>
            <a:gdLst/>
            <a:ahLst/>
            <a:cxnLst/>
            <a:rect r="r" b="b" t="t" l="l"/>
            <a:pathLst>
              <a:path h="3112970" w="3112970">
                <a:moveTo>
                  <a:pt x="0" y="0"/>
                </a:moveTo>
                <a:lnTo>
                  <a:pt x="3112969" y="0"/>
                </a:lnTo>
                <a:lnTo>
                  <a:pt x="3112969" y="3112969"/>
                </a:lnTo>
                <a:lnTo>
                  <a:pt x="0" y="31129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5419158" y="8264960"/>
            <a:ext cx="2712152" cy="1986679"/>
          </a:xfrm>
          <a:custGeom>
            <a:avLst/>
            <a:gdLst/>
            <a:ahLst/>
            <a:cxnLst/>
            <a:rect r="r" b="b" t="t" l="l"/>
            <a:pathLst>
              <a:path h="1986679" w="2712152">
                <a:moveTo>
                  <a:pt x="0" y="0"/>
                </a:moveTo>
                <a:lnTo>
                  <a:pt x="2712152" y="0"/>
                </a:lnTo>
                <a:lnTo>
                  <a:pt x="2712152" y="1986680"/>
                </a:lnTo>
                <a:lnTo>
                  <a:pt x="0" y="198668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0" y="964730"/>
            <a:ext cx="3043607" cy="1076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2"/>
              </a:lnSpc>
            </a:pPr>
            <a:r>
              <a:rPr lang="en-US" sz="700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구찌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3142820" y="1052669"/>
            <a:ext cx="3043607" cy="10096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22"/>
              </a:lnSpc>
            </a:pPr>
            <a:r>
              <a:rPr lang="en-US" sz="660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에르메스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6162640" y="964730"/>
            <a:ext cx="4216383" cy="148782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640"/>
              </a:lnSpc>
            </a:pPr>
            <a:r>
              <a:rPr lang="en-US" sz="97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디올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10660521" y="1073703"/>
            <a:ext cx="2465208" cy="87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05"/>
              </a:lnSpc>
            </a:pPr>
            <a:r>
              <a:rPr lang="en-US" sz="567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페라리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13179452" y="1019175"/>
            <a:ext cx="2465208" cy="87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05"/>
              </a:lnSpc>
            </a:pPr>
            <a:r>
              <a:rPr lang="en-US" sz="567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폴로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5768485" y="839558"/>
            <a:ext cx="2465208" cy="87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05"/>
              </a:lnSpc>
            </a:pPr>
            <a:r>
              <a:rPr lang="en-US" sz="567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지방시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1238" y="4451335"/>
            <a:ext cx="3503419" cy="942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92"/>
              </a:lnSpc>
            </a:pPr>
            <a:r>
              <a:rPr lang="en-US" sz="616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메르세데스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889946" y="4413857"/>
            <a:ext cx="6033505" cy="1905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4977"/>
              </a:lnSpc>
            </a:pPr>
            <a:r>
              <a:rPr lang="en-US" sz="1248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톰 브라운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9896110" y="4262085"/>
            <a:ext cx="2465208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65"/>
              </a:lnSpc>
            </a:pPr>
            <a:r>
              <a:rPr lang="en-US" sz="397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캘빈 클라인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2333977" y="4303896"/>
            <a:ext cx="2465208" cy="8738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805"/>
              </a:lnSpc>
            </a:pPr>
            <a:r>
              <a:rPr lang="en-US" sz="567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롤렉스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14557556" y="3568355"/>
            <a:ext cx="3461850" cy="1223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557"/>
              </a:lnSpc>
            </a:pPr>
            <a:r>
              <a:rPr lang="en-US" sz="7964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프라다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14496789" y="6043451"/>
            <a:ext cx="3461850" cy="122327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557"/>
              </a:lnSpc>
            </a:pPr>
            <a:r>
              <a:rPr lang="en-US" sz="7964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BMW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15203737" y="8779696"/>
            <a:ext cx="2927572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82"/>
              </a:lnSpc>
            </a:pPr>
            <a:r>
              <a:rPr lang="en-US" sz="6235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라코스테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19827" y="8149917"/>
            <a:ext cx="3503419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071"/>
              </a:lnSpc>
            </a:pPr>
            <a:r>
              <a:rPr lang="en-US" sz="755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루이비통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3714657" y="7820996"/>
            <a:ext cx="2911917" cy="10304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038"/>
              </a:lnSpc>
            </a:pPr>
            <a:r>
              <a:rPr lang="en-US" sz="66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셀린드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6847734" y="8009385"/>
            <a:ext cx="4144521" cy="10953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682"/>
              </a:lnSpc>
            </a:pPr>
            <a:r>
              <a:rPr lang="en-US" sz="7235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발렌시아가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11128714" y="7298869"/>
            <a:ext cx="3573790" cy="9525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466"/>
              </a:lnSpc>
            </a:pPr>
            <a:r>
              <a:rPr lang="en-US" sz="622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라이프워크</a:t>
            </a:r>
          </a:p>
        </p:txBody>
      </p:sp>
    </p:spTree>
  </p:cSld>
  <p:clrMapOvr>
    <a:masterClrMapping/>
  </p:clrMapOvr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주제 : 과자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538792" y="-160387"/>
            <a:ext cx="2809236" cy="2809236"/>
          </a:xfrm>
          <a:custGeom>
            <a:avLst/>
            <a:gdLst/>
            <a:ahLst/>
            <a:cxnLst/>
            <a:rect r="r" b="b" t="t" l="l"/>
            <a:pathLst>
              <a:path h="2809236" w="2809236">
                <a:moveTo>
                  <a:pt x="0" y="0"/>
                </a:moveTo>
                <a:lnTo>
                  <a:pt x="2809237" y="0"/>
                </a:lnTo>
                <a:lnTo>
                  <a:pt x="2809237" y="2809236"/>
                </a:lnTo>
                <a:lnTo>
                  <a:pt x="0" y="280923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-391059" y="2462458"/>
            <a:ext cx="2606862" cy="2606862"/>
          </a:xfrm>
          <a:custGeom>
            <a:avLst/>
            <a:gdLst/>
            <a:ahLst/>
            <a:cxnLst/>
            <a:rect r="r" b="b" t="t" l="l"/>
            <a:pathLst>
              <a:path h="2606862" w="2606862">
                <a:moveTo>
                  <a:pt x="0" y="0"/>
                </a:moveTo>
                <a:lnTo>
                  <a:pt x="2606862" y="0"/>
                </a:lnTo>
                <a:lnTo>
                  <a:pt x="2606862" y="2606862"/>
                </a:lnTo>
                <a:lnTo>
                  <a:pt x="0" y="26068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1837675" y="2927458"/>
            <a:ext cx="2585778" cy="2585778"/>
          </a:xfrm>
          <a:custGeom>
            <a:avLst/>
            <a:gdLst/>
            <a:ahLst/>
            <a:cxnLst/>
            <a:rect r="r" b="b" t="t" l="l"/>
            <a:pathLst>
              <a:path h="2585778" w="2585778">
                <a:moveTo>
                  <a:pt x="0" y="0"/>
                </a:moveTo>
                <a:lnTo>
                  <a:pt x="2585778" y="0"/>
                </a:lnTo>
                <a:lnTo>
                  <a:pt x="2585778" y="2585777"/>
                </a:lnTo>
                <a:lnTo>
                  <a:pt x="0" y="2585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1392831" y="5179536"/>
            <a:ext cx="2895676" cy="2895676"/>
          </a:xfrm>
          <a:custGeom>
            <a:avLst/>
            <a:gdLst/>
            <a:ahLst/>
            <a:cxnLst/>
            <a:rect r="r" b="b" t="t" l="l"/>
            <a:pathLst>
              <a:path h="2895676" w="2895676">
                <a:moveTo>
                  <a:pt x="0" y="0"/>
                </a:moveTo>
                <a:lnTo>
                  <a:pt x="2895676" y="0"/>
                </a:lnTo>
                <a:lnTo>
                  <a:pt x="2895676" y="2895676"/>
                </a:lnTo>
                <a:lnTo>
                  <a:pt x="0" y="289567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110108" y="5650345"/>
            <a:ext cx="1833303" cy="1833303"/>
          </a:xfrm>
          <a:custGeom>
            <a:avLst/>
            <a:gdLst/>
            <a:ahLst/>
            <a:cxnLst/>
            <a:rect r="r" b="b" t="t" l="l"/>
            <a:pathLst>
              <a:path h="1833303" w="1833303">
                <a:moveTo>
                  <a:pt x="0" y="0"/>
                </a:moveTo>
                <a:lnTo>
                  <a:pt x="1833302" y="0"/>
                </a:lnTo>
                <a:lnTo>
                  <a:pt x="1833302" y="1833303"/>
                </a:lnTo>
                <a:lnTo>
                  <a:pt x="0" y="18333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0" y="8075212"/>
            <a:ext cx="2371502" cy="2371502"/>
          </a:xfrm>
          <a:custGeom>
            <a:avLst/>
            <a:gdLst/>
            <a:ahLst/>
            <a:cxnLst/>
            <a:rect r="r" b="b" t="t" l="l"/>
            <a:pathLst>
              <a:path h="2371502" w="2371502">
                <a:moveTo>
                  <a:pt x="0" y="0"/>
                </a:moveTo>
                <a:lnTo>
                  <a:pt x="2371502" y="0"/>
                </a:lnTo>
                <a:lnTo>
                  <a:pt x="2371502" y="2371502"/>
                </a:lnTo>
                <a:lnTo>
                  <a:pt x="0" y="237150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4155957" y="155721"/>
            <a:ext cx="2268408" cy="2846346"/>
          </a:xfrm>
          <a:custGeom>
            <a:avLst/>
            <a:gdLst/>
            <a:ahLst/>
            <a:cxnLst/>
            <a:rect r="r" b="b" t="t" l="l"/>
            <a:pathLst>
              <a:path h="2846346" w="2268408">
                <a:moveTo>
                  <a:pt x="0" y="0"/>
                </a:moveTo>
                <a:lnTo>
                  <a:pt x="2268407" y="0"/>
                </a:lnTo>
                <a:lnTo>
                  <a:pt x="2268407" y="2846347"/>
                </a:lnTo>
                <a:lnTo>
                  <a:pt x="0" y="284634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4288507" y="3233302"/>
            <a:ext cx="2885280" cy="1910198"/>
          </a:xfrm>
          <a:custGeom>
            <a:avLst/>
            <a:gdLst/>
            <a:ahLst/>
            <a:cxnLst/>
            <a:rect r="r" b="b" t="t" l="l"/>
            <a:pathLst>
              <a:path h="1910198" w="2885280">
                <a:moveTo>
                  <a:pt x="0" y="0"/>
                </a:moveTo>
                <a:lnTo>
                  <a:pt x="2885281" y="0"/>
                </a:lnTo>
                <a:lnTo>
                  <a:pt x="2885281" y="1910198"/>
                </a:lnTo>
                <a:lnTo>
                  <a:pt x="0" y="191019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-26636" r="0" b="-24409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3767275" y="5539961"/>
            <a:ext cx="3235219" cy="1545390"/>
          </a:xfrm>
          <a:custGeom>
            <a:avLst/>
            <a:gdLst/>
            <a:ahLst/>
            <a:cxnLst/>
            <a:rect r="r" b="b" t="t" l="l"/>
            <a:pathLst>
              <a:path h="1545390" w="3235219">
                <a:moveTo>
                  <a:pt x="0" y="0"/>
                </a:moveTo>
                <a:lnTo>
                  <a:pt x="3235219" y="0"/>
                </a:lnTo>
                <a:lnTo>
                  <a:pt x="3235219" y="1545390"/>
                </a:lnTo>
                <a:lnTo>
                  <a:pt x="0" y="154539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-51848" r="0" b="-49067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2371502" y="7939201"/>
            <a:ext cx="2244724" cy="2244724"/>
          </a:xfrm>
          <a:custGeom>
            <a:avLst/>
            <a:gdLst/>
            <a:ahLst/>
            <a:cxnLst/>
            <a:rect r="r" b="b" t="t" l="l"/>
            <a:pathLst>
              <a:path h="2244724" w="2244724">
                <a:moveTo>
                  <a:pt x="0" y="0"/>
                </a:moveTo>
                <a:lnTo>
                  <a:pt x="2244723" y="0"/>
                </a:lnTo>
                <a:lnTo>
                  <a:pt x="2244723" y="2244724"/>
                </a:lnTo>
                <a:lnTo>
                  <a:pt x="0" y="224472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025262" y="230332"/>
            <a:ext cx="1514501" cy="2697126"/>
          </a:xfrm>
          <a:custGeom>
            <a:avLst/>
            <a:gdLst/>
            <a:ahLst/>
            <a:cxnLst/>
            <a:rect r="r" b="b" t="t" l="l"/>
            <a:pathLst>
              <a:path h="2697126" w="1514501">
                <a:moveTo>
                  <a:pt x="0" y="0"/>
                </a:moveTo>
                <a:lnTo>
                  <a:pt x="1514501" y="0"/>
                </a:lnTo>
                <a:lnTo>
                  <a:pt x="1514501" y="2697126"/>
                </a:lnTo>
                <a:lnTo>
                  <a:pt x="0" y="269712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-73944" t="-18953" r="-66549" b="-16089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7025262" y="3121486"/>
            <a:ext cx="2084356" cy="1347203"/>
          </a:xfrm>
          <a:custGeom>
            <a:avLst/>
            <a:gdLst/>
            <a:ahLst/>
            <a:cxnLst/>
            <a:rect r="r" b="b" t="t" l="l"/>
            <a:pathLst>
              <a:path h="1347203" w="2084356">
                <a:moveTo>
                  <a:pt x="0" y="0"/>
                </a:moveTo>
                <a:lnTo>
                  <a:pt x="2084356" y="0"/>
                </a:lnTo>
                <a:lnTo>
                  <a:pt x="2084356" y="1347203"/>
                </a:lnTo>
                <a:lnTo>
                  <a:pt x="0" y="13472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-7959" t="-46265" r="-5864" b="-2984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7173788" y="6095490"/>
            <a:ext cx="1607377" cy="1979721"/>
          </a:xfrm>
          <a:custGeom>
            <a:avLst/>
            <a:gdLst/>
            <a:ahLst/>
            <a:cxnLst/>
            <a:rect r="r" b="b" t="t" l="l"/>
            <a:pathLst>
              <a:path h="1979721" w="1607377">
                <a:moveTo>
                  <a:pt x="0" y="0"/>
                </a:moveTo>
                <a:lnTo>
                  <a:pt x="1607376" y="0"/>
                </a:lnTo>
                <a:lnTo>
                  <a:pt x="1607376" y="1979722"/>
                </a:lnTo>
                <a:lnTo>
                  <a:pt x="0" y="197972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-59470" t="-25099" r="-21568" b="-2189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7059644" y="4714785"/>
            <a:ext cx="2084356" cy="1226279"/>
          </a:xfrm>
          <a:custGeom>
            <a:avLst/>
            <a:gdLst/>
            <a:ahLst/>
            <a:cxnLst/>
            <a:rect r="r" b="b" t="t" l="l"/>
            <a:pathLst>
              <a:path h="1226279" w="2084356">
                <a:moveTo>
                  <a:pt x="0" y="0"/>
                </a:moveTo>
                <a:lnTo>
                  <a:pt x="2084356" y="0"/>
                </a:lnTo>
                <a:lnTo>
                  <a:pt x="2084356" y="1226279"/>
                </a:lnTo>
                <a:lnTo>
                  <a:pt x="0" y="122627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-16550" t="-32483" r="-16453" b="-8531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4789112" y="7483648"/>
            <a:ext cx="2211788" cy="2211788"/>
          </a:xfrm>
          <a:custGeom>
            <a:avLst/>
            <a:gdLst/>
            <a:ahLst/>
            <a:cxnLst/>
            <a:rect r="r" b="b" t="t" l="l"/>
            <a:pathLst>
              <a:path h="2211788" w="2211788">
                <a:moveTo>
                  <a:pt x="0" y="0"/>
                </a:moveTo>
                <a:lnTo>
                  <a:pt x="2211789" y="0"/>
                </a:lnTo>
                <a:lnTo>
                  <a:pt x="2211789" y="2211788"/>
                </a:lnTo>
                <a:lnTo>
                  <a:pt x="0" y="2211788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9144000" y="3121486"/>
            <a:ext cx="1693995" cy="2747961"/>
          </a:xfrm>
          <a:custGeom>
            <a:avLst/>
            <a:gdLst/>
            <a:ahLst/>
            <a:cxnLst/>
            <a:rect r="r" b="b" t="t" l="l"/>
            <a:pathLst>
              <a:path h="2747961" w="1693995">
                <a:moveTo>
                  <a:pt x="0" y="0"/>
                </a:moveTo>
                <a:lnTo>
                  <a:pt x="1693995" y="0"/>
                </a:lnTo>
                <a:lnTo>
                  <a:pt x="1693995" y="2747961"/>
                </a:lnTo>
                <a:lnTo>
                  <a:pt x="0" y="274796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-39173" t="0" r="-23043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8719257" y="255949"/>
            <a:ext cx="1623266" cy="2392900"/>
          </a:xfrm>
          <a:custGeom>
            <a:avLst/>
            <a:gdLst/>
            <a:ahLst/>
            <a:cxnLst/>
            <a:rect r="r" b="b" t="t" l="l"/>
            <a:pathLst>
              <a:path h="2392900" w="1623266">
                <a:moveTo>
                  <a:pt x="0" y="0"/>
                </a:moveTo>
                <a:lnTo>
                  <a:pt x="1623266" y="0"/>
                </a:lnTo>
                <a:lnTo>
                  <a:pt x="1623266" y="2392900"/>
                </a:lnTo>
                <a:lnTo>
                  <a:pt x="0" y="239290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-27915" t="0" r="-36661" b="-11643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7346852" y="8075212"/>
            <a:ext cx="1509939" cy="2108713"/>
          </a:xfrm>
          <a:custGeom>
            <a:avLst/>
            <a:gdLst/>
            <a:ahLst/>
            <a:cxnLst/>
            <a:rect r="r" b="b" t="t" l="l"/>
            <a:pathLst>
              <a:path h="2108713" w="1509939">
                <a:moveTo>
                  <a:pt x="0" y="0"/>
                </a:moveTo>
                <a:lnTo>
                  <a:pt x="1509940" y="0"/>
                </a:lnTo>
                <a:lnTo>
                  <a:pt x="1509940" y="2108713"/>
                </a:lnTo>
                <a:lnTo>
                  <a:pt x="0" y="2108713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-14942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1164940" y="3006320"/>
            <a:ext cx="1557160" cy="2428053"/>
          </a:xfrm>
          <a:custGeom>
            <a:avLst/>
            <a:gdLst/>
            <a:ahLst/>
            <a:cxnLst/>
            <a:rect r="r" b="b" t="t" l="l"/>
            <a:pathLst>
              <a:path h="2428053" w="1557160">
                <a:moveTo>
                  <a:pt x="0" y="0"/>
                </a:moveTo>
                <a:lnTo>
                  <a:pt x="1557159" y="0"/>
                </a:lnTo>
                <a:lnTo>
                  <a:pt x="1557159" y="2428053"/>
                </a:lnTo>
                <a:lnTo>
                  <a:pt x="0" y="2428053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-24195" t="0" r="-31733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0921410" y="290320"/>
            <a:ext cx="2044219" cy="2577149"/>
          </a:xfrm>
          <a:custGeom>
            <a:avLst/>
            <a:gdLst/>
            <a:ahLst/>
            <a:cxnLst/>
            <a:rect r="r" b="b" t="t" l="l"/>
            <a:pathLst>
              <a:path h="2577149" w="2044219">
                <a:moveTo>
                  <a:pt x="0" y="0"/>
                </a:moveTo>
                <a:lnTo>
                  <a:pt x="2044219" y="0"/>
                </a:lnTo>
                <a:lnTo>
                  <a:pt x="2044219" y="2577149"/>
                </a:lnTo>
                <a:lnTo>
                  <a:pt x="0" y="2577149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-43949" t="-20616" r="-41501" b="-26485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3389873" y="-160387"/>
            <a:ext cx="3074493" cy="3074493"/>
          </a:xfrm>
          <a:custGeom>
            <a:avLst/>
            <a:gdLst/>
            <a:ahLst/>
            <a:cxnLst/>
            <a:rect r="r" b="b" t="t" l="l"/>
            <a:pathLst>
              <a:path h="3074493" w="3074493">
                <a:moveTo>
                  <a:pt x="0" y="0"/>
                </a:moveTo>
                <a:lnTo>
                  <a:pt x="3074494" y="0"/>
                </a:lnTo>
                <a:lnTo>
                  <a:pt x="3074494" y="3074493"/>
                </a:lnTo>
                <a:lnTo>
                  <a:pt x="0" y="3074493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3049044" y="2591531"/>
            <a:ext cx="2289781" cy="3106154"/>
          </a:xfrm>
          <a:custGeom>
            <a:avLst/>
            <a:gdLst/>
            <a:ahLst/>
            <a:cxnLst/>
            <a:rect r="r" b="b" t="t" l="l"/>
            <a:pathLst>
              <a:path h="3106154" w="2289781">
                <a:moveTo>
                  <a:pt x="0" y="0"/>
                </a:moveTo>
                <a:lnTo>
                  <a:pt x="2289781" y="0"/>
                </a:lnTo>
                <a:lnTo>
                  <a:pt x="2289781" y="3106155"/>
                </a:lnTo>
                <a:lnTo>
                  <a:pt x="0" y="310615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-33520" t="-11000" r="-32183" b="-11152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6153664" y="255949"/>
            <a:ext cx="1677410" cy="2399569"/>
          </a:xfrm>
          <a:custGeom>
            <a:avLst/>
            <a:gdLst/>
            <a:ahLst/>
            <a:cxnLst/>
            <a:rect r="r" b="b" t="t" l="l"/>
            <a:pathLst>
              <a:path h="2399569" w="1677410">
                <a:moveTo>
                  <a:pt x="0" y="0"/>
                </a:moveTo>
                <a:lnTo>
                  <a:pt x="1677409" y="0"/>
                </a:lnTo>
                <a:lnTo>
                  <a:pt x="1677409" y="2399569"/>
                </a:lnTo>
                <a:lnTo>
                  <a:pt x="0" y="239956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-22029" t="0" r="-21022" b="0"/>
            </a:stretch>
          </a:blipFill>
        </p:spPr>
      </p:sp>
      <p:sp>
        <p:nvSpPr>
          <p:cNvPr name="Freeform 25" id="25"/>
          <p:cNvSpPr/>
          <p:nvPr/>
        </p:nvSpPr>
        <p:spPr>
          <a:xfrm flipH="false" flipV="false" rot="0">
            <a:off x="16153664" y="2648849"/>
            <a:ext cx="1632371" cy="2992383"/>
          </a:xfrm>
          <a:custGeom>
            <a:avLst/>
            <a:gdLst/>
            <a:ahLst/>
            <a:cxnLst/>
            <a:rect r="r" b="b" t="t" l="l"/>
            <a:pathLst>
              <a:path h="2992383" w="1632371">
                <a:moveTo>
                  <a:pt x="0" y="0"/>
                </a:moveTo>
                <a:lnTo>
                  <a:pt x="1632371" y="0"/>
                </a:lnTo>
                <a:lnTo>
                  <a:pt x="1632371" y="2992383"/>
                </a:lnTo>
                <a:lnTo>
                  <a:pt x="0" y="2992383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>
              <a:fillRect l="-48015" t="0" r="-35299" b="0"/>
            </a:stretch>
          </a:blipFill>
        </p:spPr>
      </p:sp>
      <p:sp>
        <p:nvSpPr>
          <p:cNvPr name="Freeform 26" id="26"/>
          <p:cNvSpPr/>
          <p:nvPr/>
        </p:nvSpPr>
        <p:spPr>
          <a:xfrm flipH="false" flipV="false" rot="0">
            <a:off x="9368025" y="5931108"/>
            <a:ext cx="4238989" cy="4203061"/>
          </a:xfrm>
          <a:custGeom>
            <a:avLst/>
            <a:gdLst/>
            <a:ahLst/>
            <a:cxnLst/>
            <a:rect r="r" b="b" t="t" l="l"/>
            <a:pathLst>
              <a:path h="4203061" w="4238989">
                <a:moveTo>
                  <a:pt x="0" y="0"/>
                </a:moveTo>
                <a:lnTo>
                  <a:pt x="4238990" y="0"/>
                </a:lnTo>
                <a:lnTo>
                  <a:pt x="4238990" y="4203061"/>
                </a:lnTo>
                <a:lnTo>
                  <a:pt x="0" y="420306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>
              <a:fillRect l="0" t="0" r="0" b="-854"/>
            </a:stretch>
          </a:blipFill>
        </p:spPr>
      </p:sp>
      <p:sp>
        <p:nvSpPr>
          <p:cNvPr name="Freeform 27" id="27"/>
          <p:cNvSpPr/>
          <p:nvPr/>
        </p:nvSpPr>
        <p:spPr>
          <a:xfrm flipH="false" flipV="false" rot="0">
            <a:off x="14144182" y="7939201"/>
            <a:ext cx="1565877" cy="2194968"/>
          </a:xfrm>
          <a:custGeom>
            <a:avLst/>
            <a:gdLst/>
            <a:ahLst/>
            <a:cxnLst/>
            <a:rect r="r" b="b" t="t" l="l"/>
            <a:pathLst>
              <a:path h="2194968" w="1565877">
                <a:moveTo>
                  <a:pt x="0" y="0"/>
                </a:moveTo>
                <a:lnTo>
                  <a:pt x="1565876" y="0"/>
                </a:lnTo>
                <a:lnTo>
                  <a:pt x="1565876" y="2194968"/>
                </a:lnTo>
                <a:lnTo>
                  <a:pt x="0" y="219496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>
              <a:fillRect l="-18154" t="0" r="-13809" b="0"/>
            </a:stretch>
          </a:blipFill>
        </p:spPr>
      </p:sp>
      <p:sp>
        <p:nvSpPr>
          <p:cNvPr name="Freeform 28" id="28"/>
          <p:cNvSpPr/>
          <p:nvPr/>
        </p:nvSpPr>
        <p:spPr>
          <a:xfrm flipH="false" flipV="false" rot="0">
            <a:off x="13831040" y="5564417"/>
            <a:ext cx="3954995" cy="2473349"/>
          </a:xfrm>
          <a:custGeom>
            <a:avLst/>
            <a:gdLst/>
            <a:ahLst/>
            <a:cxnLst/>
            <a:rect r="r" b="b" t="t" l="l"/>
            <a:pathLst>
              <a:path h="2473349" w="3954995">
                <a:moveTo>
                  <a:pt x="0" y="0"/>
                </a:moveTo>
                <a:lnTo>
                  <a:pt x="3954995" y="0"/>
                </a:lnTo>
                <a:lnTo>
                  <a:pt x="3954995" y="2473350"/>
                </a:lnTo>
                <a:lnTo>
                  <a:pt x="0" y="247335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>
              <a:fillRect l="0" t="-29833" r="0" b="-30070"/>
            </a:stretch>
          </a:blipFill>
        </p:spPr>
      </p:sp>
      <p:sp>
        <p:nvSpPr>
          <p:cNvPr name="Freeform 29" id="29"/>
          <p:cNvSpPr/>
          <p:nvPr/>
        </p:nvSpPr>
        <p:spPr>
          <a:xfrm flipH="false" flipV="false" rot="0">
            <a:off x="15846934" y="8037767"/>
            <a:ext cx="2441066" cy="2441066"/>
          </a:xfrm>
          <a:custGeom>
            <a:avLst/>
            <a:gdLst/>
            <a:ahLst/>
            <a:cxnLst/>
            <a:rect r="r" b="b" t="t" l="l"/>
            <a:pathLst>
              <a:path h="2441066" w="2441066">
                <a:moveTo>
                  <a:pt x="0" y="0"/>
                </a:moveTo>
                <a:lnTo>
                  <a:pt x="2441066" y="0"/>
                </a:lnTo>
                <a:lnTo>
                  <a:pt x="2441066" y="2441066"/>
                </a:lnTo>
                <a:lnTo>
                  <a:pt x="0" y="2441066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15872" y="909317"/>
            <a:ext cx="3043607" cy="107663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402"/>
              </a:lnSpc>
            </a:pPr>
            <a:r>
              <a:rPr lang="en-US" sz="700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홈런볼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0" y="3517173"/>
            <a:ext cx="1849878" cy="784514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102"/>
              </a:lnSpc>
            </a:pPr>
            <a:r>
              <a:rPr lang="en-US" sz="5085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감자깡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-12567" y="6317811"/>
            <a:ext cx="1849878" cy="6096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782"/>
              </a:lnSpc>
            </a:pPr>
            <a:r>
              <a:rPr lang="en-US" sz="3985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초코송이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89362" y="8792116"/>
            <a:ext cx="2192778" cy="928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33"/>
              </a:lnSpc>
            </a:pPr>
            <a:r>
              <a:rPr lang="en-US" sz="602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오예스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2057629" y="3904667"/>
            <a:ext cx="2192778" cy="928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33"/>
              </a:lnSpc>
            </a:pPr>
            <a:r>
              <a:rPr lang="en-US" sz="602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칸쵸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1744280" y="6085965"/>
            <a:ext cx="2192778" cy="928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33"/>
              </a:lnSpc>
            </a:pPr>
            <a:r>
              <a:rPr lang="en-US" sz="602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죠리퐁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371502" y="8660721"/>
            <a:ext cx="2192778" cy="92816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233"/>
              </a:lnSpc>
            </a:pPr>
            <a:r>
              <a:rPr lang="en-US" sz="602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비빔침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3866193" y="1159325"/>
            <a:ext cx="2847934" cy="1143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914"/>
              </a:lnSpc>
            </a:pPr>
            <a:r>
              <a:rPr lang="en-US" sz="742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오!감자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4288507" y="3705129"/>
            <a:ext cx="2847934" cy="1193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94"/>
              </a:lnSpc>
            </a:pPr>
            <a:r>
              <a:rPr lang="en-US" sz="782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몽쉘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3937058" y="6027786"/>
            <a:ext cx="2847934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14"/>
              </a:lnSpc>
            </a:pPr>
            <a:r>
              <a:rPr lang="en-US" sz="492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엄마손파이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4423453" y="8075212"/>
            <a:ext cx="2847934" cy="11931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394"/>
              </a:lnSpc>
            </a:pPr>
            <a:r>
              <a:rPr lang="en-US" sz="782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칙촉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6730843" y="1234706"/>
            <a:ext cx="2103339" cy="890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8"/>
              </a:lnSpc>
            </a:pPr>
            <a:r>
              <a:rPr lang="en-US" sz="57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쫄병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8539763" y="1134267"/>
            <a:ext cx="2103339" cy="890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8"/>
              </a:lnSpc>
            </a:pPr>
            <a:r>
              <a:rPr lang="en-US" sz="57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콘칩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10921410" y="978350"/>
            <a:ext cx="2103339" cy="15144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978"/>
              </a:lnSpc>
            </a:pPr>
            <a:r>
              <a:rPr lang="en-US" sz="49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도리토스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13904636" y="1065208"/>
            <a:ext cx="2103339" cy="890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8"/>
              </a:lnSpc>
            </a:pPr>
            <a:r>
              <a:rPr lang="en-US" sz="57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스윙칩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5846934" y="1134267"/>
            <a:ext cx="2103339" cy="890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8"/>
              </a:lnSpc>
            </a:pPr>
            <a:r>
              <a:rPr lang="en-US" sz="57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새우깡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6971752" y="4931053"/>
            <a:ext cx="2103339" cy="890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8"/>
              </a:lnSpc>
            </a:pPr>
            <a:r>
              <a:rPr lang="en-US" sz="57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고래밥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6925807" y="3586355"/>
            <a:ext cx="2103339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98"/>
              </a:lnSpc>
            </a:pPr>
            <a:r>
              <a:rPr lang="en-US" sz="458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초코쿠키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6835556" y="6786973"/>
            <a:ext cx="2103339" cy="5429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178"/>
              </a:lnSpc>
            </a:pPr>
            <a:r>
              <a:rPr lang="en-US" sz="348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닭다리너겟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7059644" y="8792116"/>
            <a:ext cx="2103339" cy="890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8"/>
              </a:lnSpc>
            </a:pPr>
            <a:r>
              <a:rPr lang="en-US" sz="57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먹태깡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8938894" y="4049879"/>
            <a:ext cx="2103339" cy="890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8"/>
              </a:lnSpc>
            </a:pPr>
            <a:r>
              <a:rPr lang="en-US" sz="57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포카칩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0952295" y="3824085"/>
            <a:ext cx="2103339" cy="89069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38"/>
              </a:lnSpc>
            </a:pPr>
            <a:r>
              <a:rPr lang="en-US" sz="57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양파링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3014158" y="3656936"/>
            <a:ext cx="2502320" cy="105784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254"/>
              </a:lnSpc>
            </a:pPr>
            <a:r>
              <a:rPr lang="en-US" sz="687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포스틱</a:t>
            </a:r>
          </a:p>
        </p:txBody>
      </p:sp>
      <p:sp>
        <p:nvSpPr>
          <p:cNvPr name="TextBox 25" id="25"/>
          <p:cNvSpPr txBox="true"/>
          <p:nvPr/>
        </p:nvSpPr>
        <p:spPr>
          <a:xfrm rot="0">
            <a:off x="15808537" y="3926535"/>
            <a:ext cx="2103339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98"/>
              </a:lnSpc>
            </a:pPr>
            <a:r>
              <a:rPr lang="en-US" sz="458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프링글스</a:t>
            </a:r>
          </a:p>
        </p:txBody>
      </p:sp>
      <p:sp>
        <p:nvSpPr>
          <p:cNvPr name="TextBox 26" id="26"/>
          <p:cNvSpPr txBox="true"/>
          <p:nvPr/>
        </p:nvSpPr>
        <p:spPr>
          <a:xfrm rot="0">
            <a:off x="8988005" y="7606155"/>
            <a:ext cx="4843035" cy="1295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0217"/>
              </a:lnSpc>
            </a:pPr>
            <a:r>
              <a:rPr lang="en-US" sz="8514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후레쉬베리</a:t>
            </a:r>
          </a:p>
        </p:txBody>
      </p:sp>
      <p:sp>
        <p:nvSpPr>
          <p:cNvPr name="TextBox 27" id="27"/>
          <p:cNvSpPr txBox="true"/>
          <p:nvPr/>
        </p:nvSpPr>
        <p:spPr>
          <a:xfrm rot="0">
            <a:off x="14421590" y="6530175"/>
            <a:ext cx="2769252" cy="7239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655"/>
              </a:lnSpc>
            </a:pPr>
            <a:r>
              <a:rPr lang="en-US" sz="471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후렌치파이</a:t>
            </a:r>
          </a:p>
        </p:txBody>
      </p:sp>
      <p:sp>
        <p:nvSpPr>
          <p:cNvPr name="TextBox 28" id="28"/>
          <p:cNvSpPr txBox="true"/>
          <p:nvPr/>
        </p:nvSpPr>
        <p:spPr>
          <a:xfrm rot="0">
            <a:off x="13705199" y="8749816"/>
            <a:ext cx="2103339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78"/>
              </a:lnSpc>
            </a:pPr>
            <a:r>
              <a:rPr lang="en-US" sz="448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옥수수깡</a:t>
            </a:r>
          </a:p>
        </p:txBody>
      </p:sp>
      <p:sp>
        <p:nvSpPr>
          <p:cNvPr name="TextBox 29" id="29"/>
          <p:cNvSpPr txBox="true"/>
          <p:nvPr/>
        </p:nvSpPr>
        <p:spPr>
          <a:xfrm rot="0">
            <a:off x="16037137" y="8978416"/>
            <a:ext cx="2103339" cy="695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498"/>
              </a:lnSpc>
            </a:pPr>
            <a:r>
              <a:rPr lang="en-US" sz="458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뿌셔뿌셔</a:t>
            </a:r>
          </a:p>
        </p:txBody>
      </p:sp>
    </p:spTree>
  </p:cSld>
  <p:clrMapOvr>
    <a:masterClrMapping/>
  </p:clrMapOvr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3238925" y="4378545"/>
            <a:ext cx="11810151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주제 : 랜드마크</a:t>
            </a:r>
          </a:p>
        </p:txBody>
      </p:sp>
      <p:pic>
        <p:nvPicPr>
          <p:cNvPr name="Picture 3" id="3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0">
            <a:off x="13655377" y="6809666"/>
            <a:ext cx="6229999" cy="6954669"/>
          </a:xfrm>
          <a:prstGeom prst="rect">
            <a:avLst/>
          </a:prstGeom>
        </p:spPr>
      </p:pic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0" t="0" r="0" b="0"/>
          <a:stretch>
            <a:fillRect/>
          </a:stretch>
        </p:blipFill>
        <p:spPr>
          <a:xfrm flipH="false" flipV="false" rot="0">
            <a:off x="0" y="0"/>
            <a:ext cx="6925457" cy="4700654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Freeform 2" id="2"/>
          <p:cNvSpPr/>
          <p:nvPr/>
        </p:nvSpPr>
        <p:spPr>
          <a:xfrm flipH="false" flipV="false" rot="0">
            <a:off x="336813" y="29861"/>
            <a:ext cx="3152104" cy="2527363"/>
          </a:xfrm>
          <a:custGeom>
            <a:avLst/>
            <a:gdLst/>
            <a:ahLst/>
            <a:cxnLst/>
            <a:rect r="r" b="b" t="t" l="l"/>
            <a:pathLst>
              <a:path h="2527363" w="3152104">
                <a:moveTo>
                  <a:pt x="0" y="0"/>
                </a:moveTo>
                <a:lnTo>
                  <a:pt x="3152104" y="0"/>
                </a:lnTo>
                <a:lnTo>
                  <a:pt x="3152104" y="2527364"/>
                </a:lnTo>
                <a:lnTo>
                  <a:pt x="0" y="252736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Freeform 3" id="3"/>
          <p:cNvSpPr/>
          <p:nvPr/>
        </p:nvSpPr>
        <p:spPr>
          <a:xfrm flipH="false" flipV="false" rot="0">
            <a:off x="0" y="2557225"/>
            <a:ext cx="3825730" cy="1852820"/>
          </a:xfrm>
          <a:custGeom>
            <a:avLst/>
            <a:gdLst/>
            <a:ahLst/>
            <a:cxnLst/>
            <a:rect r="r" b="b" t="t" l="l"/>
            <a:pathLst>
              <a:path h="1852820" w="3825730">
                <a:moveTo>
                  <a:pt x="0" y="0"/>
                </a:moveTo>
                <a:lnTo>
                  <a:pt x="3825730" y="0"/>
                </a:lnTo>
                <a:lnTo>
                  <a:pt x="3825730" y="1852819"/>
                </a:lnTo>
                <a:lnTo>
                  <a:pt x="0" y="18528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0" t="0" r="0" b="0"/>
            </a:stretch>
          </a:blipFill>
        </p:spPr>
      </p:sp>
      <p:sp>
        <p:nvSpPr>
          <p:cNvPr name="Freeform 4" id="4"/>
          <p:cNvSpPr/>
          <p:nvPr/>
        </p:nvSpPr>
        <p:spPr>
          <a:xfrm flipH="false" flipV="false" rot="0">
            <a:off x="0" y="4410044"/>
            <a:ext cx="2702194" cy="2032732"/>
          </a:xfrm>
          <a:custGeom>
            <a:avLst/>
            <a:gdLst/>
            <a:ahLst/>
            <a:cxnLst/>
            <a:rect r="r" b="b" t="t" l="l"/>
            <a:pathLst>
              <a:path h="2032732" w="2702194">
                <a:moveTo>
                  <a:pt x="0" y="0"/>
                </a:moveTo>
                <a:lnTo>
                  <a:pt x="2702194" y="0"/>
                </a:lnTo>
                <a:lnTo>
                  <a:pt x="2702194" y="2032732"/>
                </a:lnTo>
                <a:lnTo>
                  <a:pt x="0" y="203273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sp>
        <p:nvSpPr>
          <p:cNvPr name="Freeform 5" id="5"/>
          <p:cNvSpPr/>
          <p:nvPr/>
        </p:nvSpPr>
        <p:spPr>
          <a:xfrm flipH="false" flipV="false" rot="0">
            <a:off x="0" y="6442776"/>
            <a:ext cx="2497339" cy="1873004"/>
          </a:xfrm>
          <a:custGeom>
            <a:avLst/>
            <a:gdLst/>
            <a:ahLst/>
            <a:cxnLst/>
            <a:rect r="r" b="b" t="t" l="l"/>
            <a:pathLst>
              <a:path h="1873004" w="2497339">
                <a:moveTo>
                  <a:pt x="0" y="0"/>
                </a:moveTo>
                <a:lnTo>
                  <a:pt x="2497339" y="0"/>
                </a:lnTo>
                <a:lnTo>
                  <a:pt x="2497339" y="1873004"/>
                </a:lnTo>
                <a:lnTo>
                  <a:pt x="0" y="18730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sp>
        <p:nvSpPr>
          <p:cNvPr name="Freeform 6" id="6"/>
          <p:cNvSpPr/>
          <p:nvPr/>
        </p:nvSpPr>
        <p:spPr>
          <a:xfrm flipH="false" flipV="false" rot="0">
            <a:off x="0" y="8315780"/>
            <a:ext cx="2944029" cy="1971220"/>
          </a:xfrm>
          <a:custGeom>
            <a:avLst/>
            <a:gdLst/>
            <a:ahLst/>
            <a:cxnLst/>
            <a:rect r="r" b="b" t="t" l="l"/>
            <a:pathLst>
              <a:path h="1971220" w="2944029">
                <a:moveTo>
                  <a:pt x="0" y="0"/>
                </a:moveTo>
                <a:lnTo>
                  <a:pt x="2944029" y="0"/>
                </a:lnTo>
                <a:lnTo>
                  <a:pt x="2944029" y="1971220"/>
                </a:lnTo>
                <a:lnTo>
                  <a:pt x="0" y="19712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sp>
        <p:nvSpPr>
          <p:cNvPr name="Freeform 7" id="7"/>
          <p:cNvSpPr/>
          <p:nvPr/>
        </p:nvSpPr>
        <p:spPr>
          <a:xfrm flipH="false" flipV="false" rot="0">
            <a:off x="3825730" y="29861"/>
            <a:ext cx="2467151" cy="4380183"/>
          </a:xfrm>
          <a:custGeom>
            <a:avLst/>
            <a:gdLst/>
            <a:ahLst/>
            <a:cxnLst/>
            <a:rect r="r" b="b" t="t" l="l"/>
            <a:pathLst>
              <a:path h="4380183" w="2467151">
                <a:moveTo>
                  <a:pt x="0" y="0"/>
                </a:moveTo>
                <a:lnTo>
                  <a:pt x="2467151" y="0"/>
                </a:lnTo>
                <a:lnTo>
                  <a:pt x="2467151" y="4380183"/>
                </a:lnTo>
                <a:lnTo>
                  <a:pt x="0" y="438018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sp>
        <p:nvSpPr>
          <p:cNvPr name="Freeform 8" id="8"/>
          <p:cNvSpPr/>
          <p:nvPr/>
        </p:nvSpPr>
        <p:spPr>
          <a:xfrm flipH="false" flipV="false" rot="0">
            <a:off x="2810679" y="4476719"/>
            <a:ext cx="3687305" cy="2704024"/>
          </a:xfrm>
          <a:custGeom>
            <a:avLst/>
            <a:gdLst/>
            <a:ahLst/>
            <a:cxnLst/>
            <a:rect r="r" b="b" t="t" l="l"/>
            <a:pathLst>
              <a:path h="2704024" w="3687305">
                <a:moveTo>
                  <a:pt x="0" y="0"/>
                </a:moveTo>
                <a:lnTo>
                  <a:pt x="3687305" y="0"/>
                </a:lnTo>
                <a:lnTo>
                  <a:pt x="3687305" y="2704024"/>
                </a:lnTo>
                <a:lnTo>
                  <a:pt x="0" y="270402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 l="0" t="0" r="0" b="0"/>
            </a:stretch>
          </a:blipFill>
        </p:spPr>
      </p:sp>
      <p:sp>
        <p:nvSpPr>
          <p:cNvPr name="Freeform 9" id="9"/>
          <p:cNvSpPr/>
          <p:nvPr/>
        </p:nvSpPr>
        <p:spPr>
          <a:xfrm flipH="false" flipV="false" rot="0">
            <a:off x="3005170" y="7379278"/>
            <a:ext cx="4147730" cy="2485062"/>
          </a:xfrm>
          <a:custGeom>
            <a:avLst/>
            <a:gdLst/>
            <a:ahLst/>
            <a:cxnLst/>
            <a:rect r="r" b="b" t="t" l="l"/>
            <a:pathLst>
              <a:path h="2485062" w="4147730">
                <a:moveTo>
                  <a:pt x="0" y="0"/>
                </a:moveTo>
                <a:lnTo>
                  <a:pt x="4147730" y="0"/>
                </a:lnTo>
                <a:lnTo>
                  <a:pt x="4147730" y="2485063"/>
                </a:lnTo>
                <a:lnTo>
                  <a:pt x="0" y="248506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>
              <a:fillRect l="0" t="0" r="0" b="0"/>
            </a:stretch>
          </a:blipFill>
        </p:spPr>
      </p:sp>
      <p:sp>
        <p:nvSpPr>
          <p:cNvPr name="Freeform 10" id="10"/>
          <p:cNvSpPr/>
          <p:nvPr/>
        </p:nvSpPr>
        <p:spPr>
          <a:xfrm flipH="false" flipV="false" rot="0">
            <a:off x="6533377" y="29861"/>
            <a:ext cx="2781148" cy="3716742"/>
          </a:xfrm>
          <a:custGeom>
            <a:avLst/>
            <a:gdLst/>
            <a:ahLst/>
            <a:cxnLst/>
            <a:rect r="r" b="b" t="t" l="l"/>
            <a:pathLst>
              <a:path h="3716742" w="2781148">
                <a:moveTo>
                  <a:pt x="0" y="0"/>
                </a:moveTo>
                <a:lnTo>
                  <a:pt x="2781148" y="0"/>
                </a:lnTo>
                <a:lnTo>
                  <a:pt x="2781148" y="3716742"/>
                </a:lnTo>
                <a:lnTo>
                  <a:pt x="0" y="371674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>
              <a:fillRect l="0" t="0" r="0" b="0"/>
            </a:stretch>
          </a:blipFill>
        </p:spPr>
      </p:sp>
      <p:sp>
        <p:nvSpPr>
          <p:cNvPr name="Freeform 11" id="11"/>
          <p:cNvSpPr/>
          <p:nvPr/>
        </p:nvSpPr>
        <p:spPr>
          <a:xfrm flipH="false" flipV="false" rot="0">
            <a:off x="6684632" y="3818422"/>
            <a:ext cx="2478638" cy="3489038"/>
          </a:xfrm>
          <a:custGeom>
            <a:avLst/>
            <a:gdLst/>
            <a:ahLst/>
            <a:cxnLst/>
            <a:rect r="r" b="b" t="t" l="l"/>
            <a:pathLst>
              <a:path h="3489038" w="2478638">
                <a:moveTo>
                  <a:pt x="0" y="0"/>
                </a:moveTo>
                <a:lnTo>
                  <a:pt x="2478638" y="0"/>
                </a:lnTo>
                <a:lnTo>
                  <a:pt x="2478638" y="3489038"/>
                </a:lnTo>
                <a:lnTo>
                  <a:pt x="0" y="348903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>
              <a:fillRect l="0" t="0" r="0" b="0"/>
            </a:stretch>
          </a:blipFill>
        </p:spPr>
      </p:sp>
      <p:sp>
        <p:nvSpPr>
          <p:cNvPr name="Freeform 12" id="12"/>
          <p:cNvSpPr/>
          <p:nvPr/>
        </p:nvSpPr>
        <p:spPr>
          <a:xfrm flipH="false" flipV="false" rot="0">
            <a:off x="7331097" y="7379278"/>
            <a:ext cx="1812903" cy="2687211"/>
          </a:xfrm>
          <a:custGeom>
            <a:avLst/>
            <a:gdLst/>
            <a:ahLst/>
            <a:cxnLst/>
            <a:rect r="r" b="b" t="t" l="l"/>
            <a:pathLst>
              <a:path h="2687211" w="1812903">
                <a:moveTo>
                  <a:pt x="0" y="0"/>
                </a:moveTo>
                <a:lnTo>
                  <a:pt x="1812903" y="0"/>
                </a:lnTo>
                <a:lnTo>
                  <a:pt x="1812903" y="2687211"/>
                </a:lnTo>
                <a:lnTo>
                  <a:pt x="0" y="26872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>
              <a:fillRect l="0" t="0" r="0" b="0"/>
            </a:stretch>
          </a:blipFill>
        </p:spPr>
      </p:sp>
      <p:sp>
        <p:nvSpPr>
          <p:cNvPr name="Freeform 13" id="13"/>
          <p:cNvSpPr/>
          <p:nvPr/>
        </p:nvSpPr>
        <p:spPr>
          <a:xfrm flipH="false" flipV="false" rot="0">
            <a:off x="9314525" y="29861"/>
            <a:ext cx="4010952" cy="2673968"/>
          </a:xfrm>
          <a:custGeom>
            <a:avLst/>
            <a:gdLst/>
            <a:ahLst/>
            <a:cxnLst/>
            <a:rect r="r" b="b" t="t" l="l"/>
            <a:pathLst>
              <a:path h="2673968" w="4010952">
                <a:moveTo>
                  <a:pt x="0" y="0"/>
                </a:moveTo>
                <a:lnTo>
                  <a:pt x="4010952" y="0"/>
                </a:lnTo>
                <a:lnTo>
                  <a:pt x="4010952" y="2673969"/>
                </a:lnTo>
                <a:lnTo>
                  <a:pt x="0" y="26739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>
              <a:fillRect l="0" t="0" r="0" b="0"/>
            </a:stretch>
          </a:blipFill>
        </p:spPr>
      </p:sp>
      <p:sp>
        <p:nvSpPr>
          <p:cNvPr name="Freeform 14" id="14"/>
          <p:cNvSpPr/>
          <p:nvPr/>
        </p:nvSpPr>
        <p:spPr>
          <a:xfrm flipH="false" flipV="false" rot="0">
            <a:off x="9371675" y="4174930"/>
            <a:ext cx="2346174" cy="3132530"/>
          </a:xfrm>
          <a:custGeom>
            <a:avLst/>
            <a:gdLst/>
            <a:ahLst/>
            <a:cxnLst/>
            <a:rect r="r" b="b" t="t" l="l"/>
            <a:pathLst>
              <a:path h="3132530" w="2346174">
                <a:moveTo>
                  <a:pt x="0" y="0"/>
                </a:moveTo>
                <a:lnTo>
                  <a:pt x="2346174" y="0"/>
                </a:lnTo>
                <a:lnTo>
                  <a:pt x="2346174" y="3132530"/>
                </a:lnTo>
                <a:lnTo>
                  <a:pt x="0" y="313253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>
              <a:fillRect l="0" t="0" r="0" b="0"/>
            </a:stretch>
          </a:blipFill>
        </p:spPr>
      </p:sp>
      <p:sp>
        <p:nvSpPr>
          <p:cNvPr name="Freeform 15" id="15"/>
          <p:cNvSpPr/>
          <p:nvPr/>
        </p:nvSpPr>
        <p:spPr>
          <a:xfrm flipH="false" flipV="false" rot="0">
            <a:off x="9314525" y="7307460"/>
            <a:ext cx="2670764" cy="1291599"/>
          </a:xfrm>
          <a:custGeom>
            <a:avLst/>
            <a:gdLst/>
            <a:ahLst/>
            <a:cxnLst/>
            <a:rect r="r" b="b" t="t" l="l"/>
            <a:pathLst>
              <a:path h="1291599" w="2670764">
                <a:moveTo>
                  <a:pt x="0" y="0"/>
                </a:moveTo>
                <a:lnTo>
                  <a:pt x="2670764" y="0"/>
                </a:lnTo>
                <a:lnTo>
                  <a:pt x="2670764" y="1291599"/>
                </a:lnTo>
                <a:lnTo>
                  <a:pt x="0" y="129159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>
              <a:fillRect l="0" t="0" r="0" b="0"/>
            </a:stretch>
          </a:blipFill>
        </p:spPr>
      </p:sp>
      <p:sp>
        <p:nvSpPr>
          <p:cNvPr name="Freeform 16" id="16"/>
          <p:cNvSpPr/>
          <p:nvPr/>
        </p:nvSpPr>
        <p:spPr>
          <a:xfrm flipH="false" flipV="false" rot="0">
            <a:off x="9371675" y="8722884"/>
            <a:ext cx="2346174" cy="1564116"/>
          </a:xfrm>
          <a:custGeom>
            <a:avLst/>
            <a:gdLst/>
            <a:ahLst/>
            <a:cxnLst/>
            <a:rect r="r" b="b" t="t" l="l"/>
            <a:pathLst>
              <a:path h="1564116" w="2346174">
                <a:moveTo>
                  <a:pt x="0" y="0"/>
                </a:moveTo>
                <a:lnTo>
                  <a:pt x="2346174" y="0"/>
                </a:lnTo>
                <a:lnTo>
                  <a:pt x="2346174" y="1564116"/>
                </a:lnTo>
                <a:lnTo>
                  <a:pt x="0" y="1564116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>
              <a:fillRect l="0" t="0" r="0" b="0"/>
            </a:stretch>
          </a:blipFill>
        </p:spPr>
      </p:sp>
      <p:sp>
        <p:nvSpPr>
          <p:cNvPr name="Freeform 17" id="17"/>
          <p:cNvSpPr/>
          <p:nvPr/>
        </p:nvSpPr>
        <p:spPr>
          <a:xfrm flipH="false" flipV="false" rot="0">
            <a:off x="10438475" y="2690891"/>
            <a:ext cx="2887002" cy="2174625"/>
          </a:xfrm>
          <a:custGeom>
            <a:avLst/>
            <a:gdLst/>
            <a:ahLst/>
            <a:cxnLst/>
            <a:rect r="r" b="b" t="t" l="l"/>
            <a:pathLst>
              <a:path h="2174625" w="2887002">
                <a:moveTo>
                  <a:pt x="0" y="0"/>
                </a:moveTo>
                <a:lnTo>
                  <a:pt x="2887002" y="0"/>
                </a:lnTo>
                <a:lnTo>
                  <a:pt x="2887002" y="2174625"/>
                </a:lnTo>
                <a:lnTo>
                  <a:pt x="0" y="217462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>
              <a:fillRect l="0" t="0" r="0" b="0"/>
            </a:stretch>
          </a:blipFill>
        </p:spPr>
      </p:sp>
      <p:sp>
        <p:nvSpPr>
          <p:cNvPr name="Freeform 18" id="18"/>
          <p:cNvSpPr/>
          <p:nvPr/>
        </p:nvSpPr>
        <p:spPr>
          <a:xfrm flipH="false" flipV="false" rot="0">
            <a:off x="11774999" y="4476719"/>
            <a:ext cx="1887160" cy="2830740"/>
          </a:xfrm>
          <a:custGeom>
            <a:avLst/>
            <a:gdLst/>
            <a:ahLst/>
            <a:cxnLst/>
            <a:rect r="r" b="b" t="t" l="l"/>
            <a:pathLst>
              <a:path h="2830740" w="1887160">
                <a:moveTo>
                  <a:pt x="0" y="0"/>
                </a:moveTo>
                <a:lnTo>
                  <a:pt x="1887160" y="0"/>
                </a:lnTo>
                <a:lnTo>
                  <a:pt x="1887160" y="2830741"/>
                </a:lnTo>
                <a:lnTo>
                  <a:pt x="0" y="283074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>
              <a:fillRect l="0" t="0" r="0" b="0"/>
            </a:stretch>
          </a:blipFill>
        </p:spPr>
      </p:sp>
      <p:sp>
        <p:nvSpPr>
          <p:cNvPr name="Freeform 19" id="19"/>
          <p:cNvSpPr/>
          <p:nvPr/>
        </p:nvSpPr>
        <p:spPr>
          <a:xfrm flipH="false" flipV="false" rot="0">
            <a:off x="12042439" y="7407427"/>
            <a:ext cx="3786640" cy="2659063"/>
          </a:xfrm>
          <a:custGeom>
            <a:avLst/>
            <a:gdLst/>
            <a:ahLst/>
            <a:cxnLst/>
            <a:rect r="r" b="b" t="t" l="l"/>
            <a:pathLst>
              <a:path h="2659063" w="3786640">
                <a:moveTo>
                  <a:pt x="0" y="0"/>
                </a:moveTo>
                <a:lnTo>
                  <a:pt x="3786639" y="0"/>
                </a:lnTo>
                <a:lnTo>
                  <a:pt x="3786639" y="2659062"/>
                </a:lnTo>
                <a:lnTo>
                  <a:pt x="0" y="26590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>
              <a:fillRect l="0" t="0" r="0" b="0"/>
            </a:stretch>
          </a:blipFill>
        </p:spPr>
      </p:sp>
      <p:sp>
        <p:nvSpPr>
          <p:cNvPr name="Freeform 20" id="20"/>
          <p:cNvSpPr/>
          <p:nvPr/>
        </p:nvSpPr>
        <p:spPr>
          <a:xfrm flipH="false" flipV="false" rot="0">
            <a:off x="13382627" y="29861"/>
            <a:ext cx="2446452" cy="4311568"/>
          </a:xfrm>
          <a:custGeom>
            <a:avLst/>
            <a:gdLst/>
            <a:ahLst/>
            <a:cxnLst/>
            <a:rect r="r" b="b" t="t" l="l"/>
            <a:pathLst>
              <a:path h="4311568" w="2446452">
                <a:moveTo>
                  <a:pt x="0" y="0"/>
                </a:moveTo>
                <a:lnTo>
                  <a:pt x="2446451" y="0"/>
                </a:lnTo>
                <a:lnTo>
                  <a:pt x="2446451" y="4311569"/>
                </a:lnTo>
                <a:lnTo>
                  <a:pt x="0" y="4311569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>
              <a:fillRect l="0" t="0" r="0" b="0"/>
            </a:stretch>
          </a:blipFill>
        </p:spPr>
      </p:sp>
      <p:sp>
        <p:nvSpPr>
          <p:cNvPr name="Freeform 21" id="21"/>
          <p:cNvSpPr/>
          <p:nvPr/>
        </p:nvSpPr>
        <p:spPr>
          <a:xfrm flipH="false" flipV="false" rot="0">
            <a:off x="15886228" y="66000"/>
            <a:ext cx="2401772" cy="3611055"/>
          </a:xfrm>
          <a:custGeom>
            <a:avLst/>
            <a:gdLst/>
            <a:ahLst/>
            <a:cxnLst/>
            <a:rect r="r" b="b" t="t" l="l"/>
            <a:pathLst>
              <a:path h="3611055" w="2401772">
                <a:moveTo>
                  <a:pt x="0" y="0"/>
                </a:moveTo>
                <a:lnTo>
                  <a:pt x="2401772" y="0"/>
                </a:lnTo>
                <a:lnTo>
                  <a:pt x="2401772" y="3611055"/>
                </a:lnTo>
                <a:lnTo>
                  <a:pt x="0" y="361105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>
              <a:fillRect l="0" t="0" r="0" b="0"/>
            </a:stretch>
          </a:blipFill>
        </p:spPr>
      </p:sp>
      <p:sp>
        <p:nvSpPr>
          <p:cNvPr name="Freeform 22" id="22"/>
          <p:cNvSpPr/>
          <p:nvPr/>
        </p:nvSpPr>
        <p:spPr>
          <a:xfrm flipH="false" flipV="false" rot="0">
            <a:off x="13935758" y="4410044"/>
            <a:ext cx="1614051" cy="3106031"/>
          </a:xfrm>
          <a:custGeom>
            <a:avLst/>
            <a:gdLst/>
            <a:ahLst/>
            <a:cxnLst/>
            <a:rect r="r" b="b" t="t" l="l"/>
            <a:pathLst>
              <a:path h="3106031" w="1614051">
                <a:moveTo>
                  <a:pt x="0" y="0"/>
                </a:moveTo>
                <a:lnTo>
                  <a:pt x="1614051" y="0"/>
                </a:lnTo>
                <a:lnTo>
                  <a:pt x="1614051" y="3106031"/>
                </a:lnTo>
                <a:lnTo>
                  <a:pt x="0" y="310603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>
              <a:fillRect l="0" t="0" r="0" b="0"/>
            </a:stretch>
          </a:blipFill>
        </p:spPr>
      </p:sp>
      <p:sp>
        <p:nvSpPr>
          <p:cNvPr name="Freeform 23" id="23"/>
          <p:cNvSpPr/>
          <p:nvPr/>
        </p:nvSpPr>
        <p:spPr>
          <a:xfrm flipH="false" flipV="false" rot="0">
            <a:off x="16143403" y="3730043"/>
            <a:ext cx="2058807" cy="3641428"/>
          </a:xfrm>
          <a:custGeom>
            <a:avLst/>
            <a:gdLst/>
            <a:ahLst/>
            <a:cxnLst/>
            <a:rect r="r" b="b" t="t" l="l"/>
            <a:pathLst>
              <a:path h="3641428" w="2058807">
                <a:moveTo>
                  <a:pt x="0" y="0"/>
                </a:moveTo>
                <a:lnTo>
                  <a:pt x="2058808" y="0"/>
                </a:lnTo>
                <a:lnTo>
                  <a:pt x="2058808" y="3641428"/>
                </a:lnTo>
                <a:lnTo>
                  <a:pt x="0" y="3641428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>
              <a:fillRect l="0" t="0" r="0" b="0"/>
            </a:stretch>
          </a:blipFill>
        </p:spPr>
      </p:sp>
      <p:sp>
        <p:nvSpPr>
          <p:cNvPr name="Freeform 24" id="24"/>
          <p:cNvSpPr/>
          <p:nvPr/>
        </p:nvSpPr>
        <p:spPr>
          <a:xfrm flipH="false" flipV="false" rot="0">
            <a:off x="16028665" y="7428621"/>
            <a:ext cx="2116898" cy="2817561"/>
          </a:xfrm>
          <a:custGeom>
            <a:avLst/>
            <a:gdLst/>
            <a:ahLst/>
            <a:cxnLst/>
            <a:rect r="r" b="b" t="t" l="l"/>
            <a:pathLst>
              <a:path h="2817561" w="2116898">
                <a:moveTo>
                  <a:pt x="0" y="0"/>
                </a:moveTo>
                <a:lnTo>
                  <a:pt x="2116898" y="0"/>
                </a:lnTo>
                <a:lnTo>
                  <a:pt x="2116898" y="2817561"/>
                </a:lnTo>
                <a:lnTo>
                  <a:pt x="0" y="281756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>
              <a:fillRect l="0" t="0" r="0" b="0"/>
            </a:stretch>
          </a:blipFill>
        </p:spPr>
      </p:sp>
    </p:spTree>
  </p:cSld>
  <p:clrMapOvr>
    <a:masterClrMapping/>
  </p:clrMapOvr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213473" y="979371"/>
            <a:ext cx="3398784" cy="10572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99"/>
              </a:lnSpc>
            </a:pPr>
            <a:r>
              <a:rPr lang="en-US" sz="699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만리장성</a:t>
            </a:r>
          </a:p>
        </p:txBody>
      </p:sp>
      <p:sp>
        <p:nvSpPr>
          <p:cNvPr name="TextBox 3" id="3"/>
          <p:cNvSpPr txBox="true"/>
          <p:nvPr/>
        </p:nvSpPr>
        <p:spPr>
          <a:xfrm rot="0">
            <a:off x="90133" y="3048460"/>
            <a:ext cx="3398784" cy="1152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052"/>
              </a:lnSpc>
            </a:pPr>
            <a:r>
              <a:rPr lang="en-US" sz="7543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할리우드</a:t>
            </a:r>
          </a:p>
        </p:txBody>
      </p:sp>
      <p:sp>
        <p:nvSpPr>
          <p:cNvPr name="TextBox 4" id="4"/>
          <p:cNvSpPr txBox="true"/>
          <p:nvPr/>
        </p:nvSpPr>
        <p:spPr>
          <a:xfrm rot="0">
            <a:off x="-227377" y="4914869"/>
            <a:ext cx="3398784" cy="10763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332"/>
              </a:lnSpc>
            </a:pPr>
            <a:r>
              <a:rPr lang="en-US" sz="6943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콜로세움</a:t>
            </a:r>
          </a:p>
        </p:txBody>
      </p:sp>
      <p:sp>
        <p:nvSpPr>
          <p:cNvPr name="TextBox 5" id="5"/>
          <p:cNvSpPr txBox="true"/>
          <p:nvPr/>
        </p:nvSpPr>
        <p:spPr>
          <a:xfrm rot="0">
            <a:off x="-32574" y="9231055"/>
            <a:ext cx="3203980" cy="6667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232"/>
              </a:lnSpc>
            </a:pPr>
            <a:r>
              <a:rPr lang="en-US" sz="436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오페라 하우스</a:t>
            </a:r>
          </a:p>
        </p:txBody>
      </p:sp>
      <p:sp>
        <p:nvSpPr>
          <p:cNvPr name="TextBox 6" id="6"/>
          <p:cNvSpPr txBox="true"/>
          <p:nvPr/>
        </p:nvSpPr>
        <p:spPr>
          <a:xfrm rot="0">
            <a:off x="0" y="6982610"/>
            <a:ext cx="2455787" cy="104788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101"/>
              </a:lnSpc>
            </a:pPr>
            <a:r>
              <a:rPr lang="en-US" sz="675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경복궁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3681625" y="951944"/>
            <a:ext cx="2266908" cy="205841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77"/>
              </a:lnSpc>
            </a:pPr>
            <a:r>
              <a:rPr lang="en-US" sz="4481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엠파이어 스테이트 빌딩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6292881" y="1531121"/>
            <a:ext cx="3035097" cy="9334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20"/>
              </a:lnSpc>
            </a:pPr>
            <a:r>
              <a:rPr lang="en-US" sz="61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도쿄 타워</a:t>
            </a:r>
          </a:p>
        </p:txBody>
      </p:sp>
      <p:sp>
        <p:nvSpPr>
          <p:cNvPr name="TextBox 9" id="9"/>
          <p:cNvSpPr txBox="true"/>
          <p:nvPr/>
        </p:nvSpPr>
        <p:spPr>
          <a:xfrm rot="0">
            <a:off x="9232402" y="1023493"/>
            <a:ext cx="4175198" cy="1057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8254"/>
              </a:lnSpc>
            </a:pPr>
            <a:r>
              <a:rPr lang="en-US" sz="687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남산 타워</a:t>
            </a:r>
          </a:p>
        </p:txBody>
      </p:sp>
      <p:sp>
        <p:nvSpPr>
          <p:cNvPr name="TextBox 10" id="10"/>
          <p:cNvSpPr txBox="true"/>
          <p:nvPr/>
        </p:nvSpPr>
        <p:spPr>
          <a:xfrm rot="0">
            <a:off x="13239413" y="1934115"/>
            <a:ext cx="2646815" cy="6858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371"/>
              </a:lnSpc>
            </a:pPr>
            <a:r>
              <a:rPr lang="en-US" sz="4476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피사의 사탑</a:t>
            </a:r>
          </a:p>
        </p:txBody>
      </p:sp>
      <p:sp>
        <p:nvSpPr>
          <p:cNvPr name="TextBox 11" id="11"/>
          <p:cNvSpPr txBox="true"/>
          <p:nvPr/>
        </p:nvSpPr>
        <p:spPr>
          <a:xfrm rot="0">
            <a:off x="15952903" y="1438654"/>
            <a:ext cx="2335097" cy="9877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702"/>
              </a:lnSpc>
            </a:pPr>
            <a:r>
              <a:rPr lang="en-US" sz="6419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에펠탑</a:t>
            </a:r>
          </a:p>
        </p:txBody>
      </p:sp>
      <p:sp>
        <p:nvSpPr>
          <p:cNvPr name="TextBox 12" id="12"/>
          <p:cNvSpPr txBox="true"/>
          <p:nvPr/>
        </p:nvSpPr>
        <p:spPr>
          <a:xfrm rot="0">
            <a:off x="6445800" y="4809556"/>
            <a:ext cx="2925875" cy="2028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971"/>
              </a:lnSpc>
            </a:pPr>
            <a:r>
              <a:rPr lang="en-US" sz="6643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자유의 여신상</a:t>
            </a:r>
          </a:p>
        </p:txBody>
      </p:sp>
      <p:sp>
        <p:nvSpPr>
          <p:cNvPr name="TextBox 13" id="13"/>
          <p:cNvSpPr txBox="true"/>
          <p:nvPr/>
        </p:nvSpPr>
        <p:spPr>
          <a:xfrm rot="0">
            <a:off x="3302193" y="5489784"/>
            <a:ext cx="3123694" cy="8286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466"/>
              </a:lnSpc>
            </a:pPr>
            <a:r>
              <a:rPr lang="en-US" sz="538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에베레스트</a:t>
            </a:r>
          </a:p>
        </p:txBody>
      </p:sp>
      <p:sp>
        <p:nvSpPr>
          <p:cNvPr name="TextBox 14" id="14"/>
          <p:cNvSpPr txBox="true"/>
          <p:nvPr/>
        </p:nvSpPr>
        <p:spPr>
          <a:xfrm rot="0">
            <a:off x="3062328" y="8278555"/>
            <a:ext cx="3703780" cy="12287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9698"/>
              </a:lnSpc>
            </a:pPr>
            <a:r>
              <a:rPr lang="en-US" sz="808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스톤헨지</a:t>
            </a:r>
          </a:p>
        </p:txBody>
      </p:sp>
      <p:sp>
        <p:nvSpPr>
          <p:cNvPr name="TextBox 15" id="15"/>
          <p:cNvSpPr txBox="true"/>
          <p:nvPr/>
        </p:nvSpPr>
        <p:spPr>
          <a:xfrm rot="0">
            <a:off x="7220500" y="8479035"/>
            <a:ext cx="2094024" cy="88679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07"/>
              </a:lnSpc>
            </a:pPr>
            <a:r>
              <a:rPr lang="en-US" sz="5756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빅벤</a:t>
            </a:r>
          </a:p>
        </p:txBody>
      </p:sp>
      <p:sp>
        <p:nvSpPr>
          <p:cNvPr name="TextBox 16" id="16"/>
          <p:cNvSpPr txBox="true"/>
          <p:nvPr/>
        </p:nvSpPr>
        <p:spPr>
          <a:xfrm rot="0">
            <a:off x="9314525" y="5399471"/>
            <a:ext cx="2238525" cy="533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4242"/>
              </a:lnSpc>
            </a:pPr>
            <a:r>
              <a:rPr lang="en-US" sz="3535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타워 브릿지</a:t>
            </a:r>
          </a:p>
        </p:txBody>
      </p:sp>
      <p:sp>
        <p:nvSpPr>
          <p:cNvPr name="TextBox 17" id="17"/>
          <p:cNvSpPr txBox="true"/>
          <p:nvPr/>
        </p:nvSpPr>
        <p:spPr>
          <a:xfrm rot="0">
            <a:off x="10312062" y="3387585"/>
            <a:ext cx="2925875" cy="94297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7371"/>
              </a:lnSpc>
            </a:pPr>
            <a:r>
              <a:rPr lang="en-US" sz="6143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타지마할</a:t>
            </a:r>
          </a:p>
        </p:txBody>
      </p:sp>
      <p:sp>
        <p:nvSpPr>
          <p:cNvPr name="TextBox 18" id="18"/>
          <p:cNvSpPr txBox="true"/>
          <p:nvPr/>
        </p:nvSpPr>
        <p:spPr>
          <a:xfrm rot="0">
            <a:off x="9506291" y="7681388"/>
            <a:ext cx="2239832" cy="742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8"/>
              </a:lnSpc>
            </a:pPr>
            <a:r>
              <a:rPr lang="en-US" sz="47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스핑크스</a:t>
            </a:r>
          </a:p>
        </p:txBody>
      </p:sp>
      <p:sp>
        <p:nvSpPr>
          <p:cNvPr name="TextBox 19" id="19"/>
          <p:cNvSpPr txBox="true"/>
          <p:nvPr/>
        </p:nvSpPr>
        <p:spPr>
          <a:xfrm rot="0">
            <a:off x="9381200" y="9230162"/>
            <a:ext cx="2239832" cy="74295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5708"/>
              </a:lnSpc>
            </a:pPr>
            <a:r>
              <a:rPr lang="en-US" sz="4757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베네치아</a:t>
            </a:r>
          </a:p>
        </p:txBody>
      </p:sp>
      <p:sp>
        <p:nvSpPr>
          <p:cNvPr name="TextBox 20" id="20"/>
          <p:cNvSpPr txBox="true"/>
          <p:nvPr/>
        </p:nvSpPr>
        <p:spPr>
          <a:xfrm rot="0">
            <a:off x="11830562" y="8363800"/>
            <a:ext cx="3998516" cy="8382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91"/>
              </a:lnSpc>
            </a:pPr>
            <a:r>
              <a:rPr lang="en-US" sz="5492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그랜드 캐니언</a:t>
            </a:r>
          </a:p>
        </p:txBody>
      </p:sp>
      <p:sp>
        <p:nvSpPr>
          <p:cNvPr name="TextBox 21" id="21"/>
          <p:cNvSpPr txBox="true"/>
          <p:nvPr/>
        </p:nvSpPr>
        <p:spPr>
          <a:xfrm rot="0">
            <a:off x="11554748" y="5656646"/>
            <a:ext cx="2107411" cy="89240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51"/>
              </a:lnSpc>
            </a:pPr>
            <a:r>
              <a:rPr lang="en-US" sz="5793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63빌딩</a:t>
            </a:r>
          </a:p>
        </p:txBody>
      </p:sp>
      <p:sp>
        <p:nvSpPr>
          <p:cNvPr name="TextBox 22" id="22"/>
          <p:cNvSpPr txBox="true"/>
          <p:nvPr/>
        </p:nvSpPr>
        <p:spPr>
          <a:xfrm rot="0">
            <a:off x="16311981" y="4676803"/>
            <a:ext cx="2118398" cy="178449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988"/>
              </a:lnSpc>
            </a:pPr>
            <a:r>
              <a:rPr lang="en-US" sz="5823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부르즈 할리파</a:t>
            </a:r>
          </a:p>
        </p:txBody>
      </p:sp>
      <p:sp>
        <p:nvSpPr>
          <p:cNvPr name="TextBox 23" id="23"/>
          <p:cNvSpPr txBox="true"/>
          <p:nvPr/>
        </p:nvSpPr>
        <p:spPr>
          <a:xfrm rot="0">
            <a:off x="13560326" y="5143955"/>
            <a:ext cx="2342158" cy="16764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526"/>
              </a:lnSpc>
            </a:pPr>
            <a:r>
              <a:rPr lang="en-US" sz="543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모아이 석상</a:t>
            </a:r>
          </a:p>
        </p:txBody>
      </p:sp>
      <p:sp>
        <p:nvSpPr>
          <p:cNvPr name="TextBox 24" id="24"/>
          <p:cNvSpPr txBox="true"/>
          <p:nvPr/>
        </p:nvSpPr>
        <p:spPr>
          <a:xfrm rot="0">
            <a:off x="15916035" y="8632396"/>
            <a:ext cx="2342158" cy="762000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046"/>
              </a:lnSpc>
            </a:pPr>
            <a:r>
              <a:rPr lang="en-US" sz="5038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피라미드</a:t>
            </a:r>
          </a:p>
        </p:txBody>
      </p:sp>
    </p:spTree>
  </p:cSld>
  <p:clrMapOvr>
    <a:masterClrMapping/>
  </p:clrMapOvr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FFFA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name="Picture 2" id="2"/>
          <p:cNvPicPr>
            <a:picLocks noChangeAspect="true"/>
          </p:cNvPicPr>
          <p:nvPr/>
        </p:nvPicPr>
        <p:blipFill>
          <a:blip r:embed="rId2"/>
          <a:srcRect l="0" t="0" r="0" b="0"/>
          <a:stretch>
            <a:fillRect/>
          </a:stretch>
        </p:blipFill>
        <p:spPr>
          <a:xfrm flipH="false" flipV="false" rot="-7408585">
            <a:off x="4499355" y="-533795"/>
            <a:ext cx="9289290" cy="10369815"/>
          </a:xfrm>
          <a:prstGeom prst="rect">
            <a:avLst/>
          </a:prstGeom>
        </p:spPr>
      </p:pic>
      <p:sp>
        <p:nvSpPr>
          <p:cNvPr name="TextBox 3" id="3"/>
          <p:cNvSpPr txBox="true"/>
          <p:nvPr/>
        </p:nvSpPr>
        <p:spPr>
          <a:xfrm rot="0">
            <a:off x="4421807" y="4181475"/>
            <a:ext cx="9444385" cy="19145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5000"/>
              </a:lnSpc>
            </a:pPr>
            <a:r>
              <a:rPr lang="en-US" sz="12500">
                <a:solidFill>
                  <a:srgbClr val="000000"/>
                </a:solidFill>
                <a:latin typeface="무궁화 고딕"/>
                <a:ea typeface="무궁화 고딕"/>
                <a:cs typeface="무궁화 고딕"/>
                <a:sym typeface="무궁화 고딕"/>
              </a:rPr>
              <a:t>감사합니다!</a:t>
            </a:r>
          </a:p>
        </p:txBody>
      </p:sp>
      <p:pic>
        <p:nvPicPr>
          <p:cNvPr name="Picture 4" id="4"/>
          <p:cNvPicPr>
            <a:picLocks noChangeAspect="true"/>
          </p:cNvPicPr>
          <p:nvPr/>
        </p:nvPicPr>
        <p:blipFill>
          <a:blip r:embed="rId3"/>
          <a:srcRect l="62989" t="67035" r="0" b="0"/>
          <a:stretch>
            <a:fillRect/>
          </a:stretch>
        </p:blipFill>
        <p:spPr>
          <a:xfrm flipH="false" flipV="false" rot="5400000">
            <a:off x="-202103" y="6179918"/>
            <a:ext cx="4312936" cy="3841377"/>
          </a:xfrm>
          <a:prstGeom prst="rect">
            <a:avLst/>
          </a:prstGeom>
        </p:spPr>
      </p:pic>
      <p:pic>
        <p:nvPicPr>
          <p:cNvPr name="Picture 5" id="5"/>
          <p:cNvPicPr>
            <a:picLocks noChangeAspect="true"/>
          </p:cNvPicPr>
          <p:nvPr/>
        </p:nvPicPr>
        <p:blipFill>
          <a:blip r:embed="rId4"/>
          <a:srcRect l="0" t="0" r="0" b="0"/>
          <a:stretch>
            <a:fillRect/>
          </a:stretch>
        </p:blipFill>
        <p:spPr>
          <a:xfrm flipH="false" flipV="false" rot="0">
            <a:off x="11640279" y="-4239083"/>
            <a:ext cx="8152651" cy="847816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DAHH9SRvVwE</dc:identifier>
  <dcterms:modified xsi:type="dcterms:W3CDTF">2011-08-01T06:04:30Z</dcterms:modified>
  <cp:revision>1</cp:revision>
  <dc:title>[Sunday Play] 순간 포착(ppt)</dc:title>
</cp:coreProperties>
</file>