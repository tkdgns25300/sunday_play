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</p:sldIdLst>
  <p:sldSz cx="18288000" cy="10287000"/>
  <p:notesSz cx="6858000" cy="9144000"/>
  <p:embeddedFontLst>
    <p:embeddedFont>
      <p:font typeface="Jua" charset="1" panose="00000000000000000000"/>
      <p:regular r:id="rId91"/>
    </p:embeddedFont>
    <p:embeddedFont>
      <p:font typeface="TDTD갬성명조" charset="1" panose="02000503000000000000"/>
      <p:regular r:id="rId92"/>
    </p:embeddedFont>
    <p:embeddedFont>
      <p:font typeface="TDTD가온" charset="1" panose="02000503000000000000"/>
      <p:regular r:id="rId9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fonts/font91.fntdata" Type="http://schemas.openxmlformats.org/officeDocument/2006/relationships/font"/><Relationship Id="rId92" Target="fonts/font92.fntdata" Type="http://schemas.openxmlformats.org/officeDocument/2006/relationships/font"/><Relationship Id="rId93" Target="fonts/font93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초성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6944841" cy="1779769"/>
            <a:chOff x="0" y="0"/>
            <a:chExt cx="9259787" cy="237302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0584"/>
              <a:ext cx="9259787" cy="992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3"/>
                </a:lnSpc>
              </a:pPr>
              <a:r>
                <a:rPr lang="en-US" sz="4480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화면에 단어의 초성이 나타납니다.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71450"/>
              <a:ext cx="6217692" cy="11692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7"/>
                </a:lnSpc>
              </a:pPr>
              <a:r>
                <a:rPr lang="en-US" sz="492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1405" y="8072734"/>
            <a:ext cx="7584755" cy="1778769"/>
            <a:chOff x="0" y="0"/>
            <a:chExt cx="10113007" cy="2371692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7534"/>
              <a:ext cx="9958397" cy="994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84"/>
                </a:lnSpc>
              </a:pPr>
              <a:r>
                <a:rPr lang="en-US" sz="448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가장 많은 점수를 얻은 팀이 우승!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71450"/>
              <a:ext cx="10113007" cy="1171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19"/>
                </a:lnSpc>
              </a:pPr>
              <a:r>
                <a:rPr lang="en-US" sz="4938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98474" y="3908765"/>
            <a:ext cx="7891051" cy="2570047"/>
            <a:chOff x="0" y="0"/>
            <a:chExt cx="10521401" cy="342673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5218"/>
              <a:ext cx="10521401" cy="2051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팀 구호를 외치거나 정답을 가장 먼저</a:t>
              </a:r>
            </a:p>
            <a:p>
              <a:pPr algn="l">
                <a:lnSpc>
                  <a:spcPts val="6275"/>
                </a:lnSpc>
              </a:pPr>
              <a:r>
                <a:rPr lang="en-US" sz="4482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외친 팀에게 기회가 주어집니다.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71450"/>
              <a:ext cx="6486548" cy="11695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409"/>
                </a:lnSpc>
              </a:pPr>
              <a:r>
                <a:rPr lang="en-US" sz="493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초성 퀴즈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카테고리 : 🍔 음식 🍔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ㅂㅇㅃ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ㅂㅇㅃ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겨울 간식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붕어빵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ㄱㄱㅁ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ㄱㄱㅁ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노란색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고구마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ㄸㅂㅇ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ㄸㅂㅇ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매워요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떡볶이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ㄱㅊㅉㄱ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ㄱㅊㅉㄱ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한식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김치찌개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ㅊㅋㅋㅇㅋ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ㅊㅋㅋㅇㅋ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디저트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초코케이크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카테고리 : 🐾 동물 🐾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ㅎㄹㅇ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ㅎㄹㅇ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맹수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호랑이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ㅋㄲㄹ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ㅋㄲㄹ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코가 길어요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코끼리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ㅍㄱ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ㅍㄱ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뒤뚱뒤뚱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펭귄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ㅋㅇㅌ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ㅋㅇㅌ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혼성그룹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코요태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ㅊㅍㅈ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사람과 비슷해요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ㅊㅍㅈ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침팬지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카테고리 : 📍 장소 📍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ㄴㅇㄱㅇ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ㄴㅇㄱㅇ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놀러가요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놀이공원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ㄷㅅㄱ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ㄷㅅㄱ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책이 많아요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도서관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ㅍㅇㅈ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ㅍㅇㅈ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24시간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편의점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ㅊㅁㄷ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ㅊㅁㄷ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별을 관측해요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천문대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ㄱㅎㅇㅅㄷ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법을 만들어요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ㄱㅎㅇㅅㄷ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국회의사당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카테고리 : 👤 인물 👤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ㅇㅅㅅ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ㅇㅅㅅ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거북선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이순신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ㅅㅈㄷㅇ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ㅅㅈㄷㅇ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훈민정음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세종대왕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ㅇㅈㄱ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ㅇㅈㄱ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하얼빈 의사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안중근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ㄱㄱㅌㄷㅇ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ㄱㄱㅌㄷㅇ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고구려 왕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광개토대왕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ㅇㅈㅁㄷ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살수대첩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ㅇㅈㅁㄷ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을지문덕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895725"/>
            <a:ext cx="1736473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카테고리 : 🎄 문화/생활 🎄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ㅇㅎ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ㅇㅎ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극장에서 봐요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영화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ㅈㅈㄱ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ㅈㅈㄱ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두 바퀴로 가요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자전거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ㅋㅍㅌ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ㅋㅍㅌ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인터넷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컴퓨터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ㅋㄹㅅㅁㅅ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ㅋㄹㅅㅁㅅ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6533441"/>
            <a:ext cx="17364730" cy="195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1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예수님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크리스마스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ㅎㄷㅈㅎ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6785853"/>
            <a:ext cx="17364730" cy="151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0"/>
              </a:lnSpc>
            </a:pPr>
            <a:r>
              <a:rPr lang="en-US" sz="86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Hint : 전화도 하고 게임도 해요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ㅎㄷㅈㅎ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1635" y="3152775"/>
            <a:ext cx="17364730" cy="351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0"/>
              </a:lnSpc>
            </a:pPr>
            <a:r>
              <a:rPr lang="en-US" sz="200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휴대전화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DAHGWbpTErA</dc:identifier>
  <dcterms:modified xsi:type="dcterms:W3CDTF">2011-08-01T06:04:30Z</dcterms:modified>
  <cp:revision>1</cp:revision>
  <dc:title>[Sunday Play] 초성 퀴즈</dc:title>
</cp:coreProperties>
</file>