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8288000" cy="10287000"/>
  <p:notesSz cx="6858000" cy="9144000"/>
  <p:embeddedFontLst>
    <p:embeddedFont>
      <p:font typeface="Jua" charset="1" panose="00000000000000000000"/>
      <p:regular r:id="rId21"/>
    </p:embeddedFont>
    <p:embeddedFont>
      <p:font typeface="TDTD갬성명조" charset="1" panose="02000503000000000000"/>
      <p:regular r:id="rId22"/>
    </p:embeddedFont>
    <p:embeddedFont>
      <p:font typeface="TDTD가온" charset="1" panose="0200050300000000000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릴레이 초상화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0694683" cy="2573620"/>
            <a:chOff x="0" y="0"/>
            <a:chExt cx="14259577" cy="3431493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0584"/>
              <a:ext cx="14259577" cy="20509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73"/>
                </a:lnSpc>
              </a:pP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각 팀에서 맞추는 사람 1명, 모델 1명을 정합니다.                                 </a:t>
              </a:r>
            </a:p>
            <a:p>
              <a:pPr algn="l">
                <a:lnSpc>
                  <a:spcPts val="6273"/>
                </a:lnSpc>
              </a:pP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맞추는 사람은 뒤돌아 있고, 모델은</a:t>
              </a: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 앞에 섭니다. 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71450"/>
              <a:ext cx="9574913" cy="11692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193423" y="7382817"/>
            <a:ext cx="5459176" cy="2574122"/>
            <a:chOff x="0" y="0"/>
            <a:chExt cx="7278901" cy="3432162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7534"/>
              <a:ext cx="7167620" cy="20546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84"/>
                </a:lnSpc>
              </a:pPr>
              <a:r>
                <a:rPr lang="en-US" sz="448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맞추는 사람이 그림만 보고</a:t>
              </a:r>
              <a:r>
                <a:rPr lang="en-US" sz="448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 누구인지 맞히면 성공! 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71450"/>
              <a:ext cx="7278901" cy="1171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621704" y="3960731"/>
            <a:ext cx="10397630" cy="2570047"/>
            <a:chOff x="0" y="0"/>
            <a:chExt cx="13863507" cy="3426730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75218"/>
              <a:ext cx="13863507" cy="20515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화면에 나오는 부위를 한 명씩                                           </a:t>
              </a:r>
            </a:p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모델의 등 뒤로 가서 그리고 돌아옵니다.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71450"/>
              <a:ext cx="6898637" cy="11695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릴레이 초상화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얼굴형 그려주세요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왼쪽 눈 그려주세요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코 그려주세요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908056" y="3895725"/>
            <a:ext cx="12471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오른쪽 귀 그려주세요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입 그려주세요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133812" y="3895725"/>
            <a:ext cx="1402037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오른쪽 눈썹 그려주세요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왼쪽 귀 그려주세요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95135" y="3895725"/>
            <a:ext cx="14697730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머리카락 그려주세요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998293" y="3895725"/>
            <a:ext cx="12291414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오른쪽 눈 그려주세요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015714" y="3895725"/>
            <a:ext cx="14256572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왼쪽 눈썹 그려주세요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DAHHNhUNQj4</dc:identifier>
  <dcterms:modified xsi:type="dcterms:W3CDTF">2011-08-01T06:04:30Z</dcterms:modified>
  <cp:revision>1</cp:revision>
  <dc:title>[Sunday Play] 릴레이 초상화</dc:title>
</cp:coreProperties>
</file>