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무궁화 고딕" charset="1" panose="02020603020101020101"/>
      <p:regular r:id="rId11"/>
    </p:embeddedFont>
    <p:embeddedFont>
      <p:font typeface="무궁화 고딕 Bold" charset="1" panose="02020603020101020101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신문지 서바이벌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83014" y="9822180"/>
            <a:ext cx="331976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9591749" cy="2601393"/>
            <a:chOff x="0" y="0"/>
            <a:chExt cx="12788998" cy="34685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48191"/>
              <a:ext cx="12788998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팀별로 신문지 1장 위에 전원이 올라가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10초를 버티세요.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298371" cy="123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03642" y="8200435"/>
            <a:ext cx="6957237" cy="1838937"/>
            <a:chOff x="0" y="0"/>
            <a:chExt cx="9276316" cy="24519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71383"/>
              <a:ext cx="9188125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많이 접고도 버틴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9276316" cy="124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37811" y="3902254"/>
            <a:ext cx="9376340" cy="2596832"/>
            <a:chOff x="0" y="0"/>
            <a:chExt cx="12501787" cy="346244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42109"/>
              <a:ext cx="1250178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통과하면 신문지를 반으로 접고 다시 도전!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탈락하면 끝!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5178984" cy="123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신문지 서바이벌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83014" y="9822180"/>
            <a:ext cx="331976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DAHH9Fe5Tgg</dc:identifier>
  <dcterms:modified xsi:type="dcterms:W3CDTF">2011-08-01T06:04:30Z</dcterms:modified>
  <cp:revision>1</cp:revision>
  <dc:title>[Sunday Play] 신문지 서바이벌(ppt)</dc:title>
</cp:coreProperties>
</file>