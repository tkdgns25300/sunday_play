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색판 뒤집기 빙고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103056" y="4722072"/>
            <a:ext cx="3461872" cy="7667984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6010" y="286490"/>
            <a:ext cx="10830855" cy="2313869"/>
            <a:chOff x="0" y="0"/>
            <a:chExt cx="14441140" cy="308515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50128"/>
              <a:ext cx="14441140" cy="1735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20421" indent="-410210" lvl="1">
                <a:lnSpc>
                  <a:spcPts val="5320"/>
                </a:lnSpc>
                <a:buFont typeface="Arial"/>
                <a:buChar char="•"/>
              </a:pP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팀을 2팀으로 나누고</a:t>
              </a: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각 팀 색상을 정합니다.(빨강 vs 파랑)   </a:t>
              </a:r>
            </a:p>
            <a:p>
              <a:pPr algn="l" marL="820421" indent="-410210" lvl="1">
                <a:lnSpc>
                  <a:spcPts val="5320"/>
                </a:lnSpc>
                <a:buFont typeface="Arial"/>
                <a:buChar char="•"/>
              </a:pPr>
              <a:r>
                <a:rPr lang="en-US" sz="38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색판을 배치하고 출발선에 일렬로 줄을 섭니다! 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52400"/>
              <a:ext cx="10684245" cy="1065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23"/>
                </a:lnSpc>
              </a:pPr>
              <a:r>
                <a:rPr lang="en-US" sz="455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1210" y="7319739"/>
            <a:ext cx="11056790" cy="2967261"/>
            <a:chOff x="0" y="0"/>
            <a:chExt cx="14742386" cy="39563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32315"/>
              <a:ext cx="14742386" cy="262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20414" indent="-410207" lvl="1">
                <a:lnSpc>
                  <a:spcPts val="5319"/>
                </a:lnSpc>
                <a:buFont typeface="Arial"/>
                <a:buChar char="•"/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가로·세로·대각선</a:t>
              </a: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한 줄이 자기 팀 색 → "빙고!" 라운드 승리!</a:t>
              </a:r>
            </a:p>
            <a:p>
              <a:pPr algn="l" marL="820414" indent="-410207" lvl="1">
                <a:lnSpc>
                  <a:spcPts val="5319"/>
                </a:lnSpc>
                <a:buFont typeface="Arial"/>
                <a:buChar char="•"/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여러 라운드 반복 후 최다 승 팀이 최종 우승!</a:t>
              </a:r>
            </a:p>
            <a:p>
              <a:pPr algn="l">
                <a:lnSpc>
                  <a:spcPts val="531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61925"/>
              <a:ext cx="14742386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49"/>
                </a:lnSpc>
              </a:pPr>
              <a:r>
                <a:rPr lang="en-US" sz="4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98318" y="3326495"/>
            <a:ext cx="11690180" cy="3634011"/>
            <a:chOff x="0" y="0"/>
            <a:chExt cx="15586907" cy="48453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32315"/>
              <a:ext cx="15586907" cy="3513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20414" indent="-410207" lvl="1">
                <a:lnSpc>
                  <a:spcPts val="5319"/>
                </a:lnSpc>
                <a:buFont typeface="Arial"/>
                <a:buChar char="•"/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"</a:t>
              </a: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시작" 신호에 양팀 첫 주자가 동시에 출발합니다.                                             </a:t>
              </a:r>
            </a:p>
            <a:p>
              <a:pPr algn="l" marL="820414" indent="-410207" lvl="1">
                <a:lnSpc>
                  <a:spcPts val="5319"/>
                </a:lnSpc>
                <a:buFont typeface="Arial"/>
                <a:buChar char="•"/>
              </a:pPr>
              <a:r>
                <a:rPr lang="en-US" sz="37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색판 1장을 자기 팀 색으로 뒤집고, 돌아와 하이파이브로 교대합니다. 상대 팀의 색판도 뒤집을 수 있습니다!    </a:t>
              </a:r>
            </a:p>
            <a:p>
              <a:pPr algn="l">
                <a:lnSpc>
                  <a:spcPts val="531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10551700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49"/>
                </a:lnSpc>
              </a:pPr>
              <a:r>
                <a:rPr lang="en-US" sz="44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색판 뒤집기 빙고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DAHFJEQBwLI</dc:identifier>
  <dcterms:modified xsi:type="dcterms:W3CDTF">2011-08-01T06:04:30Z</dcterms:modified>
  <cp:revision>1</cp:revision>
  <dc:title>[Sunday Play] 색판 뒤집기 빙고</dc:title>
</cp:coreProperties>
</file>