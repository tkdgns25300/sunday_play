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무궁화 고딕" charset="1" panose="02020603020101020101"/>
      <p:regular r:id="rId24"/>
    </p:embeddedFont>
    <p:embeddedFont>
      <p:font typeface="무궁화 고딕 Bold" charset="1" panose="02020603020101020101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신문지 퍼즐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2066" y="9822180"/>
            <a:ext cx="3680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9230801" cy="2601393"/>
            <a:chOff x="0" y="0"/>
            <a:chExt cx="12307735" cy="34685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48191"/>
              <a:ext cx="12307735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팀을 나누고 각 팀에게 신문지, 가위, 풀, 도화지를 나눠줍니다.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298371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02326" y="8200435"/>
            <a:ext cx="7745305" cy="1838937"/>
            <a:chOff x="0" y="0"/>
            <a:chExt cx="10327074" cy="24519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71383"/>
              <a:ext cx="10228893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빨리 단어를 완성한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0327074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75356" y="4370035"/>
            <a:ext cx="9737287" cy="2596832"/>
            <a:chOff x="0" y="0"/>
            <a:chExt cx="12983050" cy="346244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42109"/>
              <a:ext cx="12983050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주어진 단어가 공개되면, 신문지에서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글자를 찾아 오려서 도화지에 붙이세요!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799240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신문지 퍼즐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2066" y="9822180"/>
            <a:ext cx="3680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사랑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은혜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기쁨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소망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예수님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십자가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부활절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축복합니다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쉬지 말고 기도하라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하나님은 사랑이시라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범사에 감사하라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DAHH9HQ4P4g</dc:identifier>
  <dcterms:modified xsi:type="dcterms:W3CDTF">2011-08-01T06:04:30Z</dcterms:modified>
  <cp:revision>1</cp:revision>
  <dc:title>[Sunday Play] 신문지 퍼즐(ppt)</dc:title>
</cp:coreProperties>
</file>