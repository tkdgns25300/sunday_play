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Jua" charset="1" panose="00000000000000000000"/>
      <p:regular r:id="rId11"/>
    </p:embeddedFont>
    <p:embeddedFont>
      <p:font typeface="TDTD갬성명조" charset="1" panose="02000503000000000000"/>
      <p:regular r:id="rId12"/>
    </p:embeddedFont>
    <p:embeddedFont>
      <p:font typeface="TDTD가온" charset="1" panose="0200050300000000000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1초 송퀴즈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1933749" cy="2128845"/>
            <a:chOff x="0" y="0"/>
            <a:chExt cx="15911666" cy="283846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15026"/>
              <a:ext cx="15911666" cy="1223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699"/>
                </a:lnSpc>
              </a:pPr>
              <a:r>
                <a:rPr lang="en-US" sz="5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노래가 1초만 재생됩니다. 집중하세요!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200025"/>
              <a:ext cx="10684245" cy="140652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799"/>
                </a:lnSpc>
              </a:pPr>
              <a:r>
                <a:rPr lang="en-US" sz="59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392761" y="7389599"/>
            <a:ext cx="6694713" cy="2123982"/>
            <a:chOff x="0" y="0"/>
            <a:chExt cx="8926284" cy="283197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608541"/>
              <a:ext cx="8785636" cy="12234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699"/>
                </a:lnSpc>
              </a:pPr>
              <a:r>
                <a:rPr lang="en-US" sz="5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많이 맞춘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200025"/>
              <a:ext cx="8926284" cy="140652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799"/>
                </a:lnSpc>
              </a:pPr>
              <a:r>
                <a:rPr lang="en-US" sz="59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893094" y="3710034"/>
            <a:ext cx="8501812" cy="2123982"/>
            <a:chOff x="0" y="0"/>
            <a:chExt cx="11335749" cy="2831976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08540"/>
              <a:ext cx="11335749" cy="12234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699"/>
                </a:lnSpc>
              </a:pPr>
              <a:r>
                <a:rPr lang="en-US" sz="5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어떤 노래인지 가장 먼저 외치세요!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200025"/>
              <a:ext cx="7235855" cy="140652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799"/>
                </a:lnSpc>
              </a:pPr>
              <a:r>
                <a:rPr lang="en-US" sz="59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1초 송퀴즈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DAHFtDnXk48</dc:identifier>
  <dcterms:modified xsi:type="dcterms:W3CDTF">2011-08-01T06:04:30Z</dcterms:modified>
  <cp:revision>1</cp:revision>
  <dc:title>[Sunday Play] 이모티콘 영화 퀴즈의 사본</dc:title>
</cp:coreProperties>
</file>