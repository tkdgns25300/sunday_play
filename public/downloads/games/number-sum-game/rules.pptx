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무궁화 고딕" charset="1" panose="02020603020101020101"/>
      <p:regular r:id="rId22"/>
    </p:embeddedFont>
    <p:embeddedFont>
      <p:font typeface="무궁화 고딕 Bold" charset="1" panose="02020603020101020101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계산합시다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141856" y="9822180"/>
            <a:ext cx="3760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57737" y="564396"/>
            <a:ext cx="10108960" cy="2845676"/>
            <a:chOff x="0" y="0"/>
            <a:chExt cx="13478613" cy="37942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50544"/>
              <a:ext cx="13478613" cy="2443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숫자</a:t>
              </a:r>
              <a:r>
                <a:rPr lang="en-US" sz="3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카드를 1장씩 받고, 팀별로 원형으로 둘러앉습니다.                                                                    </a:t>
              </a:r>
            </a:p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(자기 숫자를 확인하고 기억하세요!)   </a:t>
              </a:r>
            </a:p>
            <a:p>
              <a:pPr algn="l">
                <a:lnSpc>
                  <a:spcPts val="490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684245" cy="9610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23"/>
                </a:lnSpc>
              </a:pPr>
              <a:r>
                <a:rPr lang="en-US" sz="455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99644" y="7549671"/>
            <a:ext cx="7913775" cy="2212880"/>
            <a:chOff x="0" y="0"/>
            <a:chExt cx="10551700" cy="29505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51365"/>
              <a:ext cx="10551700" cy="1599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카드를 높이 들어 진행자에게 확인!                                                                              </a:t>
              </a:r>
            </a:p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먼저 정확히 맞춘 팀이 득점! 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0551700" cy="949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87112" y="3768340"/>
            <a:ext cx="7913775" cy="3451130"/>
            <a:chOff x="0" y="0"/>
            <a:chExt cx="10551700" cy="460150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51365"/>
              <a:ext cx="10551700" cy="3250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진행자가 인원수와 목표 숫자</a:t>
              </a: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를 부릅니다.                                                                           </a:t>
              </a:r>
            </a:p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예: "3명이서 합쳐서 15!"                  </a:t>
              </a:r>
            </a:p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→ 해당하는 사람들이 원 중앙으로 모입니다.</a:t>
              </a:r>
            </a:p>
            <a:p>
              <a:pPr algn="l">
                <a:lnSpc>
                  <a:spcPts val="489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10551700" cy="949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계산합시다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141856" y="9822180"/>
            <a:ext cx="3760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81475"/>
            <a:ext cx="16070423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2명을 합해 7을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91000"/>
            <a:ext cx="16070423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0"/>
              </a:lnSpc>
            </a:pPr>
            <a:r>
              <a:rPr lang="en-US" sz="124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2명을 합해 10을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91000"/>
            <a:ext cx="16070423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0"/>
              </a:lnSpc>
            </a:pPr>
            <a:r>
              <a:rPr lang="en-US" sz="124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3명을 합해 12를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81475"/>
            <a:ext cx="16070423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3명을 합해 15를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81475"/>
            <a:ext cx="16070423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1명을 합해 7을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214813"/>
            <a:ext cx="1607042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3명을 합해 20을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81475"/>
            <a:ext cx="16070423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4명을 합해 18을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181475"/>
            <a:ext cx="16070423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2명을 합해 3을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214813"/>
            <a:ext cx="1607042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4명을 합해 25를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219575"/>
            <a:ext cx="1607042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5명을 합해 30을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4219575"/>
            <a:ext cx="1607042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 Bold"/>
                <a:ea typeface="무궁화 고딕 Bold"/>
                <a:cs typeface="무궁화 고딕 Bold"/>
                <a:sym typeface="무궁화 고딕 Bold"/>
              </a:rPr>
              <a:t>9명을 합해 45를 만드세요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DAHH2mDqSLc</dc:identifier>
  <dcterms:modified xsi:type="dcterms:W3CDTF">2011-08-01T06:04:30Z</dcterms:modified>
  <cp:revision>1</cp:revision>
  <dc:title>[Sunday Play] 계산합시다(ppt)</dc:title>
</cp:coreProperties>
</file>