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8288000" cy="10287000"/>
  <p:notesSz cx="6858000" cy="9144000"/>
  <p:embeddedFontLst>
    <p:embeddedFont>
      <p:font typeface="Jua" charset="1" panose="00000000000000000000"/>
      <p:regular r:id="rId10"/>
    </p:embeddedFont>
    <p:embeddedFont>
      <p:font typeface="TDTD갬성명조" charset="1" panose="02000503000000000000"/>
      <p:regular r:id="rId11"/>
    </p:embeddedFont>
    <p:embeddedFont>
      <p:font typeface="TDTD가온" charset="1" panose="02000503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Relationship Id="rId4" Target="../media/image7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사진 스탑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2619696" cy="2100123"/>
            <a:chOff x="0" y="0"/>
            <a:chExt cx="16826261" cy="2800164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15940"/>
              <a:ext cx="16826261" cy="11842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02"/>
                </a:lnSpc>
              </a:pPr>
              <a:r>
                <a:rPr lang="en-US" sz="5287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화면에 다양한 사진이 빠르게 넘어갑니다.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90500"/>
              <a:ext cx="11298371" cy="13678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732494" y="7809938"/>
            <a:ext cx="7555506" cy="2034517"/>
            <a:chOff x="0" y="0"/>
            <a:chExt cx="10074008" cy="271268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42808"/>
              <a:ext cx="9978234" cy="11698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20"/>
                </a:lnSpc>
              </a:pPr>
              <a:r>
                <a:rPr lang="en-US" sz="53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사람이 가장 많은 사진이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90500"/>
              <a:ext cx="10074008" cy="13744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927128" y="3458624"/>
            <a:ext cx="11787343" cy="3036981"/>
            <a:chOff x="0" y="0"/>
            <a:chExt cx="15716458" cy="4049308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21596"/>
              <a:ext cx="15716458" cy="2427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15"/>
                </a:lnSpc>
              </a:pPr>
              <a:r>
                <a:rPr lang="en-US" sz="52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타이밍을 잡고 "스탑"하세요!</a:t>
              </a:r>
            </a:p>
            <a:p>
              <a:pPr algn="l">
                <a:lnSpc>
                  <a:spcPts val="7415"/>
                </a:lnSpc>
              </a:pPr>
              <a:r>
                <a:rPr lang="en-US" sz="52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사진이 멈추면 사진 속 사람 수를 셉니다.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90500"/>
              <a:ext cx="5799240" cy="13699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사진 스탑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DAHGFYRMtaI</dc:identifier>
  <dcterms:modified xsi:type="dcterms:W3CDTF">2011-08-01T06:04:30Z</dcterms:modified>
  <cp:revision>1</cp:revision>
  <dc:title>[Sunday Play] 사진 스탑</dc:title>
</cp:coreProperties>
</file>