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slide+xml" PartName="/ppt/slides/slide30.xml"/>
  <Override ContentType="application/vnd.openxmlformats-officedocument.presentationml.slide+xml" PartName="/ppt/slides/slide31.xml"/>
  <Override ContentType="application/vnd.openxmlformats-officedocument.presentationml.slide+xml" PartName="/ppt/slides/slide32.xml"/>
  <Override ContentType="application/vnd.openxmlformats-officedocument.presentationml.slide+xml" PartName="/ppt/slides/slide33.xml"/>
  <Override ContentType="application/vnd.openxmlformats-officedocument.presentationml.slide+xml" PartName="/ppt/slides/slide34.xml"/>
  <Override ContentType="application/vnd.openxmlformats-officedocument.presentationml.slide+xml" PartName="/ppt/slides/slide35.xml"/>
  <Override ContentType="application/vnd.openxmlformats-officedocument.presentationml.slide+xml" PartName="/ppt/slides/slide36.xml"/>
  <Override ContentType="application/vnd.openxmlformats-officedocument.presentationml.slide+xml" PartName="/ppt/slides/slide37.xml"/>
  <Override ContentType="application/vnd.openxmlformats-officedocument.presentationml.slide+xml" PartName="/ppt/slides/slide38.xml"/>
  <Override ContentType="application/vnd.openxmlformats-officedocument.presentationml.slide+xml" PartName="/ppt/slides/slide39.xml"/>
  <Override ContentType="application/vnd.openxmlformats-officedocument.presentationml.slide+xml" PartName="/ppt/slides/slide40.xml"/>
  <Override ContentType="application/vnd.openxmlformats-officedocument.presentationml.slide+xml" PartName="/ppt/slides/slide41.xml"/>
  <Override ContentType="application/vnd.openxmlformats-officedocument.presentationml.slide+xml" PartName="/ppt/slides/slide42.xml"/>
  <Override ContentType="application/vnd.openxmlformats-officedocument.presentationml.slide+xml" PartName="/ppt/slides/slide43.xml"/>
  <Override ContentType="application/vnd.openxmlformats-officedocument.presentationml.slide+xml" PartName="/ppt/slides/slide44.xml"/>
  <Override ContentType="application/vnd.openxmlformats-officedocument.presentationml.slide+xml" PartName="/ppt/slides/slide4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</p:sldIdLst>
  <p:sldSz cx="18288000" cy="10287000"/>
  <p:notesSz cx="6858000" cy="9144000"/>
  <p:embeddedFontLst>
    <p:embeddedFont>
      <p:font typeface="Jua" charset="1" panose="00000000000000000000"/>
      <p:regular r:id="rId51"/>
    </p:embeddedFont>
    <p:embeddedFont>
      <p:font typeface="TDTD갬성명조" charset="1" panose="02000503000000000000"/>
      <p:regular r:id="rId52"/>
    </p:embeddedFont>
    <p:embeddedFont>
      <p:font typeface="TDTD가온" charset="1" panose="02000503000000000000"/>
      <p:regular r:id="rId5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34" Target="slides/slide29.xml" Type="http://schemas.openxmlformats.org/officeDocument/2006/relationships/slide"/><Relationship Id="rId35" Target="slides/slide30.xml" Type="http://schemas.openxmlformats.org/officeDocument/2006/relationships/slide"/><Relationship Id="rId36" Target="slides/slide31.xml" Type="http://schemas.openxmlformats.org/officeDocument/2006/relationships/slide"/><Relationship Id="rId37" Target="slides/slide32.xml" Type="http://schemas.openxmlformats.org/officeDocument/2006/relationships/slide"/><Relationship Id="rId38" Target="slides/slide33.xml" Type="http://schemas.openxmlformats.org/officeDocument/2006/relationships/slide"/><Relationship Id="rId39" Target="slides/slide34.xml" Type="http://schemas.openxmlformats.org/officeDocument/2006/relationships/slide"/><Relationship Id="rId4" Target="theme/theme1.xml" Type="http://schemas.openxmlformats.org/officeDocument/2006/relationships/theme"/><Relationship Id="rId40" Target="slides/slide35.xml" Type="http://schemas.openxmlformats.org/officeDocument/2006/relationships/slide"/><Relationship Id="rId41" Target="slides/slide36.xml" Type="http://schemas.openxmlformats.org/officeDocument/2006/relationships/slide"/><Relationship Id="rId42" Target="slides/slide37.xml" Type="http://schemas.openxmlformats.org/officeDocument/2006/relationships/slide"/><Relationship Id="rId43" Target="slides/slide38.xml" Type="http://schemas.openxmlformats.org/officeDocument/2006/relationships/slide"/><Relationship Id="rId44" Target="slides/slide39.xml" Type="http://schemas.openxmlformats.org/officeDocument/2006/relationships/slide"/><Relationship Id="rId45" Target="slides/slide40.xml" Type="http://schemas.openxmlformats.org/officeDocument/2006/relationships/slide"/><Relationship Id="rId46" Target="slides/slide41.xml" Type="http://schemas.openxmlformats.org/officeDocument/2006/relationships/slide"/><Relationship Id="rId47" Target="slides/slide42.xml" Type="http://schemas.openxmlformats.org/officeDocument/2006/relationships/slide"/><Relationship Id="rId48" Target="slides/slide43.xml" Type="http://schemas.openxmlformats.org/officeDocument/2006/relationships/slide"/><Relationship Id="rId49" Target="slides/slide44.xml" Type="http://schemas.openxmlformats.org/officeDocument/2006/relationships/slide"/><Relationship Id="rId5" Target="tableStyles.xml" Type="http://schemas.openxmlformats.org/officeDocument/2006/relationships/tableStyles"/><Relationship Id="rId50" Target="slides/slide45.xml" Type="http://schemas.openxmlformats.org/officeDocument/2006/relationships/slide"/><Relationship Id="rId51" Target="fonts/font51.fntdata" Type="http://schemas.openxmlformats.org/officeDocument/2006/relationships/font"/><Relationship Id="rId52" Target="fonts/font52.fntdata" Type="http://schemas.openxmlformats.org/officeDocument/2006/relationships/font"/><Relationship Id="rId53" Target="fonts/font53.fntdata" Type="http://schemas.openxmlformats.org/officeDocument/2006/relationships/font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7.gif" Type="http://schemas.openxmlformats.org/officeDocument/2006/relationships/image"/><Relationship Id="rId4" Target="../media/image8.gif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3892867"/>
            <a:ext cx="1555509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상식 퀴즈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12655"/>
            <a:ext cx="2637975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TDTD갬성명조"/>
                <a:ea typeface="TDTD갬성명조"/>
                <a:cs typeface="TDTD갬성명조"/>
                <a:sym typeface="TDTD갬성명조"/>
              </a:rPr>
              <a:t>ⓒ 2026. Sunday Play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64034" b="46739"/>
          <a:stretch>
            <a:fillRect/>
          </a:stretch>
        </p:blipFill>
        <p:spPr>
          <a:xfrm flipH="true" flipV="false" rot="-5400000">
            <a:off x="-4815703" y="-1693918"/>
            <a:ext cx="4331879" cy="6415001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535139" y="3578731"/>
            <a:ext cx="4173130" cy="9243409"/>
          </a:xfrm>
          <a:prstGeom prst="rect">
            <a:avLst/>
          </a:prstGeom>
        </p:spPr>
      </p:pic>
      <p:sp>
        <p:nvSpPr>
          <p:cNvPr name="Freeform 4" id="4"/>
          <p:cNvSpPr/>
          <p:nvPr/>
        </p:nvSpPr>
        <p:spPr>
          <a:xfrm flipH="false" flipV="false" rot="-1016799">
            <a:off x="11210747" y="-2141754"/>
            <a:ext cx="9983125" cy="8685318"/>
          </a:xfrm>
          <a:custGeom>
            <a:avLst/>
            <a:gdLst/>
            <a:ahLst/>
            <a:cxnLst/>
            <a:rect r="r" b="b" t="t" l="l"/>
            <a:pathLst>
              <a:path h="8685318" w="9983125">
                <a:moveTo>
                  <a:pt x="0" y="0"/>
                </a:moveTo>
                <a:lnTo>
                  <a:pt x="9983125" y="0"/>
                </a:lnTo>
                <a:lnTo>
                  <a:pt x="9983125" y="8685318"/>
                </a:lnTo>
                <a:lnTo>
                  <a:pt x="0" y="86853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392761" y="600705"/>
            <a:ext cx="5362043" cy="160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800"/>
              </a:lnSpc>
            </a:pPr>
            <a:r>
              <a:rPr lang="en-US" sz="90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규칙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217650" y="223900"/>
            <a:ext cx="10360529" cy="2056505"/>
            <a:chOff x="0" y="0"/>
            <a:chExt cx="13814039" cy="2742007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625465"/>
              <a:ext cx="13814039" cy="111654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000"/>
                </a:lnSpc>
              </a:pPr>
              <a:r>
                <a:rPr lang="en-US" sz="5000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화면에 상식 문제가 나타납니다.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190500"/>
              <a:ext cx="11298371" cy="136786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560"/>
                </a:lnSpc>
              </a:pPr>
              <a:r>
                <a:rPr lang="en-US" sz="5816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1.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144000" y="7809938"/>
            <a:ext cx="9144000" cy="1994512"/>
            <a:chOff x="0" y="0"/>
            <a:chExt cx="12192000" cy="2659349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1542808"/>
              <a:ext cx="12076089" cy="111654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000"/>
                </a:lnSpc>
              </a:pPr>
              <a:r>
                <a:rPr lang="en-US" sz="5000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가장 많은 문제를 맞춘  팀이 우승!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190500"/>
              <a:ext cx="12192000" cy="137447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578"/>
                </a:lnSpc>
              </a:pPr>
              <a:r>
                <a:rPr lang="en-US" sz="5829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3.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5397915" y="3511566"/>
            <a:ext cx="7371077" cy="2939517"/>
            <a:chOff x="0" y="0"/>
            <a:chExt cx="9828103" cy="3919356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1631121"/>
              <a:ext cx="9828103" cy="22882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995"/>
                </a:lnSpc>
              </a:pPr>
              <a:r>
                <a:rPr lang="en-US" sz="4996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팀 구호(혹은 정답)를 가장 먼저</a:t>
              </a:r>
            </a:p>
            <a:p>
              <a:pPr algn="l">
                <a:lnSpc>
                  <a:spcPts val="6995"/>
                </a:lnSpc>
              </a:pPr>
              <a:r>
                <a:rPr lang="en-US" sz="4996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외친 팀에게 기회가 주어집니다.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-190500"/>
              <a:ext cx="5178984" cy="136990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574"/>
                </a:lnSpc>
              </a:pPr>
              <a:r>
                <a:rPr lang="en-US" sz="5826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2.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팀을 나눠주세요!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3892867"/>
            <a:ext cx="1555509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상식 퀴즈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12655"/>
            <a:ext cx="2637975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TDTD갬성명조"/>
                <a:ea typeface="TDTD갬성명조"/>
                <a:cs typeface="TDTD갬성명조"/>
                <a:sym typeface="TDTD갬성명조"/>
              </a:rPr>
              <a:t>ⓒ 2026. Sunday Play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4029075"/>
            <a:ext cx="16017978" cy="1952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무지개는 몇 가지 색일까요? 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933825"/>
            <a:ext cx="12852888" cy="2124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00"/>
              </a:lnSpc>
            </a:pPr>
            <a:r>
              <a:rPr lang="en-US" sz="12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7가지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4029075"/>
            <a:ext cx="16017978" cy="1952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1년은 몇 주일까요?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933825"/>
            <a:ext cx="12852888" cy="2124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00"/>
              </a:lnSpc>
            </a:pPr>
            <a:r>
              <a:rPr lang="en-US" sz="12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52주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4114800"/>
            <a:ext cx="16017978" cy="1809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360"/>
              </a:lnSpc>
            </a:pPr>
            <a:r>
              <a:rPr lang="en-US" sz="103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한글을 만든 사람은 누구일까요? 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933825"/>
            <a:ext cx="12852888" cy="2124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00"/>
              </a:lnSpc>
            </a:pPr>
            <a:r>
              <a:rPr lang="en-US" sz="12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세종대왕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4029075"/>
            <a:ext cx="16017978" cy="1952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물이 끓는 온도는 몇 도일까요?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933825"/>
            <a:ext cx="12852888" cy="2124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00"/>
              </a:lnSpc>
            </a:pPr>
            <a:r>
              <a:rPr lang="en-US" sz="12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100도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4029075"/>
            <a:ext cx="16017978" cy="1952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축구 한 팀은 몇 명일까요?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933825"/>
            <a:ext cx="12852888" cy="2124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00"/>
              </a:lnSpc>
            </a:pPr>
            <a:r>
              <a:rPr lang="en-US" sz="12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11명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019425"/>
            <a:ext cx="12852888" cy="395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00"/>
              </a:lnSpc>
            </a:pPr>
            <a:r>
              <a:rPr lang="en-US" sz="12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세계에서 가장 높은</a:t>
            </a:r>
          </a:p>
          <a:p>
            <a:pPr algn="ctr">
              <a:lnSpc>
                <a:spcPts val="14400"/>
              </a:lnSpc>
            </a:pPr>
            <a:r>
              <a:rPr lang="en-US" sz="12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산은 무엇일까요?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4029075"/>
            <a:ext cx="16017978" cy="1952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에베레스트 산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2352675"/>
            <a:ext cx="16017978" cy="5305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트럼프 카드 한 묶음은</a:t>
            </a:r>
          </a:p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총 몇 장일까요?</a:t>
            </a:r>
          </a:p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(조커 제외)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933825"/>
            <a:ext cx="12852888" cy="2124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00"/>
              </a:lnSpc>
            </a:pPr>
            <a:r>
              <a:rPr lang="en-US" sz="12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52장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4029075"/>
            <a:ext cx="16017978" cy="1952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올림픽은 몇 년마다 열릴까요?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933825"/>
            <a:ext cx="12852888" cy="2124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00"/>
              </a:lnSpc>
            </a:pPr>
            <a:r>
              <a:rPr lang="en-US" sz="12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4년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3190875"/>
            <a:ext cx="16017978" cy="3629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세계에서 가장 큰</a:t>
            </a:r>
          </a:p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대륙은 어디일까요?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933825"/>
            <a:ext cx="12852888" cy="2124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00"/>
              </a:lnSpc>
            </a:pPr>
            <a:r>
              <a:rPr lang="en-US" sz="12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아시아</a:t>
            </a: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4029075"/>
            <a:ext cx="16017978" cy="1952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물의 화학식은 무엇일까요?</a:t>
            </a: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933825"/>
            <a:ext cx="12852888" cy="2124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00"/>
              </a:lnSpc>
            </a:pPr>
            <a:r>
              <a:rPr lang="en-US" sz="12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H₂O</a:t>
            </a:r>
          </a:p>
        </p:txBody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4029075"/>
            <a:ext cx="16017978" cy="1952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피아노 건반은 총 몇 개일까요?</a:t>
            </a:r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933825"/>
            <a:ext cx="12852888" cy="2124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00"/>
              </a:lnSpc>
            </a:pPr>
            <a:r>
              <a:rPr lang="en-US" sz="12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88개</a:t>
            </a:r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3190875"/>
            <a:ext cx="16017978" cy="3629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세계에서 가장 긴</a:t>
            </a:r>
          </a:p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강은 어디일까요?</a:t>
            </a:r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933825"/>
            <a:ext cx="12852888" cy="2124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00"/>
              </a:lnSpc>
            </a:pPr>
            <a:r>
              <a:rPr lang="en-US" sz="12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나일강</a:t>
            </a:r>
          </a:p>
        </p:txBody>
      </p: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3190875"/>
            <a:ext cx="16017978" cy="3629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태양계 행성 중</a:t>
            </a:r>
          </a:p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가장 큰 것은 무엇일까요?</a:t>
            </a:r>
          </a:p>
        </p:txBody>
      </p: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933825"/>
            <a:ext cx="12852888" cy="2124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00"/>
              </a:lnSpc>
            </a:pPr>
            <a:r>
              <a:rPr lang="en-US" sz="12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목성</a:t>
            </a:r>
          </a:p>
        </p:txBody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3190875"/>
            <a:ext cx="16017978" cy="3629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대한민국의 건국 연도는</a:t>
            </a:r>
          </a:p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언제일까요?</a:t>
            </a:r>
          </a:p>
        </p:txBody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933825"/>
            <a:ext cx="12852888" cy="2124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00"/>
              </a:lnSpc>
            </a:pPr>
            <a:r>
              <a:rPr lang="en-US" sz="12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1948년</a:t>
            </a:r>
          </a:p>
        </p:txBody>
      </p: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4029075"/>
            <a:ext cx="16017978" cy="1952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빛의 삼원색은 무엇일까요?</a:t>
            </a:r>
          </a:p>
        </p:txBody>
      </p:sp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933825"/>
            <a:ext cx="12852888" cy="2124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00"/>
              </a:lnSpc>
            </a:pPr>
            <a:r>
              <a:rPr lang="en-US" sz="12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빨강, 초록, 파랑</a:t>
            </a:r>
          </a:p>
        </p:txBody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3190875"/>
            <a:ext cx="16017978" cy="3629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세계에서 가장 큰</a:t>
            </a:r>
          </a:p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사막은 어디일까요?</a:t>
            </a:r>
          </a:p>
        </p:txBody>
      </p: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933825"/>
            <a:ext cx="12852888" cy="2124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00"/>
              </a:lnSpc>
            </a:pPr>
            <a:r>
              <a:rPr lang="en-US" sz="12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사하라 사막</a:t>
            </a:r>
          </a:p>
        </p:txBody>
      </p:sp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3190875"/>
            <a:ext cx="16017978" cy="3629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다이아몬드의 원소는</a:t>
            </a:r>
          </a:p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무엇일까요?</a:t>
            </a:r>
          </a:p>
        </p:txBody>
      </p:sp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933825"/>
            <a:ext cx="12852888" cy="2124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00"/>
              </a:lnSpc>
            </a:pPr>
            <a:r>
              <a:rPr lang="en-US" sz="12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탄소(C)</a:t>
            </a:r>
          </a:p>
        </p:txBody>
      </p:sp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3190875"/>
            <a:ext cx="16017978" cy="3629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바둑판은 가로 세로</a:t>
            </a:r>
          </a:p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몇 줄일까요?</a:t>
            </a:r>
          </a:p>
        </p:txBody>
      </p:sp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933825"/>
            <a:ext cx="12852888" cy="2124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00"/>
              </a:lnSpc>
            </a:pPr>
            <a:r>
              <a:rPr lang="en-US" sz="12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19줄</a:t>
            </a:r>
          </a:p>
        </p:txBody>
      </p:sp>
    </p:spTree>
  </p:cSld>
  <p:clrMapOvr>
    <a:masterClrMapping/>
  </p:clrMapOvr>
</p:sld>
</file>

<file path=ppt/slides/slide4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3190875"/>
            <a:ext cx="16017978" cy="3629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세계에서 가장 깊은</a:t>
            </a:r>
          </a:p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바다는 어디일까요?</a:t>
            </a:r>
          </a:p>
        </p:txBody>
      </p:sp>
    </p:spTree>
  </p:cSld>
  <p:clrMapOvr>
    <a:masterClrMapping/>
  </p:clrMapOvr>
</p:sld>
</file>

<file path=ppt/slides/slide4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933825"/>
            <a:ext cx="12852888" cy="2124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00"/>
              </a:lnSpc>
            </a:pPr>
            <a:r>
              <a:rPr lang="en-US" sz="12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마리아나 해구</a:t>
            </a:r>
          </a:p>
        </p:txBody>
      </p:sp>
    </p:spTree>
  </p:cSld>
  <p:clrMapOvr>
    <a:masterClrMapping/>
  </p:clrMapOvr>
</p:sld>
</file>

<file path=ppt/slides/slide4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3190875"/>
            <a:ext cx="16017978" cy="3629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최초로 달에 착륙한</a:t>
            </a:r>
          </a:p>
          <a:p>
            <a:pPr algn="ctr">
              <a:lnSpc>
                <a:spcPts val="13200"/>
              </a:lnSpc>
            </a:pPr>
            <a:r>
              <a:rPr lang="en-US" sz="11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사람은 누구일까요?</a:t>
            </a:r>
          </a:p>
        </p:txBody>
      </p:sp>
    </p:spTree>
  </p:cSld>
  <p:clrMapOvr>
    <a:masterClrMapping/>
  </p:clrMapOvr>
</p:sld>
</file>

<file path=ppt/slides/slide4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933825"/>
            <a:ext cx="12852888" cy="2124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400"/>
              </a:lnSpc>
            </a:pPr>
            <a:r>
              <a:rPr lang="en-US" sz="12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닐 암스트롱</a:t>
            </a:r>
          </a:p>
        </p:txBody>
      </p:sp>
    </p:spTree>
  </p:cSld>
  <p:clrMapOvr>
    <a:masterClrMapping/>
  </p:clrMapOvr>
</p:sld>
</file>

<file path=ppt/slides/slide4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-7408585">
            <a:off x="4499355" y="-533795"/>
            <a:ext cx="9289290" cy="10369815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4421807" y="3895725"/>
            <a:ext cx="9444385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감사합니다!</a:t>
            </a:r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62989" t="67035" r="0" b="0"/>
          <a:stretch>
            <a:fillRect/>
          </a:stretch>
        </p:blipFill>
        <p:spPr>
          <a:xfrm flipH="false" flipV="false" rot="5400000">
            <a:off x="-202103" y="6179918"/>
            <a:ext cx="4312936" cy="3841377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rcRect l="0" t="0" r="0" b="0"/>
          <a:stretch>
            <a:fillRect/>
          </a:stretch>
        </p:blipFill>
        <p:spPr>
          <a:xfrm flipH="false" flipV="false" rot="0">
            <a:off x="11640279" y="-4239083"/>
            <a:ext cx="8152651" cy="84781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DAHGdLT9pu8</dc:identifier>
  <dcterms:modified xsi:type="dcterms:W3CDTF">2011-08-01T06:04:30Z</dcterms:modified>
  <cp:revision>1</cp:revision>
  <dc:title>[Sunday Play] 상식 퀴즈</dc:title>
</cp:coreProperties>
</file>