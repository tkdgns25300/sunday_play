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slide+xml" PartName="/ppt/slides/slide71.xml"/>
  <Override ContentType="application/vnd.openxmlformats-officedocument.presentationml.slide+xml" PartName="/ppt/slides/slide72.xml"/>
  <Override ContentType="application/vnd.openxmlformats-officedocument.presentationml.slide+xml" PartName="/ppt/slides/slide73.xml"/>
  <Override ContentType="application/vnd.openxmlformats-officedocument.presentationml.slide+xml" PartName="/ppt/slides/slide74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77.xml"/>
  <Override ContentType="application/vnd.openxmlformats-officedocument.presentationml.slide+xml" PartName="/ppt/slides/slide78.xml"/>
  <Override ContentType="application/vnd.openxmlformats-officedocument.presentationml.slide+xml" PartName="/ppt/slides/slide79.xml"/>
  <Override ContentType="application/vnd.openxmlformats-officedocument.presentationml.slide+xml" PartName="/ppt/slides/slide80.xml"/>
  <Override ContentType="application/vnd.openxmlformats-officedocument.presentationml.slide+xml" PartName="/ppt/slides/slide81.xml"/>
  <Override ContentType="application/vnd.openxmlformats-officedocument.presentationml.slide+xml" PartName="/ppt/slides/slide82.xml"/>
  <Override ContentType="application/vnd.openxmlformats-officedocument.presentationml.slide+xml" PartName="/ppt/slides/slide83.xml"/>
  <Override ContentType="application/vnd.openxmlformats-officedocument.presentationml.slide+xml" PartName="/ppt/slides/slide84.xml"/>
  <Override ContentType="application/vnd.openxmlformats-officedocument.presentationml.slide+xml" PartName="/ppt/slides/slide8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</p:sldIdLst>
  <p:sldSz cx="18288000" cy="10287000"/>
  <p:notesSz cx="6858000" cy="9144000"/>
  <p:embeddedFontLst>
    <p:embeddedFont>
      <p:font typeface="무궁화 고딕" charset="1" panose="02020603020101020101"/>
      <p:regular r:id="rId91"/>
    </p:embeddedFont>
    <p:embeddedFont>
      <p:font typeface="무궁화 고딕 Bold" charset="1" panose="02020603020101020101"/>
      <p:regular r:id="rId9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slides/slide71.xml" Type="http://schemas.openxmlformats.org/officeDocument/2006/relationships/slide"/><Relationship Id="rId77" Target="slides/slide72.xml" Type="http://schemas.openxmlformats.org/officeDocument/2006/relationships/slide"/><Relationship Id="rId78" Target="slides/slide73.xml" Type="http://schemas.openxmlformats.org/officeDocument/2006/relationships/slide"/><Relationship Id="rId79" Target="slides/slide74.xml" Type="http://schemas.openxmlformats.org/officeDocument/2006/relationships/slide"/><Relationship Id="rId8" Target="slides/slide3.xml" Type="http://schemas.openxmlformats.org/officeDocument/2006/relationships/slide"/><Relationship Id="rId80" Target="slides/slide75.xml" Type="http://schemas.openxmlformats.org/officeDocument/2006/relationships/slide"/><Relationship Id="rId81" Target="slides/slide76.xml" Type="http://schemas.openxmlformats.org/officeDocument/2006/relationships/slide"/><Relationship Id="rId82" Target="slides/slide77.xml" Type="http://schemas.openxmlformats.org/officeDocument/2006/relationships/slide"/><Relationship Id="rId83" Target="slides/slide78.xml" Type="http://schemas.openxmlformats.org/officeDocument/2006/relationships/slide"/><Relationship Id="rId84" Target="slides/slide79.xml" Type="http://schemas.openxmlformats.org/officeDocument/2006/relationships/slide"/><Relationship Id="rId85" Target="slides/slide80.xml" Type="http://schemas.openxmlformats.org/officeDocument/2006/relationships/slide"/><Relationship Id="rId86" Target="slides/slide81.xml" Type="http://schemas.openxmlformats.org/officeDocument/2006/relationships/slide"/><Relationship Id="rId87" Target="slides/slide82.xml" Type="http://schemas.openxmlformats.org/officeDocument/2006/relationships/slide"/><Relationship Id="rId88" Target="slides/slide83.xml" Type="http://schemas.openxmlformats.org/officeDocument/2006/relationships/slide"/><Relationship Id="rId89" Target="slides/slide84.xml" Type="http://schemas.openxmlformats.org/officeDocument/2006/relationships/slide"/><Relationship Id="rId9" Target="slides/slide4.xml" Type="http://schemas.openxmlformats.org/officeDocument/2006/relationships/slide"/><Relationship Id="rId90" Target="slides/slide85.xml" Type="http://schemas.openxmlformats.org/officeDocument/2006/relationships/slide"/><Relationship Id="rId91" Target="fonts/font91.fntdata" Type="http://schemas.openxmlformats.org/officeDocument/2006/relationships/font"/><Relationship Id="rId92" Target="fonts/font92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42909" y="9822180"/>
            <a:ext cx="335987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6944841" cy="1701684"/>
            <a:chOff x="0" y="0"/>
            <a:chExt cx="9259787" cy="22689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9259787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화면에 단어의 초성이 나타납니다.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6217692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1405" y="8072734"/>
            <a:ext cx="7584755" cy="1697862"/>
            <a:chOff x="0" y="0"/>
            <a:chExt cx="10113007" cy="22638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9958397" cy="8900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많은 점수를 얻은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0113007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198474" y="3908765"/>
            <a:ext cx="7891051" cy="2402261"/>
            <a:chOff x="0" y="0"/>
            <a:chExt cx="10521401" cy="32030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0521401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 구호를 외치거나 정답을 가장 먼저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외친 팀에게 기회가 주어집니다.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6486548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초성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42909" y="9822180"/>
            <a:ext cx="335987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카테고리 : 🍔 음식 🍔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ㅂㅇㅃ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ㅂㅇㅃ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겨울 간식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붕어빵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ㄱㄱㅁ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ㄱㄱㅁ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노란색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고구마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ㄸㅂㅇ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ㄸㅂㅇ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매워요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떡볶이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ㄱㅊㅉㄱ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ㄱㅊㅉㄱ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한식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김치찌개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ㅊㅋㅋㅇㅋ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ㅊㅋㅋㅇㅋ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디저트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초코케이크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카테고리 : 🐾 동물 🐾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ㅎㄹㅇ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ㅎㄹㅇ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맹수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호랑이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ㅋㄲㄹ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ㅋㄲㄹ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997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코가 길어요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코끼리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ㅍㄱ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ㅍㄱ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뒤뚱뒤뚱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펭귄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ㅋㅇㅌ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ㅋㅇㅌ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혼성그룹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코요태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ㅊㅍㅈ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사람과 비슷해요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ㅊㅍㅈ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침팬지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카테고리 : 📍 장소 📍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ㄴㅇㄱㅇ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ㄴㅇㄱㅇ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놀러가요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놀이공원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ㄷㅅㄱ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ㄷㅅㄱ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책이 많아요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도서관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ㅍㅇㅈ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ㅍㅇㅈ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24시간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편의점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ㅊㅁㄷ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ㅊㅁㄷ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별을 관측해요</a:t>
            </a:r>
          </a:p>
        </p:txBody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천문대</a:t>
            </a:r>
          </a:p>
        </p:txBody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ㄱㅎㅇㅅㄷ</a:t>
            </a:r>
          </a:p>
        </p:txBody>
      </p: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법을 만들어요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ㄱㅎㅇㅅㄷ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국회의사당</a:t>
            </a: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181475"/>
            <a:ext cx="17364730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카테고리 : 👤 인물 👤</a:t>
            </a:r>
          </a:p>
        </p:txBody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ㅇㅅㅅ</a:t>
            </a:r>
          </a:p>
        </p:txBody>
      </p: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ㅇㅅㅅ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거북선</a:t>
            </a:r>
          </a:p>
        </p:txBody>
      </p: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이순신</a:t>
            </a:r>
          </a:p>
        </p:txBody>
      </p: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ㅅㅈㄷㅇ</a:t>
            </a:r>
          </a:p>
        </p:txBody>
      </p: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ㅅㅈㄷㅇ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훈민정음</a:t>
            </a:r>
          </a:p>
        </p:txBody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세종대왕</a:t>
            </a:r>
          </a:p>
        </p:txBody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ㅇㅈㄱ</a:t>
            </a:r>
          </a:p>
        </p:txBody>
      </p: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ㅇㅈㄱ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하얼빈 의사</a:t>
            </a:r>
          </a:p>
        </p:txBody>
      </p: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안중근</a:t>
            </a:r>
          </a:p>
        </p:txBody>
      </p: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ㄱㄱㅌㄷㅇ</a:t>
            </a:r>
          </a:p>
        </p:txBody>
      </p: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ㄱㄱㅌㄷㅇ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고구려 왕</a:t>
            </a:r>
          </a:p>
        </p:txBody>
      </p:sp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광개토대왕</a:t>
            </a:r>
          </a:p>
        </p:txBody>
      </p:sp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ㅇㅈㅁㄷ</a:t>
            </a:r>
          </a:p>
        </p:txBody>
      </p:sp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살수대첩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ㅇㅈㅁㄷ</a:t>
            </a:r>
          </a:p>
        </p:txBody>
      </p:sp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을지문덕</a:t>
            </a:r>
          </a:p>
        </p:txBody>
      </p:sp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205287"/>
            <a:ext cx="17364730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640"/>
              </a:lnSpc>
            </a:pPr>
            <a:r>
              <a:rPr lang="en-US" sz="122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카테고리 : 🎄 문화/생활 🎄</a:t>
            </a:r>
          </a:p>
        </p:txBody>
      </p:sp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ㅇㅎ</a:t>
            </a:r>
          </a:p>
        </p:txBody>
      </p:sp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ㅇㅎ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극장에서 봐요</a:t>
            </a:r>
          </a:p>
        </p:txBody>
      </p:sp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영화</a:t>
            </a:r>
          </a:p>
        </p:txBody>
      </p:sp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ㅈㅈㄱ</a:t>
            </a:r>
          </a:p>
        </p:txBody>
      </p:sp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ㅈㅈㄱ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두 바퀴로 가요</a:t>
            </a:r>
          </a:p>
        </p:txBody>
      </p:sp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자전거</a:t>
            </a:r>
          </a:p>
        </p:txBody>
      </p:sp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ㅋㅍㅌ</a:t>
            </a:r>
          </a:p>
        </p:txBody>
      </p:sp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ㅋㅍㅌ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인터넷</a:t>
            </a:r>
          </a:p>
        </p:txBody>
      </p:sp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컴퓨터</a:t>
            </a:r>
          </a:p>
        </p:txBody>
      </p:sp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ㅋㄹㅅㅁㅅ</a:t>
            </a:r>
          </a:p>
        </p:txBody>
      </p:sp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ㅋㄹㅅㅁㅅ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6800141"/>
            <a:ext cx="17364730" cy="168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예수님</a:t>
            </a:r>
          </a:p>
        </p:txBody>
      </p:sp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크리스마스</a:t>
            </a:r>
          </a:p>
        </p:txBody>
      </p:sp>
    </p:spTree>
  </p:cSld>
  <p:clrMapOvr>
    <a:masterClrMapping/>
  </p:clrMapOvr>
</p:sld>
</file>

<file path=ppt/slides/slide8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ㅎㄷㅈㅎ</a:t>
            </a:r>
          </a:p>
        </p:txBody>
      </p:sp>
    </p:spTree>
  </p:cSld>
  <p:clrMapOvr>
    <a:masterClrMapping/>
  </p:clrMapOvr>
</p:sld>
</file>

<file path=ppt/slides/slide8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6985878"/>
            <a:ext cx="17364730" cy="131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20"/>
              </a:lnSpc>
            </a:pPr>
            <a:r>
              <a:rPr lang="en-US" sz="8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Hint : 전화도 하고 게임도 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ㅎㄷㅈㅎ</a:t>
            </a:r>
          </a:p>
        </p:txBody>
      </p:sp>
    </p:spTree>
  </p:cSld>
  <p:clrMapOvr>
    <a:masterClrMapping/>
  </p:clrMapOvr>
</p:sld>
</file>

<file path=ppt/slides/slide8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609975"/>
            <a:ext cx="17364730" cy="305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0"/>
              </a:lnSpc>
            </a:pPr>
            <a:r>
              <a:rPr lang="en-US" sz="2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휴대전화</a:t>
            </a:r>
          </a:p>
        </p:txBody>
      </p:sp>
    </p:spTree>
  </p:cSld>
  <p:clrMapOvr>
    <a:masterClrMapping/>
  </p:clrMapOvr>
</p:sld>
</file>

<file path=ppt/slides/slide8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DAHH9M3EiLg</dc:identifier>
  <dcterms:modified xsi:type="dcterms:W3CDTF">2011-08-01T06:04:30Z</dcterms:modified>
  <cp:revision>1</cp:revision>
  <dc:title>[Sunday Play] 초성 퀴즈(ppt)</dc:title>
</cp:coreProperties>
</file>