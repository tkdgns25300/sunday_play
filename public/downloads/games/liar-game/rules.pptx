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Jua" charset="1" panose="00000000000000000000"/>
      <p:regular r:id="rId14"/>
    </p:embeddedFont>
    <p:embeddedFont>
      <p:font typeface="TDTD갬성명조" charset="1" panose="02000503000000000000"/>
      <p:regular r:id="rId15"/>
    </p:embeddedFont>
    <p:embeddedFont>
      <p:font typeface="TDTD가온" charset="1" panose="02000503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라이어 게임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1372087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1259176" cy="2541713"/>
            <a:chOff x="0" y="0"/>
            <a:chExt cx="15012235" cy="338895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457979"/>
              <a:ext cx="15012235" cy="19309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43"/>
                </a:lnSpc>
              </a:pPr>
              <a:r>
                <a:rPr lang="en-US" sz="4245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쪽지를 받고 확인합니다. 다른 사람에게 보여주지 마세요!</a:t>
              </a:r>
            </a:p>
            <a:p>
              <a:pPr algn="l">
                <a:lnSpc>
                  <a:spcPts val="5943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10080302" cy="1221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45"/>
                </a:lnSpc>
              </a:pPr>
              <a:r>
                <a:rPr lang="en-US" sz="518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62767" y="6934481"/>
            <a:ext cx="9364812" cy="3868911"/>
            <a:chOff x="0" y="0"/>
            <a:chExt cx="12486417" cy="515854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90803"/>
              <a:ext cx="12486417" cy="37677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07"/>
                </a:lnSpc>
              </a:pPr>
              <a:r>
                <a:rPr lang="en-US" sz="4076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토론 후 동시에 라이어를 지목!</a:t>
              </a:r>
            </a:p>
            <a:p>
              <a:pPr algn="l">
                <a:lnSpc>
                  <a:spcPts val="5707"/>
                </a:lnSpc>
              </a:pPr>
              <a:r>
                <a:rPr lang="en-US" sz="4076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라이어를 찾으면 시민 승리, 못 찾으면 라이어 승리!</a:t>
              </a:r>
            </a:p>
            <a:p>
              <a:pPr algn="l">
                <a:lnSpc>
                  <a:spcPts val="5707"/>
                </a:lnSpc>
              </a:pPr>
              <a:r>
                <a:rPr lang="en-US" sz="4076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(라이어가 들켜도 단어를 맞추면 역전 승리!)</a:t>
              </a:r>
            </a:p>
            <a:p>
              <a:pPr algn="l">
                <a:lnSpc>
                  <a:spcPts val="5707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12486417" cy="1180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77"/>
                </a:lnSpc>
              </a:pPr>
              <a:r>
                <a:rPr lang="en-US" sz="4983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85105" y="3076785"/>
            <a:ext cx="8674303" cy="3938856"/>
            <a:chOff x="0" y="0"/>
            <a:chExt cx="11565737" cy="525180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417497"/>
              <a:ext cx="11565737" cy="3834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10"/>
                </a:lnSpc>
              </a:pPr>
              <a:r>
                <a:rPr lang="en-US" sz="415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돌아가며 단어에 대해 한 마디씩 설명합니다.</a:t>
              </a:r>
            </a:p>
            <a:p>
              <a:pPr algn="l">
                <a:lnSpc>
                  <a:spcPts val="5810"/>
                </a:lnSpc>
              </a:pPr>
              <a:r>
                <a:rPr lang="en-US" sz="415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너무 직접적이면 라이어에게 힌트를,</a:t>
              </a:r>
            </a:p>
            <a:p>
              <a:pPr algn="l">
                <a:lnSpc>
                  <a:spcPts val="5810"/>
                </a:lnSpc>
              </a:pPr>
              <a:r>
                <a:rPr lang="en-US" sz="415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너무 모호하면 의심을 받습니다!</a:t>
              </a:r>
            </a:p>
            <a:p>
              <a:pPr algn="l">
                <a:lnSpc>
                  <a:spcPts val="5810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61925"/>
              <a:ext cx="7382661" cy="1188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95"/>
                </a:lnSpc>
              </a:pPr>
              <a:r>
                <a:rPr lang="en-US" sz="5073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라이어 게임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주제 : 음식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주제 : 장소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주제 : 동물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주제 : 직업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DAHFsxW4wTo</dc:identifier>
  <dcterms:modified xsi:type="dcterms:W3CDTF">2011-08-01T06:04:30Z</dcterms:modified>
  <cp:revision>1</cp:revision>
  <dc:title>[Sunday Play] 라이어 게임</dc:title>
</cp:coreProperties>
</file>