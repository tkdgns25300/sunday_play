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Jua" charset="1" panose="00000000000000000000"/>
      <p:regular r:id="rId10"/>
    </p:embeddedFont>
    <p:embeddedFont>
      <p:font typeface="TDTD갬성명조" charset="1" panose="02000503000000000000"/>
      <p:regular r:id="rId11"/>
    </p:embeddedFont>
    <p:embeddedFont>
      <p:font typeface="TDTD가온" charset="1" panose="02000503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Relationship Id="rId4" Target="../media/image7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3892867"/>
            <a:ext cx="1555509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누구게?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535139" y="3578731"/>
            <a:ext cx="4173130" cy="924340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600705"/>
            <a:ext cx="5362043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9172" y="535073"/>
            <a:ext cx="10694683" cy="2573620"/>
            <a:chOff x="0" y="0"/>
            <a:chExt cx="14259577" cy="3431493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380584"/>
              <a:ext cx="14259577" cy="20509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73"/>
                </a:lnSpc>
              </a:pPr>
              <a:r>
                <a:rPr lang="en-US" sz="4480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도전자가 뒤돌아 섭니다.</a:t>
              </a:r>
            </a:p>
            <a:p>
              <a:pPr algn="l">
                <a:lnSpc>
                  <a:spcPts val="6273"/>
                </a:lnSpc>
              </a:pPr>
              <a:r>
                <a:rPr lang="en-US" sz="4480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나머지는 순서를 정합니다.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71450"/>
              <a:ext cx="9574913" cy="1169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07"/>
                </a:lnSpc>
              </a:pPr>
              <a:r>
                <a:rPr lang="en-US" sz="4928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29694" y="7615163"/>
            <a:ext cx="8487123" cy="3369474"/>
            <a:chOff x="0" y="0"/>
            <a:chExt cx="11316164" cy="449263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377534"/>
              <a:ext cx="11143161" cy="31150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84"/>
                </a:lnSpc>
              </a:pPr>
              <a:r>
                <a:rPr lang="en-US" sz="448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모두 끝나면 도전자가 뒤돌아 결과 확인.</a:t>
              </a:r>
            </a:p>
            <a:p>
              <a:pPr algn="l">
                <a:lnSpc>
                  <a:spcPts val="6284"/>
                </a:lnSpc>
              </a:pPr>
              <a:r>
                <a:rPr lang="en-US" sz="448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왼쪽에 있는 사람 수가 점수!</a:t>
              </a:r>
            </a:p>
            <a:p>
              <a:pPr algn="l">
                <a:lnSpc>
                  <a:spcPts val="6284"/>
                </a:lnSpc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71450"/>
              <a:ext cx="11316164" cy="1171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19"/>
                </a:lnSpc>
              </a:pPr>
              <a:r>
                <a:rPr lang="en-US" sz="4938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528135" y="3604305"/>
            <a:ext cx="10036683" cy="3364141"/>
            <a:chOff x="0" y="0"/>
            <a:chExt cx="13382244" cy="4485521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375218"/>
              <a:ext cx="13382244" cy="31103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75"/>
                </a:lnSpc>
              </a:pPr>
              <a:r>
                <a:rPr lang="en-US" sz="4482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한 명씩 같은 단어(ex. "안녕하세요")를 말합니다.</a:t>
              </a:r>
            </a:p>
            <a:p>
              <a:pPr algn="l">
                <a:lnSpc>
                  <a:spcPts val="6275"/>
                </a:lnSpc>
              </a:pPr>
              <a:r>
                <a:rPr lang="en-US" sz="4482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도전자는 누구인지 즉시 답하고,</a:t>
              </a:r>
            </a:p>
            <a:p>
              <a:pPr algn="l">
                <a:lnSpc>
                  <a:spcPts val="6275"/>
                </a:lnSpc>
              </a:pPr>
              <a:r>
                <a:rPr lang="en-US" sz="4482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맞으면 왼쪽 / 틀리면 오른쪽으로 이동!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71450"/>
              <a:ext cx="8250286" cy="1169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09"/>
                </a:lnSpc>
              </a:pPr>
              <a:r>
                <a:rPr lang="en-US" sz="4930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3892867"/>
            <a:ext cx="1555509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누구게?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3895725"/>
            <a:ext cx="9444385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DAHGvLKQgCs</dc:identifier>
  <dcterms:modified xsi:type="dcterms:W3CDTF">2011-08-01T06:04:30Z</dcterms:modified>
  <cp:revision>1</cp:revision>
  <dc:title>[Sunday Play] 누구게?</dc:title>
</cp:coreProperties>
</file>