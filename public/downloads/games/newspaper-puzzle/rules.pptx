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Jua" charset="1" panose="00000000000000000000"/>
      <p:regular r:id="rId23"/>
    </p:embeddedFont>
    <p:embeddedFont>
      <p:font typeface="TDTD갬성명조" charset="1" panose="02000503000000000000"/>
      <p:regular r:id="rId24"/>
    </p:embeddedFont>
    <p:embeddedFont>
      <p:font typeface="TDTD가온" charset="1" panose="02000503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신문지 퍼즐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9230801" cy="2942330"/>
            <a:chOff x="0" y="0"/>
            <a:chExt cx="12307735" cy="392310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25465"/>
              <a:ext cx="12307735" cy="22976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팀을 나누고 각 팀에게 신문지, 가위, 풀, 도화지를 나눠줍니다.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161695" y="7950306"/>
            <a:ext cx="7985937" cy="1994512"/>
            <a:chOff x="0" y="0"/>
            <a:chExt cx="10647916" cy="26593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0546685" cy="1116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빨리 단어를 완성한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0647916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38458" y="4089110"/>
            <a:ext cx="9737287" cy="2939517"/>
            <a:chOff x="0" y="0"/>
            <a:chExt cx="12983050" cy="391935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31121"/>
              <a:ext cx="12983050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주어진 단어가 공개되면, 신문지에서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글자를 찾아 오려서 도화지에 붙이세요!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799240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신문지 퍼즐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사랑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은혜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기쁨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소망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예수님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십자가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부활절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축복합니다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쉬지 말고 기도하라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하나님은 사랑이시라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범사에 감사하라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DAHGRDxvoek</dc:identifier>
  <dcterms:modified xsi:type="dcterms:W3CDTF">2011-08-01T06:04:30Z</dcterms:modified>
  <cp:revision>1</cp:revision>
  <dc:title>[Sunday Play] 신문지 퍼즐</dc:title>
</cp:coreProperties>
</file>