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무궁화 고딕" charset="1" panose="02020603020101020101"/>
      <p:regular r:id="rId10"/>
    </p:embeddedFont>
    <p:embeddedFont>
      <p:font typeface="무궁화 고딕 Bold" charset="1" panose="02020603020101020101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Relationship Id="rId4" Target="../media/image7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가라사대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42909" y="9822180"/>
            <a:ext cx="335987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819780"/>
            <a:ext cx="5362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1933749" cy="2412054"/>
            <a:chOff x="0" y="0"/>
            <a:chExt cx="15911666" cy="321607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95739"/>
              <a:ext cx="15911666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"가라사대"가 있는 행동만 따라합니다.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(예: "가라사대 손 들어!")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10684245" cy="10062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10"/>
                </a:lnSpc>
              </a:pPr>
              <a:r>
                <a:rPr lang="en-US" sz="4700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97745" y="7539586"/>
            <a:ext cx="8552074" cy="2407191"/>
            <a:chOff x="0" y="0"/>
            <a:chExt cx="11402765" cy="320958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89253"/>
              <a:ext cx="11402765" cy="1820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잘못 움직이거나</a:t>
              </a: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 반응이 늦으면 즉시 탈락!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최후의 1인이 남을때까지 진행합니다.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11402765" cy="10062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09"/>
                </a:lnSpc>
              </a:pPr>
              <a:r>
                <a:rPr lang="en-US" sz="4699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910515" y="3975465"/>
            <a:ext cx="10466970" cy="2336070"/>
            <a:chOff x="0" y="0"/>
            <a:chExt cx="13955960" cy="311476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79728"/>
              <a:ext cx="13955960" cy="1735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19"/>
                </a:lnSpc>
              </a:pPr>
              <a:r>
                <a:rPr lang="en-US" sz="37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"가라사대" 없는 행동에는</a:t>
              </a:r>
              <a:r>
                <a:rPr lang="en-US" sz="37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 절대로 움직이지 않습니다.</a:t>
              </a:r>
            </a:p>
            <a:p>
              <a:pPr algn="l">
                <a:lnSpc>
                  <a:spcPts val="5319"/>
                </a:lnSpc>
              </a:pPr>
              <a:r>
                <a:rPr lang="en-US" sz="37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(예: "손 내려!" → 움직이면 탈락)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57150"/>
              <a:ext cx="10551700" cy="10062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10"/>
                </a:lnSpc>
              </a:pPr>
              <a:r>
                <a:rPr lang="en-US" sz="4700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가라사대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42909" y="9822180"/>
            <a:ext cx="335987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4181475"/>
            <a:ext cx="9444385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DAHH9kn9Lqk</dc:identifier>
  <dcterms:modified xsi:type="dcterms:W3CDTF">2011-08-01T06:04:30Z</dcterms:modified>
  <cp:revision>1</cp:revision>
  <dc:title>[Sunday Play] 가라사대(ppt)</dc:title>
</cp:coreProperties>
</file>