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무궁화 고딕" charset="1" panose="02020603020101020101"/>
      <p:regular r:id="rId21"/>
    </p:embeddedFont>
    <p:embeddedFont>
      <p:font typeface="무궁화 고딕 Bold" charset="1" panose="02020603020101020101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릴레이 초상화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03066" y="9822180"/>
            <a:ext cx="329971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2406534"/>
            <a:chOff x="0" y="0"/>
            <a:chExt cx="14259577" cy="320871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8378"/>
              <a:ext cx="14259577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각 팀에서 맞추는 사람 1명, 모델 1명을 정합니다.                                 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맞추는 사람은 뒤돌아 있고, 모델은</a:t>
              </a: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앞에 섭니다.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9574913" cy="1062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89746" y="7483080"/>
            <a:ext cx="5459176" cy="2402712"/>
            <a:chOff x="0" y="0"/>
            <a:chExt cx="7278901" cy="32036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3758"/>
              <a:ext cx="7167620" cy="182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맞추는 사람이 그림만 보고</a:t>
              </a:r>
              <a:r>
                <a:rPr lang="en-US" sz="40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누구인지 맞히면 성공!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7278901" cy="1053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762073" y="4011213"/>
            <a:ext cx="10397630" cy="2402261"/>
            <a:chOff x="0" y="0"/>
            <a:chExt cx="13863507" cy="320301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82681"/>
              <a:ext cx="13863507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화면에 나오는 부위를 한 명씩                                           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모델의 등 뒤로 가서 그리고 돌아옵니다.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6898637" cy="1053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릴레이 초상화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03066" y="9822180"/>
            <a:ext cx="329971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얼굴형 그려주세요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402358"/>
            <a:ext cx="11810151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40"/>
              </a:lnSpc>
            </a:pPr>
            <a:r>
              <a:rPr lang="en-US" sz="122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왼쪽 눈 그려주세요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코 그려주세요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8056" y="4257675"/>
            <a:ext cx="12471888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00"/>
              </a:lnSpc>
            </a:pPr>
            <a:r>
              <a:rPr lang="en-US" sz="11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오른쪽 귀 그려주세요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입 그려주세요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3812" y="4252913"/>
            <a:ext cx="14020375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20"/>
              </a:lnSpc>
            </a:pPr>
            <a:r>
              <a:rPr lang="en-US" sz="116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오른쪽 눈썹 그려주세요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411883"/>
            <a:ext cx="11810151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0"/>
              </a:lnSpc>
            </a:pPr>
            <a:r>
              <a:rPr lang="en-US" sz="121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왼쪽 귀 그려주세요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5135" y="4181475"/>
            <a:ext cx="14697730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머리카락 그려주세요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98293" y="4276725"/>
            <a:ext cx="12291414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60"/>
              </a:lnSpc>
            </a:pPr>
            <a:r>
              <a:rPr lang="en-US" sz="113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오른쪽 눈 그려주세요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5714" y="4181475"/>
            <a:ext cx="14256572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왼쪽 눈썹 그려주세요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DAHH2yRdCWI</dc:identifier>
  <dcterms:modified xsi:type="dcterms:W3CDTF">2011-08-01T06:04:30Z</dcterms:modified>
  <cp:revision>1</cp:revision>
  <dc:title>[Sunday Play] 릴레이 초상화(ppt)</dc:title>
</cp:coreProperties>
</file>