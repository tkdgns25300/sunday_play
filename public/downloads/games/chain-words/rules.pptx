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Jua" charset="1" panose="00000000000000000000"/>
      <p:regular r:id="rId31"/>
    </p:embeddedFont>
    <p:embeddedFont>
      <p:font typeface="TDTD갬성명조" charset="1" panose="02000503000000000000"/>
      <p:regular r:id="rId32"/>
    </p:embeddedFont>
    <p:embeddedFont>
      <p:font typeface="TDTD가온" charset="1" panose="02000503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줄줄이 말해요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6944841" cy="2573620"/>
            <a:chOff x="0" y="0"/>
            <a:chExt cx="9259787" cy="343149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0584"/>
              <a:ext cx="9259787" cy="2050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진행자가 제시어를 말합니다.</a:t>
              </a:r>
            </a:p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(예: '리'자로 끝나는 말, 분식 메뉴)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71450"/>
              <a:ext cx="6217692" cy="116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39721" y="7511261"/>
            <a:ext cx="8487123" cy="2574122"/>
            <a:chOff x="0" y="0"/>
            <a:chExt cx="11316164" cy="343216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7534"/>
              <a:ext cx="11143161" cy="2054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4"/>
                </a:lnSpc>
              </a:pPr>
              <a:r>
                <a:rPr lang="en-US" sz="448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팀원 전원 성공하면 점수!</a:t>
              </a:r>
            </a:p>
            <a:p>
              <a:pPr algn="l">
                <a:lnSpc>
                  <a:spcPts val="6284"/>
                </a:lnSpc>
              </a:pPr>
              <a:r>
                <a:rPr lang="en-US" sz="448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실패하면 다른 팀이 이어서 도전!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71450"/>
              <a:ext cx="11316164" cy="1171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316159" y="3878529"/>
            <a:ext cx="10999209" cy="3364141"/>
            <a:chOff x="0" y="0"/>
            <a:chExt cx="14665612" cy="448552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75218"/>
              <a:ext cx="14665612" cy="3110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팀원들이 한 명씩 순서대로 3초 안에 단어를 말하세요! 중복은 안 됩니다!</a:t>
              </a:r>
            </a:p>
            <a:p>
              <a:pPr algn="l">
                <a:lnSpc>
                  <a:spcPts val="6275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71450"/>
              <a:ext cx="4508525" cy="1169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줄줄이 말해요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'빵'자로 끝나는 말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분식 메뉴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1글자 신체 부위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'기'자로 끝나는 말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라면 이름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초성이 'ㄱㅁ'인 단어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'면'자로 끝나는 말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학교에서 쓰는 물건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초성이 'ㅎㄱ'인 단어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'탕'자로 끝나는 말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놀이기구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초성이 'ㅅㅂ'인 단어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아이스크림 종류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초성이 'ㅅㄱ'인 단어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'사'자로 끝나는 말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과일 이름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초성이 'ㄱㅈ'인 단어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'장'자로 끝나는 말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2글자 동물 이름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초성이 'ㅂㅅ'인 단어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DAHGiq0iQSw</dc:identifier>
  <dcterms:modified xsi:type="dcterms:W3CDTF">2011-08-01T06:04:30Z</dcterms:modified>
  <cp:revision>1</cp:revision>
  <dc:title>[Sunday Play] 줄줄이 말해요</dc:title>
</cp:coreProperties>
</file>