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병뚜껑 날리기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51" y="9822180"/>
            <a:ext cx="3801028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324424"/>
            <a:chOff x="0" y="0"/>
            <a:chExt cx="15911666" cy="309923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95739"/>
              <a:ext cx="15911666" cy="17034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180"/>
                </a:lnSpc>
              </a:pPr>
              <a:r>
                <a:rPr lang="en-US" sz="37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책상</a:t>
              </a:r>
              <a:r>
                <a:rPr lang="en-US" sz="37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위에 마스킹 테이프로 선을 4개 긋습니다.</a:t>
              </a:r>
            </a:p>
            <a:p>
              <a:pPr algn="l">
                <a:lnSpc>
                  <a:spcPts val="5180"/>
                </a:lnSpc>
              </a:pPr>
              <a:r>
                <a:rPr lang="en-US" sz="37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가까운 순서: 믿음(1점)→소망(3점)→사랑(5점)→예수(10점) 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10684245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797745" y="7639849"/>
            <a:ext cx="8552074" cy="2976786"/>
            <a:chOff x="0" y="0"/>
            <a:chExt cx="11402765" cy="396904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89253"/>
              <a:ext cx="11402765" cy="25797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179"/>
                </a:lnSpc>
              </a:pPr>
              <a:r>
                <a:rPr lang="en-US" sz="36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전원이</a:t>
              </a:r>
              <a:r>
                <a:rPr lang="en-US" sz="36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한 번씩 도전하면 1라운드 종료.                                                  </a:t>
              </a:r>
            </a:p>
            <a:p>
              <a:pPr algn="l">
                <a:lnSpc>
                  <a:spcPts val="5179"/>
                </a:lnSpc>
              </a:pPr>
              <a:r>
                <a:rPr lang="en-US" sz="36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3라운드 반복 후 누적 점수가 높은 팀이 우승!</a:t>
              </a:r>
            </a:p>
            <a:p>
              <a:pPr algn="l">
                <a:lnSpc>
                  <a:spcPts val="5179"/>
                </a:lnSpc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402765" cy="10062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09"/>
                </a:lnSpc>
              </a:pPr>
              <a:r>
                <a:rPr lang="en-US" sz="46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910515" y="3693653"/>
            <a:ext cx="10466970" cy="3112040"/>
            <a:chOff x="0" y="0"/>
            <a:chExt cx="13955960" cy="414938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9253"/>
              <a:ext cx="13955960" cy="27601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출발선</a:t>
              </a: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뒤에서 병뚜껑을 손가락으로 튕깁니다.                                               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멈춘 위치에서 가장 가까운 선의 점수를 획득!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선을 넘거나 책상 밖으로 나가면 0점! 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10551700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병뚜껑 날리기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51" y="9822180"/>
            <a:ext cx="3801028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DAHH9iNAXeM</dc:identifier>
  <dcterms:modified xsi:type="dcterms:W3CDTF">2011-08-01T06:04:30Z</dcterms:modified>
  <cp:revision>1</cp:revision>
  <dc:title>[Sunday Play] 병뚜껑 날리기(ppt)</dc:title>
</cp:coreProperties>
</file>