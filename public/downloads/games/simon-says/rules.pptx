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가라사대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447614"/>
            <a:chOff x="0" y="0"/>
            <a:chExt cx="15911666" cy="326348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6214"/>
              <a:ext cx="15911666" cy="18772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"가라사대"가 있는 행동만 따라합니다.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(예: "가라사대 손 들어!")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61925"/>
              <a:ext cx="10684245" cy="11110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797745" y="7419270"/>
            <a:ext cx="8552074" cy="2442751"/>
            <a:chOff x="0" y="0"/>
            <a:chExt cx="11402765" cy="325700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9728"/>
              <a:ext cx="11402765" cy="18772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잘못 움직이거나</a:t>
              </a: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반응이 늦으면 즉시 탈락!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최후의 1인이 남을때까지 진행합니다.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61925"/>
              <a:ext cx="11402765" cy="111103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09"/>
                </a:lnSpc>
              </a:pPr>
              <a:r>
                <a:rPr lang="en-US" sz="469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10515" y="3922125"/>
            <a:ext cx="10466970" cy="2442750"/>
            <a:chOff x="0" y="0"/>
            <a:chExt cx="13955960" cy="3257001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9728"/>
              <a:ext cx="13955960" cy="18772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"가라사대" 없는 행동에는</a:t>
              </a: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절대로 움직이지 않습니다.</a:t>
              </a:r>
            </a:p>
            <a:p>
              <a:pPr algn="l">
                <a:lnSpc>
                  <a:spcPts val="5739"/>
                </a:lnSpc>
              </a:pPr>
              <a:r>
                <a:rPr lang="en-US" sz="409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(예: "손 내려!" → 움직이면 탈락)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61925"/>
              <a:ext cx="10551700" cy="11110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가라사대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DAHFO6GkwrY</dc:identifier>
  <dcterms:modified xsi:type="dcterms:W3CDTF">2011-08-01T06:04:30Z</dcterms:modified>
  <cp:revision>1</cp:revision>
  <dc:title>[Sunday Play] 가라사대</dc:title>
</cp:coreProperties>
</file>