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Jua" charset="1" panose="00000000000000000000"/>
      <p:regular r:id="rId17"/>
    </p:embeddedFont>
    <p:embeddedFont>
      <p:font typeface="TDTD갬성명조" charset="1" panose="02000503000000000000"/>
      <p:regular r:id="rId18"/>
    </p:embeddedFont>
    <p:embeddedFont>
      <p:font typeface="TDTD가온" charset="1" panose="02000503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스무고개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573620"/>
            <a:chOff x="0" y="0"/>
            <a:chExt cx="14259577" cy="343149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0584"/>
              <a:ext cx="14259577" cy="20509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팀별 질문 순서를 정합니다.</a:t>
              </a:r>
            </a:p>
            <a:p>
              <a:pPr algn="l">
                <a:lnSpc>
                  <a:spcPts val="6273"/>
                </a:lnSpc>
              </a:pPr>
              <a:r>
                <a:rPr lang="en-US" sz="448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진행자가 정답을 정하고 카테고리를 알려줍니다.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71450"/>
              <a:ext cx="9574913" cy="11692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030747" y="7451103"/>
            <a:ext cx="8086071" cy="2574122"/>
            <a:chOff x="0" y="0"/>
            <a:chExt cx="10781428" cy="3432162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7534"/>
              <a:ext cx="10616599" cy="20546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20번 안에 먼저 정답을 맞춘 팀이 점수!</a:t>
              </a:r>
            </a:p>
            <a:p>
              <a:pPr algn="l">
                <a:lnSpc>
                  <a:spcPts val="6284"/>
                </a:lnSpc>
              </a:pPr>
              <a:r>
                <a:rPr lang="en-US" sz="4489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많은 점수를 얻은 팀이 우승합니다.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71450"/>
              <a:ext cx="10781428" cy="117110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21704" y="3858476"/>
            <a:ext cx="8612946" cy="2570047"/>
            <a:chOff x="0" y="0"/>
            <a:chExt cx="11483928" cy="3426730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5218"/>
              <a:ext cx="11483928" cy="20515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팀별로 돌아가며 질문합니다.</a:t>
              </a:r>
            </a:p>
            <a:p>
              <a:pPr algn="l">
                <a:lnSpc>
                  <a:spcPts val="6275"/>
                </a:lnSpc>
              </a:pPr>
              <a:r>
                <a:rPr lang="en-US" sz="4482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진행자는 "예" 또는 "아니오"로만 대답!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71450"/>
              <a:ext cx="7079955" cy="11695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스무고개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동물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음식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사물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직업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인물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092795"/>
            <a:ext cx="1181015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나라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DAHGpPLi-fw</dc:identifier>
  <dcterms:modified xsi:type="dcterms:W3CDTF">2011-08-01T06:04:30Z</dcterms:modified>
  <cp:revision>1</cp:revision>
  <dc:title>[Sunday Play] 스무고개</dc:title>
</cp:coreProperties>
</file>