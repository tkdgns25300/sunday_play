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무궁화 고딕" charset="1" panose="02020603020101020101"/>
      <p:regular r:id="rId35"/>
    </p:embeddedFont>
    <p:embeddedFont>
      <p:font typeface="무궁화 고딕 Bold" charset="1" panose="02020603020101020101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6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41.gif" Type="http://schemas.openxmlformats.org/officeDocument/2006/relationships/image"/><Relationship Id="rId4" Target="../media/image42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안 숨은 그림 찾기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02540" y="9822180"/>
            <a:ext cx="35002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1701684"/>
            <a:chOff x="0" y="0"/>
            <a:chExt cx="14259577" cy="22689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425957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팀을 나누고 팀 구호를 정합니다.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9747" y="8200435"/>
            <a:ext cx="8487123" cy="1697862"/>
            <a:chOff x="0" y="0"/>
            <a:chExt cx="11316164" cy="22638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1114316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많은 점수를 얻은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316164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3575568"/>
            <a:ext cx="8893683" cy="3107111"/>
            <a:chOff x="0" y="0"/>
            <a:chExt cx="11858244" cy="41428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1858244" cy="2760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화면에 투명하게 겹쳐진 그림이 나타납니다.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먼저 외친 팀에게 기회!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5초 안에 정답을 말하세요.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310725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안 숨은 그림 찾기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02540" y="9822180"/>
            <a:ext cx="35002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과일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4498" y="1186419"/>
            <a:ext cx="6959004" cy="7914161"/>
          </a:xfrm>
          <a:custGeom>
            <a:avLst/>
            <a:gdLst/>
            <a:ahLst/>
            <a:cxnLst/>
            <a:rect r="r" b="b" t="t" l="l"/>
            <a:pathLst>
              <a:path h="7914161" w="6959004">
                <a:moveTo>
                  <a:pt x="0" y="0"/>
                </a:moveTo>
                <a:lnTo>
                  <a:pt x="6959004" y="0"/>
                </a:lnTo>
                <a:lnTo>
                  <a:pt x="6959004" y="7914162"/>
                </a:lnTo>
                <a:lnTo>
                  <a:pt x="0" y="7914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38911" y="784000"/>
            <a:ext cx="8719001" cy="8316581"/>
          </a:xfrm>
          <a:custGeom>
            <a:avLst/>
            <a:gdLst/>
            <a:ahLst/>
            <a:cxnLst/>
            <a:rect r="r" b="b" t="t" l="l"/>
            <a:pathLst>
              <a:path h="8316581" w="8719001">
                <a:moveTo>
                  <a:pt x="0" y="0"/>
                </a:moveTo>
                <a:lnTo>
                  <a:pt x="8719001" y="0"/>
                </a:lnTo>
                <a:lnTo>
                  <a:pt x="8719001" y="8316581"/>
                </a:lnTo>
                <a:lnTo>
                  <a:pt x="0" y="8316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-483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9129" y="926971"/>
            <a:ext cx="10729742" cy="8331329"/>
          </a:xfrm>
          <a:custGeom>
            <a:avLst/>
            <a:gdLst/>
            <a:ahLst/>
            <a:cxnLst/>
            <a:rect r="r" b="b" t="t" l="l"/>
            <a:pathLst>
              <a:path h="8331329" w="10729742">
                <a:moveTo>
                  <a:pt x="0" y="0"/>
                </a:moveTo>
                <a:lnTo>
                  <a:pt x="10729742" y="0"/>
                </a:lnTo>
                <a:lnTo>
                  <a:pt x="10729742" y="8331329"/>
                </a:lnTo>
                <a:lnTo>
                  <a:pt x="0" y="8331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29281"/>
            <a:ext cx="4982557" cy="5666438"/>
          </a:xfrm>
          <a:custGeom>
            <a:avLst/>
            <a:gdLst/>
            <a:ahLst/>
            <a:cxnLst/>
            <a:rect r="r" b="b" t="t" l="l"/>
            <a:pathLst>
              <a:path h="5666438" w="4982557">
                <a:moveTo>
                  <a:pt x="0" y="0"/>
                </a:moveTo>
                <a:lnTo>
                  <a:pt x="4982557" y="0"/>
                </a:lnTo>
                <a:lnTo>
                  <a:pt x="4982557" y="5666438"/>
                </a:lnTo>
                <a:lnTo>
                  <a:pt x="0" y="566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9342" y="2388210"/>
            <a:ext cx="5029317" cy="4748580"/>
          </a:xfrm>
          <a:custGeom>
            <a:avLst/>
            <a:gdLst/>
            <a:ahLst/>
            <a:cxnLst/>
            <a:rect r="r" b="b" t="t" l="l"/>
            <a:pathLst>
              <a:path h="4748580" w="5029317">
                <a:moveTo>
                  <a:pt x="0" y="0"/>
                </a:moveTo>
                <a:lnTo>
                  <a:pt x="5029316" y="0"/>
                </a:lnTo>
                <a:lnTo>
                  <a:pt x="5029316" y="4748580"/>
                </a:lnTo>
                <a:lnTo>
                  <a:pt x="0" y="4748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9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16359" y="2189398"/>
            <a:ext cx="6371641" cy="4947392"/>
          </a:xfrm>
          <a:custGeom>
            <a:avLst/>
            <a:gdLst/>
            <a:ahLst/>
            <a:cxnLst/>
            <a:rect r="r" b="b" t="t" l="l"/>
            <a:pathLst>
              <a:path h="4947392" w="6371641">
                <a:moveTo>
                  <a:pt x="0" y="0"/>
                </a:moveTo>
                <a:lnTo>
                  <a:pt x="6371641" y="0"/>
                </a:lnTo>
                <a:lnTo>
                  <a:pt x="6371641" y="4947392"/>
                </a:lnTo>
                <a:lnTo>
                  <a:pt x="0" y="4947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동물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7308" y="1978138"/>
            <a:ext cx="9513384" cy="6330724"/>
          </a:xfrm>
          <a:custGeom>
            <a:avLst/>
            <a:gdLst/>
            <a:ahLst/>
            <a:cxnLst/>
            <a:rect r="r" b="b" t="t" l="l"/>
            <a:pathLst>
              <a:path h="6330724" w="9513384">
                <a:moveTo>
                  <a:pt x="0" y="0"/>
                </a:moveTo>
                <a:lnTo>
                  <a:pt x="9513384" y="0"/>
                </a:lnTo>
                <a:lnTo>
                  <a:pt x="9513384" y="6330724"/>
                </a:lnTo>
                <a:lnTo>
                  <a:pt x="0" y="6330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7957" y="1507825"/>
            <a:ext cx="7271350" cy="7271350"/>
          </a:xfrm>
          <a:custGeom>
            <a:avLst/>
            <a:gdLst/>
            <a:ahLst/>
            <a:cxnLst/>
            <a:rect r="r" b="b" t="t" l="l"/>
            <a:pathLst>
              <a:path h="7271350" w="7271350">
                <a:moveTo>
                  <a:pt x="0" y="0"/>
                </a:moveTo>
                <a:lnTo>
                  <a:pt x="7271350" y="0"/>
                </a:lnTo>
                <a:lnTo>
                  <a:pt x="7271350" y="7271350"/>
                </a:lnTo>
                <a:lnTo>
                  <a:pt x="0" y="727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4700" y="1826017"/>
            <a:ext cx="9577309" cy="7173737"/>
          </a:xfrm>
          <a:custGeom>
            <a:avLst/>
            <a:gdLst/>
            <a:ahLst/>
            <a:cxnLst/>
            <a:rect r="r" b="b" t="t" l="l"/>
            <a:pathLst>
              <a:path h="7173737" w="9577309">
                <a:moveTo>
                  <a:pt x="0" y="0"/>
                </a:moveTo>
                <a:lnTo>
                  <a:pt x="9577309" y="0"/>
                </a:lnTo>
                <a:lnTo>
                  <a:pt x="9577309" y="7173737"/>
                </a:lnTo>
                <a:lnTo>
                  <a:pt x="0" y="7173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78284" y="97351"/>
            <a:ext cx="10606366" cy="8681824"/>
          </a:xfrm>
          <a:custGeom>
            <a:avLst/>
            <a:gdLst/>
            <a:ahLst/>
            <a:cxnLst/>
            <a:rect r="r" b="b" t="t" l="l"/>
            <a:pathLst>
              <a:path h="8681824" w="10606366">
                <a:moveTo>
                  <a:pt x="0" y="0"/>
                </a:moveTo>
                <a:lnTo>
                  <a:pt x="10606366" y="0"/>
                </a:lnTo>
                <a:lnTo>
                  <a:pt x="10606366" y="8681824"/>
                </a:lnTo>
                <a:lnTo>
                  <a:pt x="0" y="86818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7212" y="568660"/>
            <a:ext cx="7364683" cy="4900862"/>
          </a:xfrm>
          <a:custGeom>
            <a:avLst/>
            <a:gdLst/>
            <a:ahLst/>
            <a:cxnLst/>
            <a:rect r="r" b="b" t="t" l="l"/>
            <a:pathLst>
              <a:path h="4900862" w="7364683">
                <a:moveTo>
                  <a:pt x="0" y="0"/>
                </a:moveTo>
                <a:lnTo>
                  <a:pt x="7364683" y="0"/>
                </a:lnTo>
                <a:lnTo>
                  <a:pt x="7364683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8131" y="5698841"/>
            <a:ext cx="4588159" cy="4588159"/>
          </a:xfrm>
          <a:custGeom>
            <a:avLst/>
            <a:gdLst/>
            <a:ahLst/>
            <a:cxnLst/>
            <a:rect r="r" b="b" t="t" l="l"/>
            <a:pathLst>
              <a:path h="4588159" w="4588159">
                <a:moveTo>
                  <a:pt x="0" y="0"/>
                </a:moveTo>
                <a:lnTo>
                  <a:pt x="4588159" y="0"/>
                </a:lnTo>
                <a:lnTo>
                  <a:pt x="4588159" y="4588159"/>
                </a:lnTo>
                <a:lnTo>
                  <a:pt x="0" y="4588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35276" y="5525392"/>
            <a:ext cx="6039567" cy="4523846"/>
          </a:xfrm>
          <a:custGeom>
            <a:avLst/>
            <a:gdLst/>
            <a:ahLst/>
            <a:cxnLst/>
            <a:rect r="r" b="b" t="t" l="l"/>
            <a:pathLst>
              <a:path h="4523846" w="6039567">
                <a:moveTo>
                  <a:pt x="0" y="0"/>
                </a:moveTo>
                <a:lnTo>
                  <a:pt x="6039567" y="0"/>
                </a:lnTo>
                <a:lnTo>
                  <a:pt x="6039567" y="4523846"/>
                </a:lnTo>
                <a:lnTo>
                  <a:pt x="0" y="4523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81468" y="736103"/>
            <a:ext cx="6062853" cy="4962739"/>
          </a:xfrm>
          <a:custGeom>
            <a:avLst/>
            <a:gdLst/>
            <a:ahLst/>
            <a:cxnLst/>
            <a:rect r="r" b="b" t="t" l="l"/>
            <a:pathLst>
              <a:path h="4962739" w="6062853">
                <a:moveTo>
                  <a:pt x="0" y="0"/>
                </a:moveTo>
                <a:lnTo>
                  <a:pt x="6062853" y="0"/>
                </a:lnTo>
                <a:lnTo>
                  <a:pt x="6062853" y="4962738"/>
                </a:lnTo>
                <a:lnTo>
                  <a:pt x="0" y="496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탈것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933" y="1261390"/>
            <a:ext cx="17716464" cy="7809920"/>
          </a:xfrm>
          <a:custGeom>
            <a:avLst/>
            <a:gdLst/>
            <a:ahLst/>
            <a:cxnLst/>
            <a:rect r="r" b="b" t="t" l="l"/>
            <a:pathLst>
              <a:path h="7809920" w="17716464">
                <a:moveTo>
                  <a:pt x="0" y="0"/>
                </a:moveTo>
                <a:lnTo>
                  <a:pt x="17716464" y="0"/>
                </a:lnTo>
                <a:lnTo>
                  <a:pt x="17716464" y="7809921"/>
                </a:lnTo>
                <a:lnTo>
                  <a:pt x="0" y="780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62342" y="0"/>
            <a:ext cx="9904053" cy="9904053"/>
          </a:xfrm>
          <a:custGeom>
            <a:avLst/>
            <a:gdLst/>
            <a:ahLst/>
            <a:cxnLst/>
            <a:rect r="r" b="b" t="t" l="l"/>
            <a:pathLst>
              <a:path h="9904053" w="9904053">
                <a:moveTo>
                  <a:pt x="0" y="0"/>
                </a:moveTo>
                <a:lnTo>
                  <a:pt x="9904053" y="0"/>
                </a:lnTo>
                <a:lnTo>
                  <a:pt x="9904053" y="9904053"/>
                </a:lnTo>
                <a:lnTo>
                  <a:pt x="0" y="990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47029" y="739468"/>
            <a:ext cx="13315052" cy="8860562"/>
          </a:xfrm>
          <a:custGeom>
            <a:avLst/>
            <a:gdLst/>
            <a:ahLst/>
            <a:cxnLst/>
            <a:rect r="r" b="b" t="t" l="l"/>
            <a:pathLst>
              <a:path h="8860562" w="13315052">
                <a:moveTo>
                  <a:pt x="0" y="0"/>
                </a:moveTo>
                <a:lnTo>
                  <a:pt x="13315052" y="0"/>
                </a:lnTo>
                <a:lnTo>
                  <a:pt x="13315052" y="8860562"/>
                </a:lnTo>
                <a:lnTo>
                  <a:pt x="0" y="8860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25" y="2817019"/>
            <a:ext cx="17105575" cy="5730512"/>
          </a:xfrm>
          <a:custGeom>
            <a:avLst/>
            <a:gdLst/>
            <a:ahLst/>
            <a:cxnLst/>
            <a:rect r="r" b="b" t="t" l="l"/>
            <a:pathLst>
              <a:path h="5730512" w="17105575">
                <a:moveTo>
                  <a:pt x="0" y="0"/>
                </a:moveTo>
                <a:lnTo>
                  <a:pt x="17105575" y="0"/>
                </a:lnTo>
                <a:lnTo>
                  <a:pt x="17105575" y="5730512"/>
                </a:lnTo>
                <a:lnTo>
                  <a:pt x="0" y="5730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7000"/>
            </a:blip>
            <a:stretch>
              <a:fillRect l="-900" t="0" r="-90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9605" y="951640"/>
            <a:ext cx="9509052" cy="4191860"/>
          </a:xfrm>
          <a:custGeom>
            <a:avLst/>
            <a:gdLst/>
            <a:ahLst/>
            <a:cxnLst/>
            <a:rect r="r" b="b" t="t" l="l"/>
            <a:pathLst>
              <a:path h="4191860" w="9509052">
                <a:moveTo>
                  <a:pt x="0" y="0"/>
                </a:moveTo>
                <a:lnTo>
                  <a:pt x="9509052" y="0"/>
                </a:lnTo>
                <a:lnTo>
                  <a:pt x="9509052" y="4191860"/>
                </a:lnTo>
                <a:lnTo>
                  <a:pt x="0" y="419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78657" y="354815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143500"/>
            <a:ext cx="7364683" cy="4900862"/>
          </a:xfrm>
          <a:custGeom>
            <a:avLst/>
            <a:gdLst/>
            <a:ahLst/>
            <a:cxnLst/>
            <a:rect r="r" b="b" t="t" l="l"/>
            <a:pathLst>
              <a:path h="4900862" w="7364683">
                <a:moveTo>
                  <a:pt x="0" y="0"/>
                </a:moveTo>
                <a:lnTo>
                  <a:pt x="7364683" y="0"/>
                </a:lnTo>
                <a:lnTo>
                  <a:pt x="7364683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93383" y="6046727"/>
            <a:ext cx="9759197" cy="3211573"/>
          </a:xfrm>
          <a:custGeom>
            <a:avLst/>
            <a:gdLst/>
            <a:ahLst/>
            <a:cxnLst/>
            <a:rect r="r" b="b" t="t" l="l"/>
            <a:pathLst>
              <a:path h="3211573" w="9759197">
                <a:moveTo>
                  <a:pt x="0" y="0"/>
                </a:moveTo>
                <a:lnTo>
                  <a:pt x="9759197" y="0"/>
                </a:lnTo>
                <a:lnTo>
                  <a:pt x="9759197" y="3211573"/>
                </a:lnTo>
                <a:lnTo>
                  <a:pt x="0" y="32115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음식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17750" y="117250"/>
            <a:ext cx="10052501" cy="10052501"/>
          </a:xfrm>
          <a:custGeom>
            <a:avLst/>
            <a:gdLst/>
            <a:ahLst/>
            <a:cxnLst/>
            <a:rect r="r" b="b" t="t" l="l"/>
            <a:pathLst>
              <a:path h="10052501" w="10052501">
                <a:moveTo>
                  <a:pt x="0" y="0"/>
                </a:moveTo>
                <a:lnTo>
                  <a:pt x="10052500" y="0"/>
                </a:lnTo>
                <a:lnTo>
                  <a:pt x="10052500" y="10052500"/>
                </a:lnTo>
                <a:lnTo>
                  <a:pt x="0" y="100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5415" y="307949"/>
            <a:ext cx="11526967" cy="8950351"/>
          </a:xfrm>
          <a:custGeom>
            <a:avLst/>
            <a:gdLst/>
            <a:ahLst/>
            <a:cxnLst/>
            <a:rect r="r" b="b" t="t" l="l"/>
            <a:pathLst>
              <a:path h="8950351" w="11526967">
                <a:moveTo>
                  <a:pt x="0" y="0"/>
                </a:moveTo>
                <a:lnTo>
                  <a:pt x="11526967" y="0"/>
                </a:lnTo>
                <a:lnTo>
                  <a:pt x="11526967" y="8950351"/>
                </a:lnTo>
                <a:lnTo>
                  <a:pt x="0" y="895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3184" y="117250"/>
            <a:ext cx="9887067" cy="9887067"/>
          </a:xfrm>
          <a:custGeom>
            <a:avLst/>
            <a:gdLst/>
            <a:ahLst/>
            <a:cxnLst/>
            <a:rect r="r" b="b" t="t" l="l"/>
            <a:pathLst>
              <a:path h="9887067" w="9887067">
                <a:moveTo>
                  <a:pt x="0" y="0"/>
                </a:moveTo>
                <a:lnTo>
                  <a:pt x="9887066" y="0"/>
                </a:lnTo>
                <a:lnTo>
                  <a:pt x="9887066" y="9887066"/>
                </a:lnTo>
                <a:lnTo>
                  <a:pt x="0" y="9887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35205" y="229018"/>
            <a:ext cx="9627388" cy="9584599"/>
          </a:xfrm>
          <a:custGeom>
            <a:avLst/>
            <a:gdLst/>
            <a:ahLst/>
            <a:cxnLst/>
            <a:rect r="r" b="b" t="t" l="l"/>
            <a:pathLst>
              <a:path h="9584599" w="9627388">
                <a:moveTo>
                  <a:pt x="0" y="0"/>
                </a:moveTo>
                <a:lnTo>
                  <a:pt x="9627388" y="0"/>
                </a:lnTo>
                <a:lnTo>
                  <a:pt x="9627388" y="9584599"/>
                </a:lnTo>
                <a:lnTo>
                  <a:pt x="0" y="9584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0763" y="310291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94206" y="310291"/>
            <a:ext cx="6371641" cy="4947392"/>
          </a:xfrm>
          <a:custGeom>
            <a:avLst/>
            <a:gdLst/>
            <a:ahLst/>
            <a:cxnLst/>
            <a:rect r="r" b="b" t="t" l="l"/>
            <a:pathLst>
              <a:path h="4947392" w="6371641">
                <a:moveTo>
                  <a:pt x="0" y="0"/>
                </a:moveTo>
                <a:lnTo>
                  <a:pt x="6371641" y="0"/>
                </a:lnTo>
                <a:lnTo>
                  <a:pt x="6371641" y="4947392"/>
                </a:lnTo>
                <a:lnTo>
                  <a:pt x="0" y="4947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2711" y="5257683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20593" y="5517962"/>
            <a:ext cx="4790329" cy="4769038"/>
          </a:xfrm>
          <a:custGeom>
            <a:avLst/>
            <a:gdLst/>
            <a:ahLst/>
            <a:cxnLst/>
            <a:rect r="r" b="b" t="t" l="l"/>
            <a:pathLst>
              <a:path h="4769038" w="4790329">
                <a:moveTo>
                  <a:pt x="0" y="0"/>
                </a:moveTo>
                <a:lnTo>
                  <a:pt x="4790329" y="0"/>
                </a:lnTo>
                <a:lnTo>
                  <a:pt x="4790329" y="4769038"/>
                </a:lnTo>
                <a:lnTo>
                  <a:pt x="0" y="4769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악기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98478"/>
            <a:ext cx="16398779" cy="6011412"/>
          </a:xfrm>
          <a:custGeom>
            <a:avLst/>
            <a:gdLst/>
            <a:ahLst/>
            <a:cxnLst/>
            <a:rect r="r" b="b" t="t" l="l"/>
            <a:pathLst>
              <a:path h="6011412" w="16398779">
                <a:moveTo>
                  <a:pt x="0" y="0"/>
                </a:moveTo>
                <a:lnTo>
                  <a:pt x="16398779" y="0"/>
                </a:lnTo>
                <a:lnTo>
                  <a:pt x="16398779" y="6011412"/>
                </a:lnTo>
                <a:lnTo>
                  <a:pt x="0" y="601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7543" y="178357"/>
            <a:ext cx="10312915" cy="10451654"/>
          </a:xfrm>
          <a:custGeom>
            <a:avLst/>
            <a:gdLst/>
            <a:ahLst/>
            <a:cxnLst/>
            <a:rect r="r" b="b" t="t" l="l"/>
            <a:pathLst>
              <a:path h="10451654" w="10312915">
                <a:moveTo>
                  <a:pt x="0" y="0"/>
                </a:moveTo>
                <a:lnTo>
                  <a:pt x="10312914" y="0"/>
                </a:lnTo>
                <a:lnTo>
                  <a:pt x="10312914" y="10451654"/>
                </a:lnTo>
                <a:lnTo>
                  <a:pt x="0" y="10451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28876" y="618779"/>
            <a:ext cx="9570811" cy="9570811"/>
          </a:xfrm>
          <a:custGeom>
            <a:avLst/>
            <a:gdLst/>
            <a:ahLst/>
            <a:cxnLst/>
            <a:rect r="r" b="b" t="t" l="l"/>
            <a:pathLst>
              <a:path h="9570811" w="9570811">
                <a:moveTo>
                  <a:pt x="0" y="0"/>
                </a:moveTo>
                <a:lnTo>
                  <a:pt x="9570811" y="0"/>
                </a:lnTo>
                <a:lnTo>
                  <a:pt x="9570811" y="9570811"/>
                </a:lnTo>
                <a:lnTo>
                  <a:pt x="0" y="9570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3025" y="1028700"/>
            <a:ext cx="15195939" cy="8490284"/>
          </a:xfrm>
          <a:custGeom>
            <a:avLst/>
            <a:gdLst/>
            <a:ahLst/>
            <a:cxnLst/>
            <a:rect r="r" b="b" t="t" l="l"/>
            <a:pathLst>
              <a:path h="8490284" w="15195939">
                <a:moveTo>
                  <a:pt x="0" y="0"/>
                </a:moveTo>
                <a:lnTo>
                  <a:pt x="15195939" y="0"/>
                </a:lnTo>
                <a:lnTo>
                  <a:pt x="15195939" y="8490284"/>
                </a:lnTo>
                <a:lnTo>
                  <a:pt x="0" y="8490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1000"/>
            </a:blip>
            <a:stretch>
              <a:fillRect l="0" t="0" r="0" b="-191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8053" y="2522376"/>
            <a:ext cx="11445882" cy="6329345"/>
          </a:xfrm>
          <a:custGeom>
            <a:avLst/>
            <a:gdLst/>
            <a:ahLst/>
            <a:cxnLst/>
            <a:rect r="r" b="b" t="t" l="l"/>
            <a:pathLst>
              <a:path h="6329345" w="11445882">
                <a:moveTo>
                  <a:pt x="0" y="0"/>
                </a:moveTo>
                <a:lnTo>
                  <a:pt x="11445882" y="0"/>
                </a:lnTo>
                <a:lnTo>
                  <a:pt x="11445882" y="6329346"/>
                </a:lnTo>
                <a:lnTo>
                  <a:pt x="0" y="6329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860" y="183935"/>
            <a:ext cx="9663438" cy="3542392"/>
          </a:xfrm>
          <a:custGeom>
            <a:avLst/>
            <a:gdLst/>
            <a:ahLst/>
            <a:cxnLst/>
            <a:rect r="r" b="b" t="t" l="l"/>
            <a:pathLst>
              <a:path h="3542392" w="9663438">
                <a:moveTo>
                  <a:pt x="0" y="0"/>
                </a:moveTo>
                <a:lnTo>
                  <a:pt x="9663438" y="0"/>
                </a:lnTo>
                <a:lnTo>
                  <a:pt x="9663438" y="3542393"/>
                </a:lnTo>
                <a:lnTo>
                  <a:pt x="0" y="354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3457" y="341347"/>
            <a:ext cx="4965506" cy="5032307"/>
          </a:xfrm>
          <a:custGeom>
            <a:avLst/>
            <a:gdLst/>
            <a:ahLst/>
            <a:cxnLst/>
            <a:rect r="r" b="b" t="t" l="l"/>
            <a:pathLst>
              <a:path h="5032307" w="4965506">
                <a:moveTo>
                  <a:pt x="0" y="0"/>
                </a:moveTo>
                <a:lnTo>
                  <a:pt x="4965507" y="0"/>
                </a:lnTo>
                <a:lnTo>
                  <a:pt x="4965507" y="5032306"/>
                </a:lnTo>
                <a:lnTo>
                  <a:pt x="0" y="503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3868" y="4228983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42922" y="4987031"/>
            <a:ext cx="7364683" cy="4114800"/>
          </a:xfrm>
          <a:custGeom>
            <a:avLst/>
            <a:gdLst/>
            <a:ahLst/>
            <a:cxnLst/>
            <a:rect r="r" b="b" t="t" l="l"/>
            <a:pathLst>
              <a:path h="4114800" w="7364683">
                <a:moveTo>
                  <a:pt x="0" y="0"/>
                </a:moveTo>
                <a:lnTo>
                  <a:pt x="7364682" y="0"/>
                </a:lnTo>
                <a:lnTo>
                  <a:pt x="7364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91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77004" y="5601476"/>
            <a:ext cx="5742836" cy="3175674"/>
          </a:xfrm>
          <a:custGeom>
            <a:avLst/>
            <a:gdLst/>
            <a:ahLst/>
            <a:cxnLst/>
            <a:rect r="r" b="b" t="t" l="l"/>
            <a:pathLst>
              <a:path h="3175674" w="5742836">
                <a:moveTo>
                  <a:pt x="0" y="0"/>
                </a:moveTo>
                <a:lnTo>
                  <a:pt x="5742836" y="0"/>
                </a:lnTo>
                <a:lnTo>
                  <a:pt x="5742836" y="3175674"/>
                </a:lnTo>
                <a:lnTo>
                  <a:pt x="0" y="3175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운동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28828" y="528328"/>
            <a:ext cx="9230343" cy="9230343"/>
          </a:xfrm>
          <a:custGeom>
            <a:avLst/>
            <a:gdLst/>
            <a:ahLst/>
            <a:cxnLst/>
            <a:rect r="r" b="b" t="t" l="l"/>
            <a:pathLst>
              <a:path h="9230343" w="9230343">
                <a:moveTo>
                  <a:pt x="0" y="0"/>
                </a:moveTo>
                <a:lnTo>
                  <a:pt x="9230344" y="0"/>
                </a:lnTo>
                <a:lnTo>
                  <a:pt x="9230344" y="9230344"/>
                </a:lnTo>
                <a:lnTo>
                  <a:pt x="0" y="9230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3552" y="423052"/>
            <a:ext cx="9440896" cy="9440896"/>
          </a:xfrm>
          <a:custGeom>
            <a:avLst/>
            <a:gdLst/>
            <a:ahLst/>
            <a:cxnLst/>
            <a:rect r="r" b="b" t="t" l="l"/>
            <a:pathLst>
              <a:path h="9440896" w="9440896">
                <a:moveTo>
                  <a:pt x="0" y="0"/>
                </a:moveTo>
                <a:lnTo>
                  <a:pt x="9440896" y="0"/>
                </a:lnTo>
                <a:lnTo>
                  <a:pt x="9440896" y="9440896"/>
                </a:lnTo>
                <a:lnTo>
                  <a:pt x="0" y="94408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17486" y="272657"/>
            <a:ext cx="9741685" cy="9741685"/>
          </a:xfrm>
          <a:custGeom>
            <a:avLst/>
            <a:gdLst/>
            <a:ahLst/>
            <a:cxnLst/>
            <a:rect r="r" b="b" t="t" l="l"/>
            <a:pathLst>
              <a:path h="9741685" w="9741685">
                <a:moveTo>
                  <a:pt x="0" y="0"/>
                </a:moveTo>
                <a:lnTo>
                  <a:pt x="9741686" y="0"/>
                </a:lnTo>
                <a:lnTo>
                  <a:pt x="9741686" y="9741686"/>
                </a:lnTo>
                <a:lnTo>
                  <a:pt x="0" y="9741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82921" y="364841"/>
            <a:ext cx="9922159" cy="9922159"/>
          </a:xfrm>
          <a:custGeom>
            <a:avLst/>
            <a:gdLst/>
            <a:ahLst/>
            <a:cxnLst/>
            <a:rect r="r" b="b" t="t" l="l"/>
            <a:pathLst>
              <a:path h="9922159" w="9922159">
                <a:moveTo>
                  <a:pt x="0" y="0"/>
                </a:moveTo>
                <a:lnTo>
                  <a:pt x="9922158" y="0"/>
                </a:lnTo>
                <a:lnTo>
                  <a:pt x="9922158" y="9922159"/>
                </a:lnTo>
                <a:lnTo>
                  <a:pt x="0" y="9922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29881" y="728855"/>
            <a:ext cx="8829290" cy="8829290"/>
          </a:xfrm>
          <a:custGeom>
            <a:avLst/>
            <a:gdLst/>
            <a:ahLst/>
            <a:cxnLst/>
            <a:rect r="r" b="b" t="t" l="l"/>
            <a:pathLst>
              <a:path h="8829290" w="8829290">
                <a:moveTo>
                  <a:pt x="0" y="0"/>
                </a:moveTo>
                <a:lnTo>
                  <a:pt x="8829291" y="0"/>
                </a:lnTo>
                <a:lnTo>
                  <a:pt x="8829291" y="8829290"/>
                </a:lnTo>
                <a:lnTo>
                  <a:pt x="0" y="8829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9342" y="463157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636" y="294715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11158" y="463157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99552" y="5257683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5324032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85071" y="84571"/>
            <a:ext cx="10117857" cy="10117857"/>
          </a:xfrm>
          <a:custGeom>
            <a:avLst/>
            <a:gdLst/>
            <a:ahLst/>
            <a:cxnLst/>
            <a:rect r="r" b="b" t="t" l="l"/>
            <a:pathLst>
              <a:path h="10117857" w="10117857">
                <a:moveTo>
                  <a:pt x="0" y="0"/>
                </a:moveTo>
                <a:lnTo>
                  <a:pt x="10117858" y="0"/>
                </a:lnTo>
                <a:lnTo>
                  <a:pt x="10117858" y="10117858"/>
                </a:lnTo>
                <a:lnTo>
                  <a:pt x="0" y="10117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4931" y="296143"/>
            <a:ext cx="7906061" cy="9833409"/>
          </a:xfrm>
          <a:custGeom>
            <a:avLst/>
            <a:gdLst/>
            <a:ahLst/>
            <a:cxnLst/>
            <a:rect r="r" b="b" t="t" l="l"/>
            <a:pathLst>
              <a:path h="9833409" w="7906061">
                <a:moveTo>
                  <a:pt x="0" y="0"/>
                </a:moveTo>
                <a:lnTo>
                  <a:pt x="7906061" y="0"/>
                </a:lnTo>
                <a:lnTo>
                  <a:pt x="7906061" y="9833409"/>
                </a:lnTo>
                <a:lnTo>
                  <a:pt x="0" y="983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8615" y="904519"/>
            <a:ext cx="8004279" cy="9906286"/>
          </a:xfrm>
          <a:custGeom>
            <a:avLst/>
            <a:gdLst/>
            <a:ahLst/>
            <a:cxnLst/>
            <a:rect r="r" b="b" t="t" l="l"/>
            <a:pathLst>
              <a:path h="9906286" w="8004279">
                <a:moveTo>
                  <a:pt x="0" y="0"/>
                </a:moveTo>
                <a:lnTo>
                  <a:pt x="8004279" y="0"/>
                </a:lnTo>
                <a:lnTo>
                  <a:pt x="8004279" y="9906286"/>
                </a:lnTo>
                <a:lnTo>
                  <a:pt x="0" y="9906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7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3752" y="200598"/>
            <a:ext cx="8428762" cy="10024499"/>
          </a:xfrm>
          <a:custGeom>
            <a:avLst/>
            <a:gdLst/>
            <a:ahLst/>
            <a:cxnLst/>
            <a:rect r="r" b="b" t="t" l="l"/>
            <a:pathLst>
              <a:path h="10024499" w="8428762">
                <a:moveTo>
                  <a:pt x="0" y="0"/>
                </a:moveTo>
                <a:lnTo>
                  <a:pt x="8428763" y="0"/>
                </a:lnTo>
                <a:lnTo>
                  <a:pt x="8428763" y="10024499"/>
                </a:lnTo>
                <a:lnTo>
                  <a:pt x="0" y="100244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20139" y="904519"/>
            <a:ext cx="5675989" cy="8829317"/>
          </a:xfrm>
          <a:custGeom>
            <a:avLst/>
            <a:gdLst/>
            <a:ahLst/>
            <a:cxnLst/>
            <a:rect r="r" b="b" t="t" l="l"/>
            <a:pathLst>
              <a:path h="8829317" w="5675989">
                <a:moveTo>
                  <a:pt x="0" y="0"/>
                </a:moveTo>
                <a:lnTo>
                  <a:pt x="5675989" y="0"/>
                </a:lnTo>
                <a:lnTo>
                  <a:pt x="5675989" y="8829317"/>
                </a:lnTo>
                <a:lnTo>
                  <a:pt x="0" y="8829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2973" y="114183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2530" y="114183"/>
            <a:ext cx="4102939" cy="5103158"/>
          </a:xfrm>
          <a:custGeom>
            <a:avLst/>
            <a:gdLst/>
            <a:ahLst/>
            <a:cxnLst/>
            <a:rect r="r" b="b" t="t" l="l"/>
            <a:pathLst>
              <a:path h="5103158" w="4102939">
                <a:moveTo>
                  <a:pt x="0" y="0"/>
                </a:moveTo>
                <a:lnTo>
                  <a:pt x="4102940" y="0"/>
                </a:lnTo>
                <a:lnTo>
                  <a:pt x="4102940" y="5103159"/>
                </a:lnTo>
                <a:lnTo>
                  <a:pt x="0" y="5103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2345" y="245763"/>
            <a:ext cx="4123352" cy="5103158"/>
          </a:xfrm>
          <a:custGeom>
            <a:avLst/>
            <a:gdLst/>
            <a:ahLst/>
            <a:cxnLst/>
            <a:rect r="r" b="b" t="t" l="l"/>
            <a:pathLst>
              <a:path h="5103158" w="4123352">
                <a:moveTo>
                  <a:pt x="0" y="0"/>
                </a:moveTo>
                <a:lnTo>
                  <a:pt x="4123351" y="0"/>
                </a:lnTo>
                <a:lnTo>
                  <a:pt x="4123351" y="5103158"/>
                </a:lnTo>
                <a:lnTo>
                  <a:pt x="0" y="5103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45685" y="5662567"/>
            <a:ext cx="2881230" cy="4481914"/>
          </a:xfrm>
          <a:custGeom>
            <a:avLst/>
            <a:gdLst/>
            <a:ahLst/>
            <a:cxnLst/>
            <a:rect r="r" b="b" t="t" l="l"/>
            <a:pathLst>
              <a:path h="4481914" w="2881230">
                <a:moveTo>
                  <a:pt x="0" y="0"/>
                </a:moveTo>
                <a:lnTo>
                  <a:pt x="2881231" y="0"/>
                </a:lnTo>
                <a:lnTo>
                  <a:pt x="2881231" y="4481914"/>
                </a:lnTo>
                <a:lnTo>
                  <a:pt x="0" y="4481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12631" y="5143500"/>
            <a:ext cx="4278528" cy="5088541"/>
          </a:xfrm>
          <a:custGeom>
            <a:avLst/>
            <a:gdLst/>
            <a:ahLst/>
            <a:cxnLst/>
            <a:rect r="r" b="b" t="t" l="l"/>
            <a:pathLst>
              <a:path h="5088541" w="4278528">
                <a:moveTo>
                  <a:pt x="0" y="0"/>
                </a:moveTo>
                <a:lnTo>
                  <a:pt x="4278528" y="0"/>
                </a:lnTo>
                <a:lnTo>
                  <a:pt x="4278528" y="5088541"/>
                </a:lnTo>
                <a:lnTo>
                  <a:pt x="0" y="5088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카테고리 : 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4366" y="206960"/>
            <a:ext cx="5999267" cy="9873080"/>
          </a:xfrm>
          <a:custGeom>
            <a:avLst/>
            <a:gdLst/>
            <a:ahLst/>
            <a:cxnLst/>
            <a:rect r="r" b="b" t="t" l="l"/>
            <a:pathLst>
              <a:path h="9873080" w="5999267">
                <a:moveTo>
                  <a:pt x="0" y="0"/>
                </a:moveTo>
                <a:lnTo>
                  <a:pt x="5999268" y="0"/>
                </a:lnTo>
                <a:lnTo>
                  <a:pt x="5999268" y="9873080"/>
                </a:lnTo>
                <a:lnTo>
                  <a:pt x="0" y="987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2326" y="345949"/>
            <a:ext cx="8684756" cy="9595103"/>
          </a:xfrm>
          <a:custGeom>
            <a:avLst/>
            <a:gdLst/>
            <a:ahLst/>
            <a:cxnLst/>
            <a:rect r="r" b="b" t="t" l="l"/>
            <a:pathLst>
              <a:path h="9595103" w="8684756">
                <a:moveTo>
                  <a:pt x="0" y="0"/>
                </a:moveTo>
                <a:lnTo>
                  <a:pt x="8684757" y="0"/>
                </a:lnTo>
                <a:lnTo>
                  <a:pt x="8684757" y="9595102"/>
                </a:lnTo>
                <a:lnTo>
                  <a:pt x="0" y="9595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 l="-59519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82824" y="206960"/>
            <a:ext cx="9307107" cy="9393887"/>
          </a:xfrm>
          <a:custGeom>
            <a:avLst/>
            <a:gdLst/>
            <a:ahLst/>
            <a:cxnLst/>
            <a:rect r="r" b="b" t="t" l="l"/>
            <a:pathLst>
              <a:path h="9393887" w="9307107">
                <a:moveTo>
                  <a:pt x="0" y="0"/>
                </a:moveTo>
                <a:lnTo>
                  <a:pt x="9307108" y="0"/>
                </a:lnTo>
                <a:lnTo>
                  <a:pt x="9307108" y="9393887"/>
                </a:lnTo>
                <a:lnTo>
                  <a:pt x="0" y="9393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 l="0" t="0" r="-3527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84800" y="450322"/>
            <a:ext cx="7327711" cy="9150525"/>
          </a:xfrm>
          <a:custGeom>
            <a:avLst/>
            <a:gdLst/>
            <a:ahLst/>
            <a:cxnLst/>
            <a:rect r="r" b="b" t="t" l="l"/>
            <a:pathLst>
              <a:path h="9150525" w="7327711">
                <a:moveTo>
                  <a:pt x="0" y="0"/>
                </a:moveTo>
                <a:lnTo>
                  <a:pt x="7327711" y="0"/>
                </a:lnTo>
                <a:lnTo>
                  <a:pt x="7327711" y="9150525"/>
                </a:lnTo>
                <a:lnTo>
                  <a:pt x="0" y="915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2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1404"/>
            <a:ext cx="3574625" cy="5882811"/>
          </a:xfrm>
          <a:custGeom>
            <a:avLst/>
            <a:gdLst/>
            <a:ahLst/>
            <a:cxnLst/>
            <a:rect r="r" b="b" t="t" l="l"/>
            <a:pathLst>
              <a:path h="5882811" w="3574625">
                <a:moveTo>
                  <a:pt x="0" y="0"/>
                </a:moveTo>
                <a:lnTo>
                  <a:pt x="3574625" y="0"/>
                </a:lnTo>
                <a:lnTo>
                  <a:pt x="3574625" y="5882811"/>
                </a:lnTo>
                <a:lnTo>
                  <a:pt x="0" y="5882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7536" y="283429"/>
            <a:ext cx="5158085" cy="5698762"/>
          </a:xfrm>
          <a:custGeom>
            <a:avLst/>
            <a:gdLst/>
            <a:ahLst/>
            <a:cxnLst/>
            <a:rect r="r" b="b" t="t" l="l"/>
            <a:pathLst>
              <a:path h="5698762" w="5158085">
                <a:moveTo>
                  <a:pt x="0" y="0"/>
                </a:moveTo>
                <a:lnTo>
                  <a:pt x="5158086" y="0"/>
                </a:lnTo>
                <a:lnTo>
                  <a:pt x="5158086" y="5698762"/>
                </a:lnTo>
                <a:lnTo>
                  <a:pt x="0" y="5698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519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69833" y="5314517"/>
            <a:ext cx="4889467" cy="4935056"/>
          </a:xfrm>
          <a:custGeom>
            <a:avLst/>
            <a:gdLst/>
            <a:ahLst/>
            <a:cxnLst/>
            <a:rect r="r" b="b" t="t" l="l"/>
            <a:pathLst>
              <a:path h="4935056" w="4889467">
                <a:moveTo>
                  <a:pt x="0" y="0"/>
                </a:moveTo>
                <a:lnTo>
                  <a:pt x="4889467" y="0"/>
                </a:lnTo>
                <a:lnTo>
                  <a:pt x="4889467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527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31484" y="5180927"/>
            <a:ext cx="4088927" cy="5106073"/>
          </a:xfrm>
          <a:custGeom>
            <a:avLst/>
            <a:gdLst/>
            <a:ahLst/>
            <a:cxnLst/>
            <a:rect r="r" b="b" t="t" l="l"/>
            <a:pathLst>
              <a:path h="5106073" w="4088927">
                <a:moveTo>
                  <a:pt x="0" y="0"/>
                </a:moveTo>
                <a:lnTo>
                  <a:pt x="4088927" y="0"/>
                </a:lnTo>
                <a:lnTo>
                  <a:pt x="4088927" y="5106073"/>
                </a:lnTo>
                <a:lnTo>
                  <a:pt x="0" y="5106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DAHH2xo1Uvk</dc:identifier>
  <dcterms:modified xsi:type="dcterms:W3CDTF">2011-08-01T06:04:30Z</dcterms:modified>
  <cp:revision>1</cp:revision>
  <dc:title>[Sunday Play] 안 숨은 그림 찾기(ppt)</dc:title>
</cp:coreProperties>
</file>