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무궁화 고딕" charset="1" panose="02020603020101020101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Relationship Id="rId4" Target="../media/image7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바보 게임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703330" y="9822180"/>
            <a:ext cx="319944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819780"/>
            <a:ext cx="536204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12078314" cy="1702981"/>
            <a:chOff x="0" y="0"/>
            <a:chExt cx="16104419" cy="227064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90109"/>
              <a:ext cx="16104419" cy="880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원형으로 앉아 순서를</a:t>
              </a: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 정합니다.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66675"/>
              <a:ext cx="9574913" cy="10644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7"/>
                </a:lnSpc>
              </a:pPr>
              <a:r>
                <a:rPr lang="en-US" sz="4928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507852" y="7984396"/>
            <a:ext cx="4751448" cy="1700694"/>
            <a:chOff x="0" y="0"/>
            <a:chExt cx="6335263" cy="226759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377534"/>
              <a:ext cx="6238409" cy="8900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4000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최후의 1인이 우승!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6335263" cy="1056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19"/>
                </a:lnSpc>
              </a:pPr>
              <a:r>
                <a:rPr lang="en-US" sz="4938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694527" y="3909321"/>
            <a:ext cx="11781262" cy="2403807"/>
            <a:chOff x="0" y="0"/>
            <a:chExt cx="15708349" cy="3205076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384743"/>
              <a:ext cx="15708349" cy="1820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1초 안에 숫자를 외치면서 손가락은 다른 숫자를 펼치세요!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입과 손이 같으면 탈락! 앞 사람과 같은 숫자 금지!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57150"/>
              <a:ext cx="7067038" cy="10552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9"/>
                </a:lnSpc>
              </a:pPr>
              <a:r>
                <a:rPr lang="en-US" sz="4930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바보 게임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703330" y="9822180"/>
            <a:ext cx="319944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4181475"/>
            <a:ext cx="9444385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DAHH2_0RMOM</dc:identifier>
  <dcterms:modified xsi:type="dcterms:W3CDTF">2011-08-01T06:04:30Z</dcterms:modified>
  <cp:revision>1</cp:revision>
  <dc:title>[Sunday Play] 바보 게임(ppt)</dc:title>
</cp:coreProperties>
</file>