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무궁화 고딕" charset="1" panose="02020603020101020101"/>
      <p:regular r:id="rId11"/>
    </p:embeddedFont>
    <p:embeddedFont>
      <p:font typeface="무궁화 고딕 Bold" charset="1" panose="02020603020101020101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이어말하기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60066" y="9822180"/>
            <a:ext cx="444271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1933749" cy="1877384"/>
            <a:chOff x="0" y="0"/>
            <a:chExt cx="15911666" cy="250317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493529"/>
              <a:ext cx="15911666" cy="100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네 글자 단어의 앞 두 글자만 말합니다.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10684245" cy="1123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9"/>
                </a:lnSpc>
              </a:pPr>
              <a:r>
                <a:rPr lang="en-US" sz="52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31477" y="8061954"/>
            <a:ext cx="8256523" cy="1862996"/>
            <a:chOff x="0" y="0"/>
            <a:chExt cx="11008697" cy="248399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496569"/>
              <a:ext cx="11008697" cy="987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가장</a:t>
              </a:r>
              <a:r>
                <a:rPr lang="en-US" sz="4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 많은 문제를 맞춘 팀이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11008697" cy="1123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9"/>
                </a:lnSpc>
              </a:pPr>
              <a:r>
                <a:rPr lang="en-US" sz="52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21704" y="3500845"/>
            <a:ext cx="8561970" cy="3472720"/>
            <a:chOff x="0" y="0"/>
            <a:chExt cx="11415960" cy="463029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487043"/>
              <a:ext cx="11415960" cy="3143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한 팀씩 도전!</a:t>
              </a:r>
            </a:p>
            <a:p>
              <a:pPr algn="l">
                <a:lnSpc>
                  <a:spcPts val="6299"/>
                </a:lnSpc>
              </a:pPr>
              <a:r>
                <a:rPr lang="en-US" sz="45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뒤</a:t>
              </a:r>
              <a:r>
                <a:rPr lang="en-US" sz="45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 두 글자를 맞추며 틀릴 때까지 계속 진행합니다.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7481153" cy="1123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9"/>
                </a:lnSpc>
              </a:pPr>
              <a:r>
                <a:rPr lang="en-US" sz="52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이어말하기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60066" y="9822180"/>
            <a:ext cx="444271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DAHH9QimfLc</dc:identifier>
  <dcterms:modified xsi:type="dcterms:W3CDTF">2011-08-01T06:04:30Z</dcterms:modified>
  <cp:revision>1</cp:revision>
  <dc:title>[Sunday Play] 이어말하기(ppt)</dc:title>
</cp:coreProperties>
</file>