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Jua" charset="1" panose="00000000000000000000"/>
      <p:regular r:id="rId34"/>
    </p:embeddedFont>
    <p:embeddedFont>
      <p:font typeface="TDTD갬성명조" charset="1" panose="02000503000000000000"/>
      <p:regular r:id="rId35"/>
    </p:embeddedFont>
    <p:embeddedFont>
      <p:font typeface="TDTD가온" charset="1" panose="02000503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성경 빨리 찾기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7650" y="223900"/>
            <a:ext cx="10360529" cy="2056505"/>
            <a:chOff x="0" y="0"/>
            <a:chExt cx="13814039" cy="274200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25465"/>
              <a:ext cx="13814039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성경책을 준비합니다.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90500"/>
              <a:ext cx="11298371" cy="1367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7809938"/>
            <a:ext cx="9144000" cy="1994512"/>
            <a:chOff x="0" y="0"/>
            <a:chExt cx="12192000" cy="265934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42808"/>
              <a:ext cx="12076089" cy="1116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가장 많은 점수를 얻은 사람이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90500"/>
              <a:ext cx="12192000" cy="1374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62181" y="3575413"/>
            <a:ext cx="9376340" cy="2939517"/>
            <a:chOff x="0" y="0"/>
            <a:chExt cx="12501787" cy="391935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31121"/>
              <a:ext cx="12501787" cy="2288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5"/>
                </a:lnSpc>
              </a:pPr>
              <a:r>
                <a:rPr lang="en-US" sz="4996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진행자가 말한 구절을 가장 빨리 찾아</a:t>
              </a:r>
            </a:p>
            <a:p>
              <a:pPr algn="l">
                <a:lnSpc>
                  <a:spcPts val="6995"/>
                </a:lnSpc>
              </a:pPr>
              <a:r>
                <a:rPr lang="en-US" sz="4996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암송하면 1점!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90500"/>
              <a:ext cx="5178984" cy="1369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성경 빨리 찾기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창세기 1:1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724275"/>
            <a:ext cx="12852888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태초에 하나님이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천지를 창조하시니라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요한복음 3:16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74211" y="2505075"/>
            <a:ext cx="14939578" cy="507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하나님이 세상을 이처럼 사랑하사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독생자를 주셨으니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이는 그를 믿는 자마다 멸망하지 않고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영생을 얻게 하려 하심이라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시편 23:1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82689" y="3714041"/>
            <a:ext cx="15122621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여호와는 나의 목자시니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내게 부족함이 없으리로다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잠언 3:5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36255" y="3114675"/>
            <a:ext cx="15415490" cy="38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너는 마음을 다하여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여호와를 신뢰하고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네 명철을 의지하지 말라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이사야 41:10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19972" y="2328862"/>
            <a:ext cx="14848057" cy="545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두려워하지 말라 내가 너와 함께 함이라</a:t>
            </a:r>
          </a:p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놀라지 말라 나는 네 하나님이 됨이라</a:t>
            </a:r>
          </a:p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내가 너를 굳세게 하리라</a:t>
            </a:r>
          </a:p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참으로 너를 도와주리라</a:t>
            </a:r>
          </a:p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참으로 나의 의로운 오른손으로 너를 붙들리라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로마서 8:28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1168" y="3114675"/>
            <a:ext cx="15305664" cy="38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우리가 알거니와 하나님을 사랑하는 자 곧 그의 뜻대로 부르심을 입은 자들에게는 모든 것이 합력하여 선을 이루느니라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예레미야 29:11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25082" y="2505075"/>
            <a:ext cx="16037836" cy="507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여호와의 말씀이니라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너희를 향한 나의 생각을 내가 아나니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평안이요 재앙이 아니니라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너희에게 미래와 희망을 주는 것이니라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빌립보서 4:13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724275"/>
            <a:ext cx="12852888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내게 능력 주시는 자 안에서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내가 모든 것을 할 수 있느니라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미가 6:8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87976" y="1895475"/>
            <a:ext cx="17712047" cy="629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사람아 주께서 선한 것이 무엇임을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네게 보이셨나니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여호와께서 네게 구하시는 것은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오직 정의를 행하며 인자를 사랑하며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겸손하게 네 하나님과 함께 행하는 것이 아니냐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하박국 3:18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87976" y="3724275"/>
            <a:ext cx="17712047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나는 여호와로 말미암아 즐거워하며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나의 구원의 하나님으로 말미암아 기뻐하리로다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골로새서 3:23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87976" y="3724275"/>
            <a:ext cx="17712047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무슨 일을 하든지 마음을 다하여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주께 하듯 하고 사람에게 하듯 하지 말라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베드로전서 5:7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87976" y="3724275"/>
            <a:ext cx="17712047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너희 염려를 다 주께 맡기라</a:t>
            </a:r>
          </a:p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이는 그가 너희를 돌보심이라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DAHGWaiQcHw</dc:identifier>
  <dcterms:modified xsi:type="dcterms:W3CDTF">2011-08-01T06:04:30Z</dcterms:modified>
  <cp:revision>1</cp:revision>
  <dc:title>[Sunday Play] 성경 빨리 찾기</dc:title>
</cp:coreProperties>
</file>