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Jua" charset="1" panose="00000000000000000000"/>
      <p:regular r:id="rId11"/>
    </p:embeddedFont>
    <p:embeddedFont>
      <p:font typeface="TDTD갬성명조" charset="1" panose="02000503000000000000"/>
      <p:regular r:id="rId12"/>
    </p:embeddedFont>
    <p:embeddedFont>
      <p:font typeface="TDTD가온" charset="1" panose="0200050300000000000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이어말하기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2836235"/>
            <a:chOff x="0" y="0"/>
            <a:chExt cx="15911666" cy="378164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493529"/>
              <a:ext cx="15911666" cy="2288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9"/>
                </a:lnSpc>
              </a:pPr>
              <a:r>
                <a:rPr lang="en-US" sz="49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네 글자 단어의 앞 두 글자만 말합니다.</a:t>
              </a:r>
            </a:p>
            <a:p>
              <a:pPr algn="l">
                <a:lnSpc>
                  <a:spcPts val="6999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10684245" cy="12374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889"/>
                </a:lnSpc>
              </a:pPr>
              <a:r>
                <a:rPr lang="en-US" sz="52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031477" y="7721059"/>
            <a:ext cx="8256523" cy="2831372"/>
            <a:chOff x="0" y="0"/>
            <a:chExt cx="11008697" cy="377516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487044"/>
              <a:ext cx="11008697" cy="22881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9"/>
                </a:lnSpc>
              </a:pPr>
              <a:r>
                <a:rPr lang="en-US" sz="49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</a:t>
              </a:r>
              <a:r>
                <a:rPr lang="en-US" sz="49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많은 문제를 맞춘 팀이 우승!</a:t>
              </a:r>
            </a:p>
            <a:p>
              <a:pPr algn="l">
                <a:lnSpc>
                  <a:spcPts val="6999"/>
                </a:lnSpc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11008697" cy="12374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889"/>
                </a:lnSpc>
              </a:pPr>
              <a:r>
                <a:rPr lang="en-US" sz="52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21704" y="3284902"/>
            <a:ext cx="8281233" cy="3717196"/>
            <a:chOff x="0" y="0"/>
            <a:chExt cx="11041644" cy="4956262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487043"/>
              <a:ext cx="11041644" cy="34692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9"/>
                </a:lnSpc>
              </a:pPr>
              <a:r>
                <a:rPr lang="en-US" sz="49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한 팀씩 도전!</a:t>
              </a:r>
            </a:p>
            <a:p>
              <a:pPr algn="l">
                <a:lnSpc>
                  <a:spcPts val="6999"/>
                </a:lnSpc>
              </a:pPr>
              <a:r>
                <a:rPr lang="en-US" sz="49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뒤</a:t>
              </a:r>
              <a:r>
                <a:rPr lang="en-US" sz="49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두 글자를 맞추며 틀릴 때까지 계속 진행합니다.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7235855" cy="12374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889"/>
                </a:lnSpc>
              </a:pPr>
              <a:r>
                <a:rPr lang="en-US" sz="52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이어말하기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DAHFnVtXUS8</dc:identifier>
  <dcterms:modified xsi:type="dcterms:W3CDTF">2011-08-01T06:04:30Z</dcterms:modified>
  <cp:revision>1</cp:revision>
  <dc:title>[Sunday Play] 이어말하기</dc:title>
</cp:coreProperties>
</file>