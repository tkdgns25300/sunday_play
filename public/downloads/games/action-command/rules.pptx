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8288000" cy="10287000"/>
  <p:notesSz cx="6858000" cy="9144000"/>
  <p:embeddedFontLst>
    <p:embeddedFont>
      <p:font typeface="Jua" charset="1" panose="00000000000000000000"/>
      <p:regular r:id="rId51"/>
    </p:embeddedFont>
    <p:embeddedFont>
      <p:font typeface="TDTD갬성명조" charset="1" panose="02000503000000000000"/>
      <p:regular r:id="rId52"/>
    </p:embeddedFont>
    <p:embeddedFont>
      <p:font typeface="TDTD가온" charset="1" panose="02000503000000000000"/>
      <p:regular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53" Target="fonts/font53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문장 만들기 행동지령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573620"/>
            <a:chOff x="0" y="0"/>
            <a:chExt cx="14259577" cy="343149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4259577" cy="20509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글자가 섞인 격자판이 나타납니다.</a:t>
              </a:r>
            </a:p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글자를 조합하여 숨겨진 지령을 알아내세요.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1405" y="7350840"/>
            <a:ext cx="7584755" cy="2574122"/>
            <a:chOff x="0" y="0"/>
            <a:chExt cx="10113007" cy="343216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9958397" cy="2054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1분 안에 행동을 수행한 팀이 점수!</a:t>
              </a:r>
            </a:p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많이 통과한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0113007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198474" y="3858476"/>
            <a:ext cx="7891051" cy="2570047"/>
            <a:chOff x="0" y="0"/>
            <a:chExt cx="10521401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0521401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정답을 입으로 말하면 안 됩니다!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말 없이 해당 행동을 직접 수행하세요.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6486548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문장 만들기 행동지령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4982008" y="1501107"/>
          <a:ext cx="8323984" cy="7284787"/>
        </p:xfrm>
        <a:graphic>
          <a:graphicData uri="http://schemas.openxmlformats.org/drawingml/2006/table">
            <a:tbl>
              <a:tblPr/>
              <a:tblGrid>
                <a:gridCol w="4161992"/>
                <a:gridCol w="4161992"/>
              </a:tblGrid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만세하기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4982008" y="1501107"/>
          <a:ext cx="8323984" cy="7284787"/>
        </p:xfrm>
        <a:graphic>
          <a:graphicData uri="http://schemas.openxmlformats.org/drawingml/2006/table">
            <a:tbl>
              <a:tblPr/>
              <a:tblGrid>
                <a:gridCol w="4161992"/>
                <a:gridCol w="4161992"/>
              </a:tblGrid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박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423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박수치기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786245" y="1370764"/>
          <a:ext cx="12434774" cy="7545471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원으로 모이기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786245" y="1370764"/>
          <a:ext cx="12434774" cy="7545471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동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어깨동무하기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024245" y="1370764"/>
          <a:ext cx="14239511" cy="7545471"/>
        </p:xfrm>
        <a:graphic>
          <a:graphicData uri="http://schemas.openxmlformats.org/drawingml/2006/table">
            <a:tbl>
              <a:tblPr/>
              <a:tblGrid>
                <a:gridCol w="3559878"/>
                <a:gridCol w="3559878"/>
                <a:gridCol w="3559878"/>
                <a:gridCol w="3559878"/>
              </a:tblGrid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273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눈치게임 완주하기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잇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끝말잇기 한바퀴 돌기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십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한발로 십초간 버티기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등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앉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팀원 전부 등대고 앉기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각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생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각팀 선생님 안아주기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앉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다시 원으로 모여앉기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옆사람과 하이파이브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일어나서 만세 부르기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양손 들고 제자리 돌기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4144925"/>
                <a:gridCol w="4144925"/>
                <a:gridCol w="4144925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두손 모아서 기도하기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옆 사람에게 예쁘다고 말하기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일어나서 제자리 세바퀴 돌기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부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세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잡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옆사람과 손잡고 만세 부르기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십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발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눈 감고 한발로 십초간 버티기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잡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양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프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하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고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옆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양옆 사람과 손잡고 점프하기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926613" y="1103145"/>
          <a:ext cx="12434774" cy="8080709"/>
        </p:xfrm>
        <a:graphic>
          <a:graphicData uri="http://schemas.openxmlformats.org/drawingml/2006/table">
            <a:tbl>
              <a:tblPr/>
              <a:tblGrid>
                <a:gridCol w="3108693"/>
                <a:gridCol w="3108693"/>
                <a:gridCol w="3108693"/>
                <a:gridCol w="3108693"/>
              </a:tblGrid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사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주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는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뒤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깨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35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람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있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에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3999"/>
                        </a:lnSpc>
                        <a:defRPr/>
                      </a:pPr>
                      <a:r>
                        <a:rPr lang="en-US" sz="9999">
                          <a:solidFill>
                            <a:srgbClr val="000000"/>
                          </a:solidFill>
                          <a:latin typeface="Jua"/>
                          <a:ea typeface="Jua"/>
                          <a:cs typeface="Jua"/>
                          <a:sym typeface="Jua"/>
                        </a:rPr>
                        <a:t>르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461635" y="3895725"/>
            <a:ext cx="17364730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뒤에 있는 사람 어깨 주무르기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DAHF5poie7g</dc:identifier>
  <dcterms:modified xsi:type="dcterms:W3CDTF">2011-08-01T06:04:30Z</dcterms:modified>
  <cp:revision>1</cp:revision>
  <dc:title>[Sunday Play] 문장 만들기 행동지령</dc:title>
</cp:coreProperties>
</file>