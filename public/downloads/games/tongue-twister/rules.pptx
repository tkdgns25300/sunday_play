
<file path=[Content_Types].xml><?xml version="1.0" encoding="utf-8"?>
<Types xmlns="http://schemas.openxmlformats.org/package/2006/content-types">
  <Default ContentType="application/x-fontdata" Extension="fntdata"/>
  <Default ContentType="image/gif" Extension="gif"/>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8288000" cy="10287000"/>
  <p:notesSz cx="6858000" cy="9144000"/>
  <p:embeddedFontLst>
    <p:embeddedFont>
      <p:font typeface="무궁화 고딕" charset="1" panose="02020603020101020101"/>
      <p:regular r:id="rId27"/>
    </p:embeddedFont>
    <p:embeddedFont>
      <p:font typeface="무궁화 고딕 Bold" charset="1" panose="02020603020101020101"/>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fonts/font27.fntdata" Type="http://schemas.openxmlformats.org/officeDocument/2006/relationships/font"/><Relationship Id="rId28" Target="fonts/font28.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2.gif"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gif" Type="http://schemas.openxmlformats.org/officeDocument/2006/relationships/image"/><Relationship Id="rId3" Target="../media/image6.gif"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gif" Type="http://schemas.openxmlformats.org/officeDocument/2006/relationships/image"/><Relationship Id="rId3" Target="../media/image2.gif"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gif" Type="http://schemas.openxmlformats.org/officeDocument/2006/relationships/image"/><Relationship Id="rId3" Target="../media/image7.gif" Type="http://schemas.openxmlformats.org/officeDocument/2006/relationships/image"/><Relationship Id="rId4" Target="../media/image8.gif"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4771" t="21970" r="0" b="0"/>
          <a:stretch>
            <a:fillRect/>
          </a:stretch>
        </p:blipFill>
        <p:spPr>
          <a:xfrm flipH="false" flipV="false" rot="5400000">
            <a:off x="2310738" y="4172522"/>
            <a:ext cx="3803740" cy="8425216"/>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7094170">
            <a:off x="14148180" y="-2590072"/>
            <a:ext cx="7036829" cy="7237544"/>
          </a:xfrm>
          <a:prstGeom prst="rect">
            <a:avLst/>
          </a:prstGeom>
        </p:spPr>
      </p:pic>
      <p:sp>
        <p:nvSpPr>
          <p:cNvPr name="TextBox 4" id="4"/>
          <p:cNvSpPr txBox="true"/>
          <p:nvPr/>
        </p:nvSpPr>
        <p:spPr>
          <a:xfrm rot="0">
            <a:off x="1028700" y="4178617"/>
            <a:ext cx="15555091" cy="1914525"/>
          </a:xfrm>
          <a:prstGeom prst="rect">
            <a:avLst/>
          </a:prstGeom>
        </p:spPr>
        <p:txBody>
          <a:bodyPr anchor="t" rtlCol="false" tIns="0" lIns="0" bIns="0" rIns="0">
            <a:spAutoFit/>
          </a:bodyPr>
          <a:lstStyle/>
          <a:p>
            <a:pPr algn="ctr">
              <a:lnSpc>
                <a:spcPts val="15000"/>
              </a:lnSpc>
            </a:pPr>
            <a:r>
              <a:rPr lang="en-US" sz="12500">
                <a:solidFill>
                  <a:srgbClr val="FFFAEF"/>
                </a:solidFill>
                <a:latin typeface="무궁화 고딕"/>
                <a:ea typeface="무궁화 고딕"/>
                <a:cs typeface="무궁화 고딕"/>
                <a:sym typeface="무궁화 고딕"/>
              </a:rPr>
              <a:t>잰말놀이</a:t>
            </a:r>
          </a:p>
        </p:txBody>
      </p:sp>
      <p:sp>
        <p:nvSpPr>
          <p:cNvPr name="TextBox 5" id="5"/>
          <p:cNvSpPr txBox="true"/>
          <p:nvPr/>
        </p:nvSpPr>
        <p:spPr>
          <a:xfrm rot="0">
            <a:off x="14643172" y="9822180"/>
            <a:ext cx="3259607" cy="464820"/>
          </a:xfrm>
          <a:prstGeom prst="rect">
            <a:avLst/>
          </a:prstGeom>
        </p:spPr>
        <p:txBody>
          <a:bodyPr anchor="t" rtlCol="false" tIns="0" lIns="0" bIns="0" rIns="0">
            <a:spAutoFit/>
          </a:bodyPr>
          <a:lstStyle/>
          <a:p>
            <a:pPr algn="r">
              <a:lnSpc>
                <a:spcPts val="3779"/>
              </a:lnSpc>
              <a:spcBef>
                <a:spcPct val="0"/>
              </a:spcBef>
            </a:pPr>
            <a:r>
              <a:rPr lang="en-US" sz="2700" spc="-135">
                <a:solidFill>
                  <a:srgbClr val="FFFFFF"/>
                </a:solidFill>
                <a:latin typeface="무궁화 고딕"/>
                <a:ea typeface="무궁화 고딕"/>
                <a:cs typeface="무궁화 고딕"/>
                <a:sym typeface="무궁화 고딕"/>
              </a:rPr>
              <a:t>ⓒ 2026. Sunday Play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64034" b="46739"/>
          <a:stretch>
            <a:fillRect/>
          </a:stretch>
        </p:blipFill>
        <p:spPr>
          <a:xfrm flipH="true" flipV="false" rot="-5400000">
            <a:off x="-4815703" y="-1693918"/>
            <a:ext cx="4331879" cy="6415001"/>
          </a:xfrm>
          <a:prstGeom prst="rect">
            <a:avLst/>
          </a:prstGeom>
        </p:spPr>
      </p:pic>
      <p:pic>
        <p:nvPicPr>
          <p:cNvPr name="Picture 3" id="3"/>
          <p:cNvPicPr>
            <a:picLocks noChangeAspect="true"/>
          </p:cNvPicPr>
          <p:nvPr/>
        </p:nvPicPr>
        <p:blipFill>
          <a:blip r:embed="rId2"/>
          <a:srcRect l="64771" t="21970" r="0" b="0"/>
          <a:stretch>
            <a:fillRect/>
          </a:stretch>
        </p:blipFill>
        <p:spPr>
          <a:xfrm flipH="false" flipV="false" rot="5400000">
            <a:off x="2535139" y="3578731"/>
            <a:ext cx="4173130" cy="9243409"/>
          </a:xfrm>
          <a:prstGeom prst="rect">
            <a:avLst/>
          </a:prstGeom>
        </p:spPr>
      </p:pic>
      <p:sp>
        <p:nvSpPr>
          <p:cNvPr name="Freeform 4" id="4"/>
          <p:cNvSpPr/>
          <p:nvPr/>
        </p:nvSpPr>
        <p:spPr>
          <a:xfrm flipH="false" flipV="false" rot="-1016799">
            <a:off x="11210747" y="-2141754"/>
            <a:ext cx="9983125" cy="8685318"/>
          </a:xfrm>
          <a:custGeom>
            <a:avLst/>
            <a:gdLst/>
            <a:ahLst/>
            <a:cxnLst/>
            <a:rect r="r" b="b" t="t" l="l"/>
            <a:pathLst>
              <a:path h="8685318" w="9983125">
                <a:moveTo>
                  <a:pt x="0" y="0"/>
                </a:moveTo>
                <a:lnTo>
                  <a:pt x="9983125" y="0"/>
                </a:lnTo>
                <a:lnTo>
                  <a:pt x="9983125" y="8685318"/>
                </a:lnTo>
                <a:lnTo>
                  <a:pt x="0" y="868531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1392761" y="819780"/>
            <a:ext cx="5362043" cy="1381125"/>
          </a:xfrm>
          <a:prstGeom prst="rect">
            <a:avLst/>
          </a:prstGeom>
        </p:spPr>
        <p:txBody>
          <a:bodyPr anchor="t" rtlCol="false" tIns="0" lIns="0" bIns="0" rIns="0">
            <a:spAutoFit/>
          </a:bodyPr>
          <a:lstStyle/>
          <a:p>
            <a:pPr algn="r">
              <a:lnSpc>
                <a:spcPts val="10800"/>
              </a:lnSpc>
            </a:pPr>
            <a:r>
              <a:rPr lang="en-US" sz="9000">
                <a:solidFill>
                  <a:srgbClr val="FFFAEF"/>
                </a:solidFill>
                <a:latin typeface="무궁화 고딕"/>
                <a:ea typeface="무궁화 고딕"/>
                <a:cs typeface="무궁화 고딕"/>
                <a:sym typeface="무궁화 고딕"/>
              </a:rPr>
              <a:t>규칙</a:t>
            </a:r>
          </a:p>
        </p:txBody>
      </p:sp>
      <p:grpSp>
        <p:nvGrpSpPr>
          <p:cNvPr name="Group 6" id="6"/>
          <p:cNvGrpSpPr/>
          <p:nvPr/>
        </p:nvGrpSpPr>
        <p:grpSpPr>
          <a:xfrm rot="0">
            <a:off x="309172" y="535073"/>
            <a:ext cx="12619696" cy="1896543"/>
            <a:chOff x="0" y="0"/>
            <a:chExt cx="16826261" cy="2528724"/>
          </a:xfrm>
        </p:grpSpPr>
        <p:sp>
          <p:nvSpPr>
            <p:cNvPr name="TextBox 7" id="7"/>
            <p:cNvSpPr txBox="true"/>
            <p:nvPr/>
          </p:nvSpPr>
          <p:spPr>
            <a:xfrm rot="0">
              <a:off x="0" y="1648191"/>
              <a:ext cx="16826261" cy="880533"/>
            </a:xfrm>
            <a:prstGeom prst="rect">
              <a:avLst/>
            </a:prstGeom>
          </p:spPr>
          <p:txBody>
            <a:bodyPr anchor="t" rtlCol="false" tIns="0" lIns="0" bIns="0" rIns="0">
              <a:spAutoFit/>
            </a:bodyPr>
            <a:lstStyle/>
            <a:p>
              <a:pPr algn="l">
                <a:lnSpc>
                  <a:spcPts val="5599"/>
                </a:lnSpc>
              </a:pPr>
              <a:r>
                <a:rPr lang="en-US" sz="3999">
                  <a:solidFill>
                    <a:srgbClr val="FFFAEF"/>
                  </a:solidFill>
                  <a:latin typeface="무궁화 고딕"/>
                  <a:ea typeface="무궁화 고딕"/>
                  <a:cs typeface="무궁화 고딕"/>
                  <a:sym typeface="무궁화 고딕"/>
                </a:rPr>
                <a:t>팀을 나누고 순서를 정하세요.</a:t>
              </a:r>
            </a:p>
          </p:txBody>
        </p:sp>
        <p:sp>
          <p:nvSpPr>
            <p:cNvPr name="TextBox 8" id="8"/>
            <p:cNvSpPr txBox="true"/>
            <p:nvPr/>
          </p:nvSpPr>
          <p:spPr>
            <a:xfrm rot="0">
              <a:off x="0" y="-66675"/>
              <a:ext cx="11298371" cy="1238189"/>
            </a:xfrm>
            <a:prstGeom prst="rect">
              <a:avLst/>
            </a:prstGeom>
          </p:spPr>
          <p:txBody>
            <a:bodyPr anchor="t" rtlCol="false" tIns="0" lIns="0" bIns="0" rIns="0">
              <a:spAutoFit/>
            </a:bodyPr>
            <a:lstStyle/>
            <a:p>
              <a:pPr algn="l">
                <a:lnSpc>
                  <a:spcPts val="7560"/>
                </a:lnSpc>
              </a:pPr>
              <a:r>
                <a:rPr lang="en-US" sz="5816">
                  <a:solidFill>
                    <a:srgbClr val="FFFAEF"/>
                  </a:solidFill>
                  <a:latin typeface="무궁화 고딕 Bold"/>
                  <a:ea typeface="무궁화 고딕 Bold"/>
                  <a:cs typeface="무궁화 고딕 Bold"/>
                  <a:sym typeface="무궁화 고딕 Bold"/>
                </a:rPr>
                <a:t>STEP 1.</a:t>
              </a:r>
            </a:p>
          </p:txBody>
        </p:sp>
      </p:grpSp>
      <p:grpSp>
        <p:nvGrpSpPr>
          <p:cNvPr name="Group 9" id="9"/>
          <p:cNvGrpSpPr/>
          <p:nvPr/>
        </p:nvGrpSpPr>
        <p:grpSpPr>
          <a:xfrm rot="0">
            <a:off x="11392761" y="7487545"/>
            <a:ext cx="6754871" cy="2543787"/>
            <a:chOff x="0" y="0"/>
            <a:chExt cx="9006494" cy="3391716"/>
          </a:xfrm>
        </p:grpSpPr>
        <p:sp>
          <p:nvSpPr>
            <p:cNvPr name="TextBox 10" id="10"/>
            <p:cNvSpPr txBox="true"/>
            <p:nvPr/>
          </p:nvSpPr>
          <p:spPr>
            <a:xfrm rot="0">
              <a:off x="0" y="1571383"/>
              <a:ext cx="8920869" cy="1820333"/>
            </a:xfrm>
            <a:prstGeom prst="rect">
              <a:avLst/>
            </a:prstGeom>
          </p:spPr>
          <p:txBody>
            <a:bodyPr anchor="t" rtlCol="false" tIns="0" lIns="0" bIns="0" rIns="0">
              <a:spAutoFit/>
            </a:bodyPr>
            <a:lstStyle/>
            <a:p>
              <a:pPr algn="l">
                <a:lnSpc>
                  <a:spcPts val="5599"/>
                </a:lnSpc>
              </a:pPr>
              <a:r>
                <a:rPr lang="en-US" sz="3999">
                  <a:solidFill>
                    <a:srgbClr val="FFFAEF"/>
                  </a:solidFill>
                  <a:latin typeface="무궁화 고딕"/>
                  <a:ea typeface="무궁화 고딕"/>
                  <a:cs typeface="무궁화 고딕"/>
                  <a:sym typeface="무궁화 고딕"/>
                </a:rPr>
                <a:t>가장 빠르게 모든 문장을 완료한 팀이 우승!</a:t>
              </a:r>
            </a:p>
          </p:txBody>
        </p:sp>
        <p:sp>
          <p:nvSpPr>
            <p:cNvPr name="TextBox 11" id="11"/>
            <p:cNvSpPr txBox="true"/>
            <p:nvPr/>
          </p:nvSpPr>
          <p:spPr>
            <a:xfrm rot="0">
              <a:off x="0" y="-57150"/>
              <a:ext cx="9006494" cy="1241129"/>
            </a:xfrm>
            <a:prstGeom prst="rect">
              <a:avLst/>
            </a:prstGeom>
          </p:spPr>
          <p:txBody>
            <a:bodyPr anchor="t" rtlCol="false" tIns="0" lIns="0" bIns="0" rIns="0">
              <a:spAutoFit/>
            </a:bodyPr>
            <a:lstStyle/>
            <a:p>
              <a:pPr algn="l">
                <a:lnSpc>
                  <a:spcPts val="7578"/>
                </a:lnSpc>
              </a:pPr>
              <a:r>
                <a:rPr lang="en-US" sz="5829">
                  <a:solidFill>
                    <a:srgbClr val="FFFAEF"/>
                  </a:solidFill>
                  <a:latin typeface="무궁화 고딕 Bold"/>
                  <a:ea typeface="무궁화 고딕 Bold"/>
                  <a:cs typeface="무궁화 고딕 Bold"/>
                  <a:sym typeface="무궁화 고딕 Bold"/>
                </a:rPr>
                <a:t>STEP 3.</a:t>
              </a:r>
            </a:p>
          </p:txBody>
        </p:sp>
      </p:grpSp>
      <p:grpSp>
        <p:nvGrpSpPr>
          <p:cNvPr name="Group 12" id="12"/>
          <p:cNvGrpSpPr/>
          <p:nvPr/>
        </p:nvGrpSpPr>
        <p:grpSpPr>
          <a:xfrm rot="0">
            <a:off x="4374765" y="3661165"/>
            <a:ext cx="9737287" cy="2596832"/>
            <a:chOff x="0" y="0"/>
            <a:chExt cx="12983050" cy="3462442"/>
          </a:xfrm>
        </p:grpSpPr>
        <p:sp>
          <p:nvSpPr>
            <p:cNvPr name="TextBox 13" id="13"/>
            <p:cNvSpPr txBox="true"/>
            <p:nvPr/>
          </p:nvSpPr>
          <p:spPr>
            <a:xfrm rot="0">
              <a:off x="0" y="1642109"/>
              <a:ext cx="12983050" cy="1820333"/>
            </a:xfrm>
            <a:prstGeom prst="rect">
              <a:avLst/>
            </a:prstGeom>
          </p:spPr>
          <p:txBody>
            <a:bodyPr anchor="t" rtlCol="false" tIns="0" lIns="0" bIns="0" rIns="0">
              <a:spAutoFit/>
            </a:bodyPr>
            <a:lstStyle/>
            <a:p>
              <a:pPr algn="l">
                <a:lnSpc>
                  <a:spcPts val="5599"/>
                </a:lnSpc>
              </a:pPr>
              <a:r>
                <a:rPr lang="en-US" sz="3999">
                  <a:solidFill>
                    <a:srgbClr val="FFFAEF"/>
                  </a:solidFill>
                  <a:latin typeface="무궁화 고딕"/>
                  <a:ea typeface="무궁화 고딕"/>
                  <a:cs typeface="무궁화 고딕"/>
                  <a:sym typeface="무궁화 고딕"/>
                </a:rPr>
                <a:t>화면의 문장을 한 명씩 순서대로 읽으세요.</a:t>
              </a:r>
            </a:p>
            <a:p>
              <a:pPr algn="l">
                <a:lnSpc>
                  <a:spcPts val="5599"/>
                </a:lnSpc>
              </a:pPr>
              <a:r>
                <a:rPr lang="en-US" sz="3999">
                  <a:solidFill>
                    <a:srgbClr val="FFFAEF"/>
                  </a:solidFill>
                  <a:latin typeface="무궁화 고딕"/>
                  <a:ea typeface="무궁화 고딕"/>
                  <a:cs typeface="무궁화 고딕"/>
                  <a:sym typeface="무궁화 고딕"/>
                </a:rPr>
                <a:t>틀리면 처음부터 다시!</a:t>
              </a:r>
            </a:p>
          </p:txBody>
        </p:sp>
        <p:sp>
          <p:nvSpPr>
            <p:cNvPr name="TextBox 14" id="14"/>
            <p:cNvSpPr txBox="true"/>
            <p:nvPr/>
          </p:nvSpPr>
          <p:spPr>
            <a:xfrm rot="0">
              <a:off x="0" y="-66675"/>
              <a:ext cx="5799240" cy="1238018"/>
            </a:xfrm>
            <a:prstGeom prst="rect">
              <a:avLst/>
            </a:prstGeom>
          </p:spPr>
          <p:txBody>
            <a:bodyPr anchor="t" rtlCol="false" tIns="0" lIns="0" bIns="0" rIns="0">
              <a:spAutoFit/>
            </a:bodyPr>
            <a:lstStyle/>
            <a:p>
              <a:pPr algn="l">
                <a:lnSpc>
                  <a:spcPts val="7574"/>
                </a:lnSpc>
              </a:pPr>
              <a:r>
                <a:rPr lang="en-US" sz="5826">
                  <a:solidFill>
                    <a:srgbClr val="FFFAEF"/>
                  </a:solidFill>
                  <a:latin typeface="무궁화 고딕 Bold"/>
                  <a:ea typeface="무궁화 고딕 Bold"/>
                  <a:cs typeface="무궁화 고딕 Bold"/>
                  <a:sym typeface="무궁화 고딕 Bold"/>
                </a:rPr>
                <a:t>STEP 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3238925" y="4378545"/>
            <a:ext cx="11810151" cy="1914525"/>
          </a:xfrm>
          <a:prstGeom prst="rect">
            <a:avLst/>
          </a:prstGeom>
        </p:spPr>
        <p:txBody>
          <a:bodyPr anchor="t" rtlCol="false" tIns="0" lIns="0" bIns="0" rIns="0">
            <a:spAutoFit/>
          </a:bodyPr>
          <a:lstStyle/>
          <a:p>
            <a:pPr algn="ctr">
              <a:lnSpc>
                <a:spcPts val="15000"/>
              </a:lnSpc>
            </a:pPr>
            <a:r>
              <a:rPr lang="en-US" sz="12500">
                <a:solidFill>
                  <a:srgbClr val="000000"/>
                </a:solidFill>
                <a:latin typeface="무궁화 고딕"/>
                <a:ea typeface="무궁화 고딕"/>
                <a:cs typeface="무궁화 고딕"/>
                <a:sym typeface="무궁화 고딕"/>
              </a:rPr>
              <a:t>팀을 나눠주세요!</a:t>
            </a:r>
          </a:p>
        </p:txBody>
      </p:sp>
      <p:pic>
        <p:nvPicPr>
          <p:cNvPr name="Picture 3" id="3"/>
          <p:cNvPicPr>
            <a:picLocks noChangeAspect="true"/>
          </p:cNvPicPr>
          <p:nvPr/>
        </p:nvPicPr>
        <p:blipFill>
          <a:blip r:embed="rId2"/>
          <a:srcRect l="0" t="0" r="0" b="0"/>
          <a:stretch>
            <a:fillRect/>
          </a:stretch>
        </p:blipFill>
        <p:spPr>
          <a:xfrm flipH="false" flipV="false" rot="0">
            <a:off x="13655377" y="6809666"/>
            <a:ext cx="6229999" cy="6954669"/>
          </a:xfrm>
          <a:prstGeom prst="rect">
            <a:avLst/>
          </a:prstGeom>
        </p:spPr>
      </p:pic>
      <p:pic>
        <p:nvPicPr>
          <p:cNvPr name="Picture 4" id="4"/>
          <p:cNvPicPr>
            <a:picLocks noChangeAspect="true"/>
          </p:cNvPicPr>
          <p:nvPr/>
        </p:nvPicPr>
        <p:blipFill>
          <a:blip r:embed="rId3"/>
          <a:srcRect l="0" t="0" r="0" b="0"/>
          <a:stretch>
            <a:fillRect/>
          </a:stretch>
        </p:blipFill>
        <p:spPr>
          <a:xfrm flipH="false" flipV="false" rot="0">
            <a:off x="0" y="0"/>
            <a:ext cx="6925457" cy="4700654"/>
          </a:xfrm>
          <a:prstGeom prst="rect">
            <a:avLst/>
          </a:prstGeom>
        </p:spPr>
      </p:pic>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7D8AAB"/>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64771" t="21970" r="0" b="0"/>
          <a:stretch>
            <a:fillRect/>
          </a:stretch>
        </p:blipFill>
        <p:spPr>
          <a:xfrm flipH="false" flipV="false" rot="5400000">
            <a:off x="2310738" y="4172522"/>
            <a:ext cx="3803740" cy="8425216"/>
          </a:xfrm>
          <a:prstGeom prst="rect">
            <a:avLst/>
          </a:prstGeom>
        </p:spPr>
      </p:pic>
      <p:pic>
        <p:nvPicPr>
          <p:cNvPr name="Picture 3" id="3"/>
          <p:cNvPicPr>
            <a:picLocks noChangeAspect="true"/>
          </p:cNvPicPr>
          <p:nvPr/>
        </p:nvPicPr>
        <p:blipFill>
          <a:blip r:embed="rId3"/>
          <a:srcRect l="0" t="0" r="0" b="0"/>
          <a:stretch>
            <a:fillRect/>
          </a:stretch>
        </p:blipFill>
        <p:spPr>
          <a:xfrm flipH="false" flipV="false" rot="-7094170">
            <a:off x="14148180" y="-2590072"/>
            <a:ext cx="7036829" cy="7237544"/>
          </a:xfrm>
          <a:prstGeom prst="rect">
            <a:avLst/>
          </a:prstGeom>
        </p:spPr>
      </p:pic>
      <p:sp>
        <p:nvSpPr>
          <p:cNvPr name="TextBox 4" id="4"/>
          <p:cNvSpPr txBox="true"/>
          <p:nvPr/>
        </p:nvSpPr>
        <p:spPr>
          <a:xfrm rot="0">
            <a:off x="1028700" y="4178617"/>
            <a:ext cx="15555091" cy="1914525"/>
          </a:xfrm>
          <a:prstGeom prst="rect">
            <a:avLst/>
          </a:prstGeom>
        </p:spPr>
        <p:txBody>
          <a:bodyPr anchor="t" rtlCol="false" tIns="0" lIns="0" bIns="0" rIns="0">
            <a:spAutoFit/>
          </a:bodyPr>
          <a:lstStyle/>
          <a:p>
            <a:pPr algn="ctr">
              <a:lnSpc>
                <a:spcPts val="15000"/>
              </a:lnSpc>
            </a:pPr>
            <a:r>
              <a:rPr lang="en-US" sz="12500">
                <a:solidFill>
                  <a:srgbClr val="FFFAEF"/>
                </a:solidFill>
                <a:latin typeface="무궁화 고딕"/>
                <a:ea typeface="무궁화 고딕"/>
                <a:cs typeface="무궁화 고딕"/>
                <a:sym typeface="무궁화 고딕"/>
              </a:rPr>
              <a:t>잰말놀이</a:t>
            </a:r>
          </a:p>
        </p:txBody>
      </p:sp>
      <p:sp>
        <p:nvSpPr>
          <p:cNvPr name="TextBox 5" id="5"/>
          <p:cNvSpPr txBox="true"/>
          <p:nvPr/>
        </p:nvSpPr>
        <p:spPr>
          <a:xfrm rot="0">
            <a:off x="14643172" y="9822180"/>
            <a:ext cx="3259607" cy="464820"/>
          </a:xfrm>
          <a:prstGeom prst="rect">
            <a:avLst/>
          </a:prstGeom>
        </p:spPr>
        <p:txBody>
          <a:bodyPr anchor="t" rtlCol="false" tIns="0" lIns="0" bIns="0" rIns="0">
            <a:spAutoFit/>
          </a:bodyPr>
          <a:lstStyle/>
          <a:p>
            <a:pPr algn="r">
              <a:lnSpc>
                <a:spcPts val="3779"/>
              </a:lnSpc>
              <a:spcBef>
                <a:spcPct val="0"/>
              </a:spcBef>
            </a:pPr>
            <a:r>
              <a:rPr lang="en-US" sz="2700" spc="-135">
                <a:solidFill>
                  <a:srgbClr val="FFFFFF"/>
                </a:solidFill>
                <a:latin typeface="무궁화 고딕"/>
                <a:ea typeface="무궁화 고딕"/>
                <a:cs typeface="무궁화 고딕"/>
                <a:sym typeface="무궁화 고딕"/>
              </a:rPr>
              <a:t>ⓒ 2026. Sunday Play</a:t>
            </a:r>
          </a:p>
        </p:txBody>
      </p:sp>
    </p:spTree>
  </p:cSld>
  <p:clrMapOvr>
    <a:masterClrMapping/>
  </p:clrMapOvr>
</p:sld>
</file>

<file path=ppt/slides/slide5.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2871788"/>
            <a:ext cx="15339414" cy="4543425"/>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체다치즈를 최고 많이 먹은</a:t>
            </a:r>
          </a:p>
          <a:p>
            <a:pPr algn="ctr">
              <a:lnSpc>
                <a:spcPts val="11999"/>
              </a:lnSpc>
            </a:pPr>
            <a:r>
              <a:rPr lang="en-US" sz="9999">
                <a:solidFill>
                  <a:srgbClr val="000000"/>
                </a:solidFill>
                <a:latin typeface="무궁화 고딕"/>
                <a:ea typeface="무궁화 고딕"/>
                <a:cs typeface="무궁화 고딕"/>
                <a:sym typeface="무궁화 고딕"/>
              </a:rPr>
              <a:t>최다은이 체다치즈 먹기 대회</a:t>
            </a:r>
          </a:p>
          <a:p>
            <a:pPr algn="ctr">
              <a:lnSpc>
                <a:spcPts val="11999"/>
              </a:lnSpc>
            </a:pPr>
            <a:r>
              <a:rPr lang="en-US" sz="9999">
                <a:solidFill>
                  <a:srgbClr val="000000"/>
                </a:solidFill>
                <a:latin typeface="무궁화 고딕"/>
                <a:ea typeface="무궁화 고딕"/>
                <a:cs typeface="무궁화 고딕"/>
                <a:sym typeface="무궁화 고딕"/>
              </a:rPr>
              <a:t>최다 우승자이다</a:t>
            </a:r>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3629025"/>
            <a:ext cx="15339414" cy="302895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정희수가 희희낙락하게</a:t>
            </a:r>
          </a:p>
          <a:p>
            <a:pPr algn="ctr">
              <a:lnSpc>
                <a:spcPts val="11999"/>
              </a:lnSpc>
            </a:pPr>
            <a:r>
              <a:rPr lang="en-US" sz="9999">
                <a:solidFill>
                  <a:srgbClr val="000000"/>
                </a:solidFill>
                <a:latin typeface="무궁화 고딕"/>
                <a:ea typeface="무궁화 고딕"/>
                <a:cs typeface="무궁화 고딕"/>
                <a:sym typeface="무궁화 고딕"/>
              </a:rPr>
              <a:t>희끄무리한 흰머리를 뽑으며</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2114550"/>
            <a:ext cx="15339414" cy="605790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내가 그린 기린 그림은</a:t>
            </a:r>
          </a:p>
          <a:p>
            <a:pPr algn="ctr">
              <a:lnSpc>
                <a:spcPts val="11999"/>
              </a:lnSpc>
            </a:pPr>
            <a:r>
              <a:rPr lang="en-US" sz="9999">
                <a:solidFill>
                  <a:srgbClr val="000000"/>
                </a:solidFill>
                <a:latin typeface="무궁화 고딕"/>
                <a:ea typeface="무궁화 고딕"/>
                <a:cs typeface="무궁화 고딕"/>
                <a:sym typeface="무궁화 고딕"/>
              </a:rPr>
              <a:t>잘 그린 기린 그림이고</a:t>
            </a:r>
          </a:p>
          <a:p>
            <a:pPr algn="ctr">
              <a:lnSpc>
                <a:spcPts val="11999"/>
              </a:lnSpc>
            </a:pPr>
            <a:r>
              <a:rPr lang="en-US" sz="9999">
                <a:solidFill>
                  <a:srgbClr val="000000"/>
                </a:solidFill>
                <a:latin typeface="무궁화 고딕"/>
                <a:ea typeface="무궁화 고딕"/>
                <a:cs typeface="무궁화 고딕"/>
                <a:sym typeface="무궁화 고딕"/>
              </a:rPr>
              <a:t>네가 그린 기린 그림은</a:t>
            </a:r>
          </a:p>
          <a:p>
            <a:pPr algn="ctr">
              <a:lnSpc>
                <a:spcPts val="11999"/>
              </a:lnSpc>
            </a:pPr>
            <a:r>
              <a:rPr lang="en-US" sz="9999">
                <a:solidFill>
                  <a:srgbClr val="000000"/>
                </a:solidFill>
                <a:latin typeface="무궁화 고딕"/>
                <a:ea typeface="무궁화 고딕"/>
                <a:cs typeface="무궁화 고딕"/>
                <a:sym typeface="무궁화 고딕"/>
              </a:rPr>
              <a:t>못 그린 기린 그림이다</a:t>
            </a:r>
          </a:p>
        </p:txBody>
      </p:sp>
    </p:spTree>
  </p:cSld>
  <p:clrMapOvr>
    <a:masterClrMapping/>
  </p:clrMapOvr>
</p:sld>
</file>

<file path=ppt/slides/slide8.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2114550"/>
            <a:ext cx="15339414" cy="605790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저기 계신 저 분이</a:t>
            </a:r>
          </a:p>
          <a:p>
            <a:pPr algn="ctr">
              <a:lnSpc>
                <a:spcPts val="11999"/>
              </a:lnSpc>
            </a:pPr>
            <a:r>
              <a:rPr lang="en-US" sz="9999">
                <a:solidFill>
                  <a:srgbClr val="000000"/>
                </a:solidFill>
                <a:latin typeface="무궁화 고딕"/>
                <a:ea typeface="무궁화 고딕"/>
                <a:cs typeface="무궁화 고딕"/>
                <a:sym typeface="무궁화 고딕"/>
              </a:rPr>
              <a:t>박 법학박사이시고</a:t>
            </a:r>
          </a:p>
          <a:p>
            <a:pPr algn="ctr">
              <a:lnSpc>
                <a:spcPts val="11999"/>
              </a:lnSpc>
            </a:pPr>
            <a:r>
              <a:rPr lang="en-US" sz="9999">
                <a:solidFill>
                  <a:srgbClr val="000000"/>
                </a:solidFill>
                <a:latin typeface="무궁화 고딕"/>
                <a:ea typeface="무궁화 고딕"/>
                <a:cs typeface="무궁화 고딕"/>
                <a:sym typeface="무궁화 고딕"/>
              </a:rPr>
              <a:t> 여기 계신 이 분이</a:t>
            </a:r>
          </a:p>
          <a:p>
            <a:pPr algn="ctr">
              <a:lnSpc>
                <a:spcPts val="11999"/>
              </a:lnSpc>
            </a:pPr>
            <a:r>
              <a:rPr lang="en-US" sz="9999">
                <a:solidFill>
                  <a:srgbClr val="000000"/>
                </a:solidFill>
                <a:latin typeface="무궁화 고딕"/>
                <a:ea typeface="무궁화 고딕"/>
                <a:cs typeface="무궁화 고딕"/>
                <a:sym typeface="무궁화 고딕"/>
              </a:rPr>
              <a:t>백 법학박사이시다</a:t>
            </a:r>
          </a:p>
        </p:txBody>
      </p:sp>
    </p:spTree>
  </p:cSld>
  <p:clrMapOvr>
    <a:masterClrMapping/>
  </p:clrMapOvr>
</p:sld>
</file>

<file path=ppt/slides/slide9.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2114550"/>
            <a:ext cx="15339414" cy="605790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경찰청 철창살은</a:t>
            </a:r>
          </a:p>
          <a:p>
            <a:pPr algn="ctr">
              <a:lnSpc>
                <a:spcPts val="11999"/>
              </a:lnSpc>
            </a:pPr>
            <a:r>
              <a:rPr lang="en-US" sz="9999">
                <a:solidFill>
                  <a:srgbClr val="000000"/>
                </a:solidFill>
                <a:latin typeface="무궁화 고딕"/>
                <a:ea typeface="무궁화 고딕"/>
                <a:cs typeface="무궁화 고딕"/>
                <a:sym typeface="무궁화 고딕"/>
              </a:rPr>
              <a:t>외철창살이냐 쌍철창살이냐</a:t>
            </a:r>
          </a:p>
          <a:p>
            <a:pPr algn="ctr">
              <a:lnSpc>
                <a:spcPts val="11999"/>
              </a:lnSpc>
            </a:pPr>
            <a:r>
              <a:rPr lang="en-US" sz="9999">
                <a:solidFill>
                  <a:srgbClr val="000000"/>
                </a:solidFill>
                <a:latin typeface="무궁화 고딕"/>
                <a:ea typeface="무궁화 고딕"/>
                <a:cs typeface="무궁화 고딕"/>
                <a:sym typeface="무궁화 고딕"/>
              </a:rPr>
              <a:t>경찰청 철창살이</a:t>
            </a:r>
          </a:p>
          <a:p>
            <a:pPr algn="ctr">
              <a:lnSpc>
                <a:spcPts val="11999"/>
              </a:lnSpc>
            </a:pPr>
            <a:r>
              <a:rPr lang="en-US" sz="9999">
                <a:solidFill>
                  <a:srgbClr val="000000"/>
                </a:solidFill>
                <a:latin typeface="무궁화 고딕"/>
                <a:ea typeface="무궁화 고딕"/>
                <a:cs typeface="무궁화 고딕"/>
                <a:sym typeface="무궁화 고딕"/>
              </a:rPr>
              <a:t>쇠철창살이냐 철철창살이냐</a:t>
            </a:r>
          </a:p>
        </p:txBody>
      </p:sp>
    </p:spTree>
  </p:cSld>
  <p:clrMapOvr>
    <a:masterClrMapping/>
  </p:clrMapOvr>
</p:sld>
</file>

<file path=ppt/slides/slide10.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600075"/>
            <a:ext cx="15339414" cy="908685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들의 콩깍지는 깐 콩깍지인가</a:t>
            </a:r>
          </a:p>
          <a:p>
            <a:pPr algn="ctr">
              <a:lnSpc>
                <a:spcPts val="11999"/>
              </a:lnSpc>
            </a:pPr>
            <a:r>
              <a:rPr lang="en-US" sz="9999">
                <a:solidFill>
                  <a:srgbClr val="000000"/>
                </a:solidFill>
                <a:latin typeface="무궁화 고딕"/>
                <a:ea typeface="무궁화 고딕"/>
                <a:cs typeface="무궁화 고딕"/>
                <a:sym typeface="무궁화 고딕"/>
              </a:rPr>
              <a:t>안 깐 콩깍지인가?</a:t>
            </a:r>
          </a:p>
          <a:p>
            <a:pPr algn="ctr">
              <a:lnSpc>
                <a:spcPts val="11999"/>
              </a:lnSpc>
            </a:pPr>
            <a:r>
              <a:rPr lang="en-US" sz="9999">
                <a:solidFill>
                  <a:srgbClr val="000000"/>
                </a:solidFill>
                <a:latin typeface="무궁화 고딕"/>
                <a:ea typeface="무궁화 고딕"/>
                <a:cs typeface="무궁화 고딕"/>
                <a:sym typeface="무궁화 고딕"/>
              </a:rPr>
              <a:t>깐 콩깍지면 어떻고</a:t>
            </a:r>
          </a:p>
          <a:p>
            <a:pPr algn="ctr">
              <a:lnSpc>
                <a:spcPts val="11999"/>
              </a:lnSpc>
            </a:pPr>
            <a:r>
              <a:rPr lang="en-US" sz="9999">
                <a:solidFill>
                  <a:srgbClr val="000000"/>
                </a:solidFill>
                <a:latin typeface="무궁화 고딕"/>
                <a:ea typeface="무궁화 고딕"/>
                <a:cs typeface="무궁화 고딕"/>
                <a:sym typeface="무궁화 고딕"/>
              </a:rPr>
              <a:t>안 깐 콩깍지면 어떠냐?</a:t>
            </a:r>
          </a:p>
          <a:p>
            <a:pPr algn="ctr">
              <a:lnSpc>
                <a:spcPts val="11999"/>
              </a:lnSpc>
            </a:pPr>
            <a:r>
              <a:rPr lang="en-US" sz="9999">
                <a:solidFill>
                  <a:srgbClr val="000000"/>
                </a:solidFill>
                <a:latin typeface="무궁화 고딕"/>
                <a:ea typeface="무궁화 고딕"/>
                <a:cs typeface="무궁화 고딕"/>
                <a:sym typeface="무궁화 고딕"/>
              </a:rPr>
              <a:t>깐 콩깍지나 안 깐 콩깍지나</a:t>
            </a:r>
          </a:p>
          <a:p>
            <a:pPr algn="ctr">
              <a:lnSpc>
                <a:spcPts val="11999"/>
              </a:lnSpc>
            </a:pPr>
            <a:r>
              <a:rPr lang="en-US" sz="9999">
                <a:solidFill>
                  <a:srgbClr val="000000"/>
                </a:solidFill>
                <a:latin typeface="무궁화 고딕"/>
                <a:ea typeface="무궁화 고딕"/>
                <a:cs typeface="무궁화 고딕"/>
                <a:sym typeface="무궁화 고딕"/>
              </a:rPr>
              <a:t>콩깍지는 다 콩깍지인데</a:t>
            </a:r>
          </a:p>
        </p:txBody>
      </p:sp>
    </p:spTree>
  </p:cSld>
  <p:clrMapOvr>
    <a:masterClrMapping/>
  </p:clrMapOvr>
</p:sld>
</file>

<file path=ppt/slides/slide11.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2114550"/>
            <a:ext cx="15339414" cy="605790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우리집 옆집 앞집 뒷창살은</a:t>
            </a:r>
          </a:p>
          <a:p>
            <a:pPr algn="ctr">
              <a:lnSpc>
                <a:spcPts val="11999"/>
              </a:lnSpc>
            </a:pPr>
            <a:r>
              <a:rPr lang="en-US" sz="9999">
                <a:solidFill>
                  <a:srgbClr val="000000"/>
                </a:solidFill>
                <a:latin typeface="무궁화 고딕"/>
                <a:ea typeface="무궁화 고딕"/>
                <a:cs typeface="무궁화 고딕"/>
                <a:sym typeface="무궁화 고딕"/>
              </a:rPr>
              <a:t>흩겹창살이고,</a:t>
            </a:r>
          </a:p>
          <a:p>
            <a:pPr algn="ctr">
              <a:lnSpc>
                <a:spcPts val="11999"/>
              </a:lnSpc>
            </a:pPr>
            <a:r>
              <a:rPr lang="en-US" sz="9999">
                <a:solidFill>
                  <a:srgbClr val="000000"/>
                </a:solidFill>
                <a:latin typeface="무궁화 고딕"/>
                <a:ea typeface="무궁화 고딕"/>
                <a:cs typeface="무궁화 고딕"/>
                <a:sym typeface="무궁화 고딕"/>
              </a:rPr>
              <a:t>우리집 뒷집 앞집 옆창살은</a:t>
            </a:r>
          </a:p>
          <a:p>
            <a:pPr algn="ctr">
              <a:lnSpc>
                <a:spcPts val="11999"/>
              </a:lnSpc>
            </a:pPr>
            <a:r>
              <a:rPr lang="en-US" sz="9999">
                <a:solidFill>
                  <a:srgbClr val="000000"/>
                </a:solidFill>
                <a:latin typeface="무궁화 고딕"/>
                <a:ea typeface="무궁화 고딕"/>
                <a:cs typeface="무궁화 고딕"/>
                <a:sym typeface="무궁화 고딕"/>
              </a:rPr>
              <a:t>겹흩창살이다.</a:t>
            </a:r>
          </a:p>
        </p:txBody>
      </p:sp>
    </p:spTree>
  </p:cSld>
  <p:clrMapOvr>
    <a:masterClrMapping/>
  </p:clrMapOvr>
</p:sld>
</file>

<file path=ppt/slides/slide12.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474293" y="2114550"/>
            <a:ext cx="15339414" cy="6057900"/>
          </a:xfrm>
          <a:prstGeom prst="rect">
            <a:avLst/>
          </a:prstGeom>
        </p:spPr>
        <p:txBody>
          <a:bodyPr anchor="t" rtlCol="false" tIns="0" lIns="0" bIns="0" rIns="0">
            <a:spAutoFit/>
          </a:bodyPr>
          <a:lstStyle/>
          <a:p>
            <a:pPr algn="ctr">
              <a:lnSpc>
                <a:spcPts val="11999"/>
              </a:lnSpc>
            </a:pPr>
            <a:r>
              <a:rPr lang="en-US" sz="9999">
                <a:solidFill>
                  <a:srgbClr val="000000"/>
                </a:solidFill>
                <a:latin typeface="무궁화 고딕"/>
                <a:ea typeface="무궁화 고딕"/>
                <a:cs typeface="무궁화 고딕"/>
                <a:sym typeface="무궁화 고딕"/>
              </a:rPr>
              <a:t>작은 토끼 토끼통 옆</a:t>
            </a:r>
          </a:p>
          <a:p>
            <a:pPr algn="ctr">
              <a:lnSpc>
                <a:spcPts val="11999"/>
              </a:lnSpc>
            </a:pPr>
            <a:r>
              <a:rPr lang="en-US" sz="9999">
                <a:solidFill>
                  <a:srgbClr val="000000"/>
                </a:solidFill>
                <a:latin typeface="무궁화 고딕"/>
                <a:ea typeface="무궁화 고딕"/>
                <a:cs typeface="무궁화 고딕"/>
                <a:sym typeface="무궁화 고딕"/>
              </a:rPr>
              <a:t>큰 토끼 토끼통</a:t>
            </a:r>
          </a:p>
          <a:p>
            <a:pPr algn="ctr">
              <a:lnSpc>
                <a:spcPts val="11999"/>
              </a:lnSpc>
            </a:pPr>
            <a:r>
              <a:rPr lang="en-US" sz="9999">
                <a:solidFill>
                  <a:srgbClr val="000000"/>
                </a:solidFill>
                <a:latin typeface="무궁화 고딕"/>
                <a:ea typeface="무궁화 고딕"/>
                <a:cs typeface="무궁화 고딕"/>
                <a:sym typeface="무궁화 고딕"/>
              </a:rPr>
              <a:t>큰 토끼 토끼통 </a:t>
            </a:r>
          </a:p>
          <a:p>
            <a:pPr algn="ctr">
              <a:lnSpc>
                <a:spcPts val="11999"/>
              </a:lnSpc>
            </a:pPr>
            <a:r>
              <a:rPr lang="en-US" sz="9999">
                <a:solidFill>
                  <a:srgbClr val="000000"/>
                </a:solidFill>
                <a:latin typeface="무궁화 고딕"/>
                <a:ea typeface="무궁화 고딕"/>
                <a:cs typeface="무궁화 고딕"/>
                <a:sym typeface="무궁화 고딕"/>
              </a:rPr>
              <a:t> 작은 토끼 토끼통</a:t>
            </a:r>
          </a:p>
        </p:txBody>
      </p:sp>
    </p:spTree>
  </p:cSld>
  <p:clrMapOvr>
    <a:masterClrMapping/>
  </p:clrMapOvr>
</p:sld>
</file>

<file path=ppt/slides/slide13.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200951" y="2219325"/>
            <a:ext cx="17886098" cy="5838825"/>
          </a:xfrm>
          <a:prstGeom prst="rect">
            <a:avLst/>
          </a:prstGeom>
        </p:spPr>
        <p:txBody>
          <a:bodyPr anchor="t" rtlCol="false" tIns="0" lIns="0" bIns="0" rIns="0">
            <a:spAutoFit/>
          </a:bodyPr>
          <a:lstStyle/>
          <a:p>
            <a:pPr algn="ctr">
              <a:lnSpc>
                <a:spcPts val="11520"/>
              </a:lnSpc>
            </a:pPr>
            <a:r>
              <a:rPr lang="en-US" sz="9600">
                <a:solidFill>
                  <a:srgbClr val="000000"/>
                </a:solidFill>
                <a:latin typeface="무궁화 고딕"/>
                <a:ea typeface="무궁화 고딕"/>
                <a:cs typeface="무궁화 고딕"/>
                <a:sym typeface="무궁화 고딕"/>
              </a:rPr>
              <a:t>경찰청 검찰청 왼쪽 유리창</a:t>
            </a:r>
          </a:p>
          <a:p>
            <a:pPr algn="ctr">
              <a:lnSpc>
                <a:spcPts val="11520"/>
              </a:lnSpc>
            </a:pPr>
            <a:r>
              <a:rPr lang="en-US" sz="9600">
                <a:solidFill>
                  <a:srgbClr val="000000"/>
                </a:solidFill>
                <a:latin typeface="무궁화 고딕"/>
                <a:ea typeface="무궁화 고딕"/>
                <a:cs typeface="무궁화 고딕"/>
                <a:sym typeface="무궁화 고딕"/>
              </a:rPr>
              <a:t>중앙 쇠창살은 녹이슨 쇠창살 이고</a:t>
            </a:r>
          </a:p>
          <a:p>
            <a:pPr algn="ctr">
              <a:lnSpc>
                <a:spcPts val="11520"/>
              </a:lnSpc>
            </a:pPr>
            <a:r>
              <a:rPr lang="en-US" sz="9600">
                <a:solidFill>
                  <a:srgbClr val="000000"/>
                </a:solidFill>
                <a:latin typeface="무궁화 고딕"/>
                <a:ea typeface="무궁화 고딕"/>
                <a:cs typeface="무궁화 고딕"/>
                <a:sym typeface="무궁화 고딕"/>
              </a:rPr>
              <a:t>경찰청 검찰청 오른쪽 유리창</a:t>
            </a:r>
          </a:p>
          <a:p>
            <a:pPr algn="ctr">
              <a:lnSpc>
                <a:spcPts val="11520"/>
              </a:lnSpc>
            </a:pPr>
            <a:r>
              <a:rPr lang="en-US" sz="9600">
                <a:solidFill>
                  <a:srgbClr val="000000"/>
                </a:solidFill>
                <a:latin typeface="무궁화 고딕"/>
                <a:ea typeface="무궁화 고딕"/>
                <a:cs typeface="무궁화 고딕"/>
                <a:sym typeface="무궁화 고딕"/>
              </a:rPr>
              <a:t>중앙 철창살은 녹이 안슨 철창살 이다</a:t>
            </a:r>
          </a:p>
        </p:txBody>
      </p:sp>
    </p:spTree>
  </p:cSld>
  <p:clrMapOvr>
    <a:masterClrMapping/>
  </p:clrMapOvr>
</p:sld>
</file>

<file path=ppt/slides/slide14.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251497" y="3686175"/>
            <a:ext cx="15785007" cy="2905125"/>
          </a:xfrm>
          <a:prstGeom prst="rect">
            <a:avLst/>
          </a:prstGeom>
        </p:spPr>
        <p:txBody>
          <a:bodyPr anchor="t" rtlCol="false" tIns="0" lIns="0" bIns="0" rIns="0">
            <a:spAutoFit/>
          </a:bodyPr>
          <a:lstStyle/>
          <a:p>
            <a:pPr algn="ctr">
              <a:lnSpc>
                <a:spcPts val="11400"/>
              </a:lnSpc>
            </a:pPr>
            <a:r>
              <a:rPr lang="en-US" sz="9500">
                <a:solidFill>
                  <a:srgbClr val="000000"/>
                </a:solidFill>
                <a:latin typeface="무궁화 고딕"/>
                <a:ea typeface="무궁화 고딕"/>
                <a:cs typeface="무궁화 고딕"/>
                <a:sym typeface="무궁화 고딕"/>
              </a:rPr>
              <a:t>간장공장 공장장은 간곤장장이고 공공장 공장장은 공공장장이다</a:t>
            </a:r>
          </a:p>
        </p:txBody>
      </p:sp>
    </p:spTree>
  </p:cSld>
  <p:clrMapOvr>
    <a:masterClrMapping/>
  </p:clrMapOvr>
</p:sld>
</file>

<file path=ppt/slides/slide15.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251497" y="3019425"/>
            <a:ext cx="15785007" cy="4238625"/>
          </a:xfrm>
          <a:prstGeom prst="rect">
            <a:avLst/>
          </a:prstGeom>
        </p:spPr>
        <p:txBody>
          <a:bodyPr anchor="t" rtlCol="false" tIns="0" lIns="0" bIns="0" rIns="0">
            <a:spAutoFit/>
          </a:bodyPr>
          <a:lstStyle/>
          <a:p>
            <a:pPr algn="ctr">
              <a:lnSpc>
                <a:spcPts val="11160"/>
              </a:lnSpc>
            </a:pPr>
            <a:r>
              <a:rPr lang="en-US" sz="9300">
                <a:solidFill>
                  <a:srgbClr val="000000"/>
                </a:solidFill>
                <a:latin typeface="무궁화 고딕"/>
                <a:ea typeface="무궁화 고딕"/>
                <a:cs typeface="무궁화 고딕"/>
                <a:sym typeface="무궁화 고딕"/>
              </a:rPr>
              <a:t>목동 로얄 뉴로얄 레스토랑 뉴메뉴 미트소시지소스스파게티,</a:t>
            </a:r>
          </a:p>
          <a:p>
            <a:pPr algn="ctr">
              <a:lnSpc>
                <a:spcPts val="11160"/>
              </a:lnSpc>
            </a:pPr>
            <a:r>
              <a:rPr lang="en-US" sz="9300">
                <a:solidFill>
                  <a:srgbClr val="000000"/>
                </a:solidFill>
                <a:latin typeface="무궁화 고딕"/>
                <a:ea typeface="무궁화 고딕"/>
                <a:cs typeface="무궁화 고딕"/>
                <a:sym typeface="무궁화 고딕"/>
              </a:rPr>
              <a:t>크림소시지소스스테이크</a:t>
            </a:r>
          </a:p>
        </p:txBody>
      </p:sp>
    </p:spTree>
  </p:cSld>
  <p:clrMapOvr>
    <a:masterClrMapping/>
  </p:clrMapOvr>
</p:sld>
</file>

<file path=ppt/slides/slide16.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1251497" y="2276475"/>
            <a:ext cx="16007803" cy="5724525"/>
          </a:xfrm>
          <a:prstGeom prst="rect">
            <a:avLst/>
          </a:prstGeom>
        </p:spPr>
        <p:txBody>
          <a:bodyPr anchor="t" rtlCol="false" tIns="0" lIns="0" bIns="0" rIns="0">
            <a:spAutoFit/>
          </a:bodyPr>
          <a:lstStyle/>
          <a:p>
            <a:pPr algn="ctr">
              <a:lnSpc>
                <a:spcPts val="11280"/>
              </a:lnSpc>
            </a:pPr>
            <a:r>
              <a:rPr lang="en-US" sz="9400">
                <a:solidFill>
                  <a:srgbClr val="000000"/>
                </a:solidFill>
                <a:latin typeface="무궁화 고딕"/>
                <a:ea typeface="무궁화 고딕"/>
                <a:cs typeface="무궁화 고딕"/>
                <a:sym typeface="무궁화 고딕"/>
              </a:rPr>
              <a:t>어느날 한라산 산삼이 먹고 싶다며 나를 데려간 제주도에서</a:t>
            </a:r>
          </a:p>
          <a:p>
            <a:pPr algn="ctr">
              <a:lnSpc>
                <a:spcPts val="11280"/>
              </a:lnSpc>
            </a:pPr>
            <a:r>
              <a:rPr lang="en-US" sz="9400">
                <a:solidFill>
                  <a:srgbClr val="000000"/>
                </a:solidFill>
                <a:latin typeface="무궁화 고딕"/>
                <a:ea typeface="무궁화 고딕"/>
                <a:cs typeface="무궁화 고딕"/>
                <a:sym typeface="무궁화 고딕"/>
              </a:rPr>
              <a:t>저기 저 돌하르방 코는</a:t>
            </a:r>
          </a:p>
          <a:p>
            <a:pPr algn="ctr">
              <a:lnSpc>
                <a:spcPts val="11280"/>
              </a:lnSpc>
            </a:pPr>
            <a:r>
              <a:rPr lang="en-US" sz="9400">
                <a:solidFill>
                  <a:srgbClr val="000000"/>
                </a:solidFill>
                <a:latin typeface="무궁화 고딕"/>
                <a:ea typeface="무궁화 고딕"/>
                <a:cs typeface="무궁화 고딕"/>
                <a:sym typeface="무궁화 고딕"/>
              </a:rPr>
              <a:t>아들 날 코인가</a:t>
            </a:r>
          </a:p>
        </p:txBody>
      </p:sp>
    </p:spTree>
  </p:cSld>
  <p:clrMapOvr>
    <a:masterClrMapping/>
  </p:clrMapOvr>
</p:sld>
</file>

<file path=ppt/slides/slide17.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625748" y="1900237"/>
            <a:ext cx="17036503" cy="6477000"/>
          </a:xfrm>
          <a:prstGeom prst="rect">
            <a:avLst/>
          </a:prstGeom>
        </p:spPr>
        <p:txBody>
          <a:bodyPr anchor="t" rtlCol="false" tIns="0" lIns="0" bIns="0" rIns="0">
            <a:spAutoFit/>
          </a:bodyPr>
          <a:lstStyle/>
          <a:p>
            <a:pPr algn="ctr">
              <a:lnSpc>
                <a:spcPts val="7320"/>
              </a:lnSpc>
            </a:pPr>
            <a:r>
              <a:rPr lang="en-US" sz="6100">
                <a:solidFill>
                  <a:srgbClr val="000000"/>
                </a:solidFill>
                <a:latin typeface="무궁화 고딕"/>
                <a:ea typeface="무궁화 고딕"/>
                <a:cs typeface="무궁화 고딕"/>
                <a:sym typeface="무궁화 고딕"/>
              </a:rPr>
              <a:t>이수지가 저수지에 갔는데 이 수지가 저수지에 간 걸까 저 수지가 저수지에 간걸까 그 수지가 저수지에 간 걸까 하며 이수지는 고민했는데 고민 끝에 이수의 마이웨이를 부르며 불쾌지수가 올라가며 저수지를 떠나</a:t>
            </a:r>
          </a:p>
          <a:p>
            <a:pPr algn="ctr">
              <a:lnSpc>
                <a:spcPts val="7320"/>
              </a:lnSpc>
            </a:pPr>
            <a:r>
              <a:rPr lang="en-US" sz="6100">
                <a:solidFill>
                  <a:srgbClr val="000000"/>
                </a:solidFill>
                <a:latin typeface="무궁화 고딕"/>
                <a:ea typeface="무궁화 고딕"/>
                <a:cs typeface="무궁화 고딕"/>
                <a:sym typeface="무궁화 고딕"/>
              </a:rPr>
              <a:t>경기도 수지구의 한 학원으로 달려가더니 지수함수를</a:t>
            </a:r>
          </a:p>
          <a:p>
            <a:pPr algn="ctr">
              <a:lnSpc>
                <a:spcPts val="7320"/>
              </a:lnSpc>
            </a:pPr>
            <a:r>
              <a:rPr lang="en-US" sz="6100">
                <a:solidFill>
                  <a:srgbClr val="000000"/>
                </a:solidFill>
                <a:latin typeface="무궁화 고딕"/>
                <a:ea typeface="무궁화 고딕"/>
                <a:cs typeface="무궁화 고딕"/>
                <a:sym typeface="무궁화 고딕"/>
              </a:rPr>
              <a:t>배워서 잘 사용하여 주식 수지를 맞아 "나 이수지, 바로 고단수지! 수지맞았다!"하며 행복해했다.</a:t>
            </a:r>
          </a:p>
        </p:txBody>
      </p:sp>
    </p:spTree>
  </p:cSld>
  <p:clrMapOvr>
    <a:masterClrMapping/>
  </p:clrMapOvr>
</p:sld>
</file>

<file path=ppt/slides/slide18.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625748" y="2162175"/>
            <a:ext cx="17036503" cy="5953125"/>
          </a:xfrm>
          <a:prstGeom prst="rect">
            <a:avLst/>
          </a:prstGeom>
        </p:spPr>
        <p:txBody>
          <a:bodyPr anchor="t" rtlCol="false" tIns="0" lIns="0" bIns="0" rIns="0">
            <a:spAutoFit/>
          </a:bodyPr>
          <a:lstStyle/>
          <a:p>
            <a:pPr algn="ctr">
              <a:lnSpc>
                <a:spcPts val="7800"/>
              </a:lnSpc>
            </a:pPr>
            <a:r>
              <a:rPr lang="en-US" sz="6500">
                <a:solidFill>
                  <a:srgbClr val="000000"/>
                </a:solidFill>
                <a:latin typeface="무궁화 고딕"/>
                <a:ea typeface="무궁화 고딕"/>
                <a:cs typeface="무궁화 고딕"/>
                <a:sym typeface="무궁화 고딕"/>
              </a:rPr>
              <a:t>앞 집 팥죽은 붉은 팥 풋팥죽이고,</a:t>
            </a:r>
          </a:p>
          <a:p>
            <a:pPr algn="ctr">
              <a:lnSpc>
                <a:spcPts val="7800"/>
              </a:lnSpc>
            </a:pPr>
            <a:r>
              <a:rPr lang="en-US" sz="6500">
                <a:solidFill>
                  <a:srgbClr val="000000"/>
                </a:solidFill>
                <a:latin typeface="무궁화 고딕"/>
                <a:ea typeface="무궁화 고딕"/>
                <a:cs typeface="무궁화 고딕"/>
                <a:sym typeface="무궁화 고딕"/>
              </a:rPr>
              <a:t>뒷집 콩죽은 햇콩단콩 콩죽,</a:t>
            </a:r>
          </a:p>
          <a:p>
            <a:pPr algn="ctr">
              <a:lnSpc>
                <a:spcPts val="7800"/>
              </a:lnSpc>
            </a:pPr>
            <a:r>
              <a:rPr lang="en-US" sz="6500">
                <a:solidFill>
                  <a:srgbClr val="000000"/>
                </a:solidFill>
                <a:latin typeface="무궁화 고딕"/>
                <a:ea typeface="무궁화 고딕"/>
                <a:cs typeface="무궁화 고딕"/>
                <a:sym typeface="무궁화 고딕"/>
              </a:rPr>
              <a:t>우리집 깨죽은 검은깨 깨죽인데</a:t>
            </a:r>
          </a:p>
          <a:p>
            <a:pPr algn="ctr">
              <a:lnSpc>
                <a:spcPts val="7800"/>
              </a:lnSpc>
            </a:pPr>
            <a:r>
              <a:rPr lang="en-US" sz="6500">
                <a:solidFill>
                  <a:srgbClr val="000000"/>
                </a:solidFill>
                <a:latin typeface="무궁화 고딕"/>
                <a:ea typeface="무궁화 고딕"/>
                <a:cs typeface="무궁화 고딕"/>
                <a:sym typeface="무궁화 고딕"/>
              </a:rPr>
              <a:t>사람들은 햇콩 단콩 콩죽 깨죽 죽먹기를 싫어하더라.</a:t>
            </a:r>
          </a:p>
          <a:p>
            <a:pPr algn="ctr">
              <a:lnSpc>
                <a:spcPts val="7800"/>
              </a:lnSpc>
            </a:pPr>
            <a:r>
              <a:rPr lang="en-US" sz="6500">
                <a:solidFill>
                  <a:srgbClr val="000000"/>
                </a:solidFill>
                <a:latin typeface="무궁화 고딕"/>
                <a:ea typeface="무궁화 고딕"/>
                <a:cs typeface="무궁화 고딕"/>
                <a:sym typeface="무궁화 고딕"/>
              </a:rPr>
              <a:t>달공달공깨끗한콩은어떠냐</a:t>
            </a:r>
          </a:p>
          <a:p>
            <a:pPr algn="ctr">
              <a:lnSpc>
                <a:spcPts val="7800"/>
              </a:lnSpc>
            </a:pPr>
            <a:r>
              <a:rPr lang="en-US" sz="6500">
                <a:solidFill>
                  <a:srgbClr val="000000"/>
                </a:solidFill>
                <a:latin typeface="무궁화 고딕"/>
                <a:ea typeface="무궁화 고딕"/>
                <a:cs typeface="무궁화 고딕"/>
                <a:sym typeface="무궁화 고딕"/>
              </a:rPr>
              <a:t>깐깐한알콩알콩알콩알콩달콩달콩달콩달콩은어떠냐.</a:t>
            </a:r>
          </a:p>
        </p:txBody>
      </p:sp>
    </p:spTree>
  </p:cSld>
  <p:clrMapOvr>
    <a:masterClrMapping/>
  </p:clrMapOvr>
</p:sld>
</file>

<file path=ppt/slides/slide19.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625748" y="1438275"/>
            <a:ext cx="17036503" cy="7400925"/>
          </a:xfrm>
          <a:prstGeom prst="rect">
            <a:avLst/>
          </a:prstGeom>
        </p:spPr>
        <p:txBody>
          <a:bodyPr anchor="t" rtlCol="false" tIns="0" lIns="0" bIns="0" rIns="0">
            <a:spAutoFit/>
          </a:bodyPr>
          <a:lstStyle/>
          <a:p>
            <a:pPr algn="ctr">
              <a:lnSpc>
                <a:spcPts val="7320"/>
              </a:lnSpc>
            </a:pPr>
            <a:r>
              <a:rPr lang="en-US" sz="6100">
                <a:solidFill>
                  <a:srgbClr val="000000"/>
                </a:solidFill>
                <a:latin typeface="무궁화 고딕"/>
                <a:ea typeface="무궁화 고딕"/>
                <a:cs typeface="무궁화 고딕"/>
                <a:sym typeface="무궁화 고딕"/>
              </a:rPr>
              <a:t>안촉촉한 초코칩 나라에 살던 안촉촉한 초코칩이 촉촉한 초코칩 나라의 촉촉한 초코칩을 보고 촉촉한 초코칩이</a:t>
            </a:r>
          </a:p>
          <a:p>
            <a:pPr algn="ctr">
              <a:lnSpc>
                <a:spcPts val="7320"/>
              </a:lnSpc>
            </a:pPr>
            <a:r>
              <a:rPr lang="en-US" sz="6100">
                <a:solidFill>
                  <a:srgbClr val="000000"/>
                </a:solidFill>
                <a:latin typeface="무궁화 고딕"/>
                <a:ea typeface="무궁화 고딕"/>
                <a:cs typeface="무궁화 고딕"/>
                <a:sym typeface="무궁화 고딕"/>
              </a:rPr>
              <a:t>되고 싶어서 촉촉한 초코칩 나라에 갔는데 촉촉한 초코칩 나라의 촉촉한 초코칩 문지기가</a:t>
            </a:r>
          </a:p>
          <a:p>
            <a:pPr algn="ctr">
              <a:lnSpc>
                <a:spcPts val="7320"/>
              </a:lnSpc>
            </a:pPr>
            <a:r>
              <a:rPr lang="en-US" sz="6100">
                <a:solidFill>
                  <a:srgbClr val="000000"/>
                </a:solidFill>
                <a:latin typeface="무궁화 고딕"/>
                <a:ea typeface="무궁화 고딕"/>
                <a:cs typeface="무궁화 고딕"/>
                <a:sym typeface="무궁화 고딕"/>
              </a:rPr>
              <a:t>"넌 촉촉한 초코칩이 아니고 안촉촉한 초코칩이니까</a:t>
            </a:r>
          </a:p>
          <a:p>
            <a:pPr algn="ctr">
              <a:lnSpc>
                <a:spcPts val="7320"/>
              </a:lnSpc>
            </a:pPr>
            <a:r>
              <a:rPr lang="en-US" sz="6100">
                <a:solidFill>
                  <a:srgbClr val="000000"/>
                </a:solidFill>
                <a:latin typeface="무궁화 고딕"/>
                <a:ea typeface="무궁화 고딕"/>
                <a:cs typeface="무궁화 고딕"/>
                <a:sym typeface="무궁화 고딕"/>
              </a:rPr>
              <a:t>안촉촉한 초코칩 나라에서 살아"</a:t>
            </a:r>
          </a:p>
          <a:p>
            <a:pPr algn="ctr">
              <a:lnSpc>
                <a:spcPts val="7320"/>
              </a:lnSpc>
            </a:pPr>
            <a:r>
              <a:rPr lang="en-US" sz="6100">
                <a:solidFill>
                  <a:srgbClr val="000000"/>
                </a:solidFill>
                <a:latin typeface="무궁화 고딕"/>
                <a:ea typeface="무궁화 고딕"/>
                <a:cs typeface="무궁화 고딕"/>
                <a:sym typeface="무궁화 고딕"/>
              </a:rPr>
              <a:t>라고해서 안촉촉한 초코칩은 촉촉한 초코칩이 되는것을 포기하고 안촉촉한 초코칩 나라로 돌아갔다.</a:t>
            </a:r>
          </a:p>
        </p:txBody>
      </p:sp>
    </p:spTree>
  </p:cSld>
  <p:clrMapOvr>
    <a:masterClrMapping/>
  </p:clrMapOvr>
</p:sld>
</file>

<file path=ppt/slides/slide20.xml><?xml version="1.0" encoding="utf-8"?>
<p:sld xmlns:p="http://schemas.openxmlformats.org/presentationml/2006/main" xmlns:a="http://schemas.openxmlformats.org/drawingml/2006/main">
  <p:cSld>
    <p:bg>
      <p:bgPr>
        <a:solidFill>
          <a:srgbClr val="FFFAEF"/>
        </a:solidFill>
      </p:bgPr>
    </p:bg>
    <p:spTree>
      <p:nvGrpSpPr>
        <p:cNvPr id="1" name=""/>
        <p:cNvGrpSpPr/>
        <p:nvPr/>
      </p:nvGrpSpPr>
      <p:grpSpPr>
        <a:xfrm>
          <a:off x="0" y="0"/>
          <a:ext cx="0" cy="0"/>
          <a:chOff x="0" y="0"/>
          <a:chExt cx="0" cy="0"/>
        </a:xfrm>
      </p:grpSpPr>
      <p:sp>
        <p:nvSpPr>
          <p:cNvPr name="TextBox 2" id="2"/>
          <p:cNvSpPr txBox="true"/>
          <p:nvPr/>
        </p:nvSpPr>
        <p:spPr>
          <a:xfrm rot="0">
            <a:off x="625748" y="1295400"/>
            <a:ext cx="17036503" cy="7686675"/>
          </a:xfrm>
          <a:prstGeom prst="rect">
            <a:avLst/>
          </a:prstGeom>
        </p:spPr>
        <p:txBody>
          <a:bodyPr anchor="t" rtlCol="false" tIns="0" lIns="0" bIns="0" rIns="0">
            <a:spAutoFit/>
          </a:bodyPr>
          <a:lstStyle/>
          <a:p>
            <a:pPr algn="ctr">
              <a:lnSpc>
                <a:spcPts val="4680"/>
              </a:lnSpc>
            </a:pPr>
            <a:r>
              <a:rPr lang="en-US" sz="3900">
                <a:solidFill>
                  <a:srgbClr val="000000"/>
                </a:solidFill>
                <a:latin typeface="무궁화 고딕"/>
                <a:ea typeface="무궁화 고딕"/>
                <a:cs typeface="무궁화 고딕"/>
                <a:sym typeface="무궁화 고딕"/>
              </a:rPr>
              <a:t>스위스에서 오셔서 산새들이 속삭이는 산림 숲속에서 숫사슴을 샅샅이 수색해 식사하고 산 속 샘물로 세수하며 사는 삼십 삼살 샴쌍둥이 미세스 스미스씨와 미스터 심슨씨는</a:t>
            </a:r>
          </a:p>
          <a:p>
            <a:pPr algn="ctr">
              <a:lnSpc>
                <a:spcPts val="4680"/>
              </a:lnSpc>
            </a:pPr>
            <a:r>
              <a:rPr lang="en-US" sz="3900">
                <a:solidFill>
                  <a:srgbClr val="000000"/>
                </a:solidFill>
                <a:latin typeface="무궁화 고딕"/>
                <a:ea typeface="무궁화 고딕"/>
                <a:cs typeface="무궁화 고딕"/>
                <a:sym typeface="무궁화 고딕"/>
              </a:rPr>
              <a:t>삼성 설립 사장의 회사 자산 상속자인 사촌의 사돈 김상속씨의 숫기있고 숭글숭글한</a:t>
            </a:r>
          </a:p>
          <a:p>
            <a:pPr algn="ctr">
              <a:lnSpc>
                <a:spcPts val="4680"/>
              </a:lnSpc>
            </a:pPr>
            <a:r>
              <a:rPr lang="en-US" sz="3900">
                <a:solidFill>
                  <a:srgbClr val="000000"/>
                </a:solidFill>
                <a:latin typeface="무궁화 고딕"/>
                <a:ea typeface="무궁화 고딕"/>
                <a:cs typeface="무궁화 고딕"/>
                <a:sym typeface="무궁화 고딕"/>
              </a:rPr>
              <a:t>숫색시 삼성소속 식산업 종사자 김삼순씨를 만나서 삼성 수산물 운송수송 수색 실장에게 스위스에서 숫사슴을 샅샅이 수색했던 것을 인정받아 스위스 수산물 운송 수송 과정에서 상해 삭힌 냄새가 나는 수산물을 수색해내는 삼성 소속 수산물 운송수송 수색 사원이</a:t>
            </a:r>
          </a:p>
          <a:p>
            <a:pPr algn="ctr">
              <a:lnSpc>
                <a:spcPts val="4680"/>
              </a:lnSpc>
            </a:pPr>
            <a:r>
              <a:rPr lang="en-US" sz="3900">
                <a:solidFill>
                  <a:srgbClr val="000000"/>
                </a:solidFill>
                <a:latin typeface="무궁화 고딕"/>
                <a:ea typeface="무궁화 고딕"/>
                <a:cs typeface="무궁화 고딕"/>
                <a:sym typeface="무궁화 고딕"/>
              </a:rPr>
              <a:t>되서 살신성인으로 쉴새없이 수색하다 산성수에 손이 산화되어 수술실에서 수술하게</a:t>
            </a:r>
          </a:p>
          <a:p>
            <a:pPr algn="ctr">
              <a:lnSpc>
                <a:spcPts val="4680"/>
              </a:lnSpc>
            </a:pPr>
            <a:r>
              <a:rPr lang="en-US" sz="3900">
                <a:solidFill>
                  <a:srgbClr val="000000"/>
                </a:solidFill>
                <a:latin typeface="무궁화 고딕"/>
                <a:ea typeface="무궁화 고딕"/>
                <a:cs typeface="무궁화 고딕"/>
                <a:sym typeface="무궁화 고딕"/>
              </a:rPr>
              <a:t>됐는데 쉽사리 수술이 잘 안돼서 심신에 좋은 산삼을 달여 슈르릅 들이켰더니 힘이</a:t>
            </a:r>
          </a:p>
          <a:p>
            <a:pPr algn="ctr">
              <a:lnSpc>
                <a:spcPts val="4680"/>
              </a:lnSpc>
            </a:pPr>
            <a:r>
              <a:rPr lang="en-US" sz="3900">
                <a:solidFill>
                  <a:srgbClr val="000000"/>
                </a:solidFill>
                <a:latin typeface="무궁화 고딕"/>
                <a:ea typeface="무궁화 고딕"/>
                <a:cs typeface="무궁화 고딕"/>
                <a:sym typeface="무궁화 고딕"/>
              </a:rPr>
              <a:t>샘솟아 다시 몸사려 수색하다 삼성 소속 식산업 종사자 김삼순씨와 셋이서 삼삼오오</a:t>
            </a:r>
          </a:p>
          <a:p>
            <a:pPr algn="ctr">
              <a:lnSpc>
                <a:spcPts val="4680"/>
              </a:lnSpc>
            </a:pPr>
            <a:r>
              <a:rPr lang="en-US" sz="3900">
                <a:solidFill>
                  <a:srgbClr val="000000"/>
                </a:solidFill>
                <a:latin typeface="무궁화 고딕"/>
                <a:ea typeface="무궁화 고딕"/>
                <a:cs typeface="무궁화 고딕"/>
                <a:sym typeface="무궁화 고딕"/>
              </a:rPr>
              <a:t>삼월 삼십 삼일 세시 삼십 삼분 삼십 삼초에 쉰 세살 김식사씨네 시내 스시식당에</a:t>
            </a:r>
          </a:p>
          <a:p>
            <a:pPr algn="ctr">
              <a:lnSpc>
                <a:spcPts val="4680"/>
              </a:lnSpc>
            </a:pPr>
            <a:r>
              <a:rPr lang="en-US" sz="3900">
                <a:solidFill>
                  <a:srgbClr val="000000"/>
                </a:solidFill>
                <a:latin typeface="무궁화 고딕"/>
                <a:ea typeface="무궁화 고딕"/>
                <a:cs typeface="무궁화 고딕"/>
                <a:sym typeface="무궁화 고딕"/>
              </a:rPr>
              <a:t>식사하러 가서 싱싱한 샥스핀 스시와 삼색샤시참치스시를 살사소스와 슥슥삭삭 샅샅이 비빈 것과 스위스산 소세지를 샤샤샥 싹쓸어 입속에 쑤셔넣어 살며시 삼키고 스산한</a:t>
            </a:r>
          </a:p>
          <a:p>
            <a:pPr algn="ctr">
              <a:lnSpc>
                <a:spcPts val="4680"/>
              </a:lnSpc>
            </a:pPr>
            <a:r>
              <a:rPr lang="en-US" sz="3900">
                <a:solidFill>
                  <a:srgbClr val="000000"/>
                </a:solidFill>
                <a:latin typeface="무궁화 고딕"/>
                <a:ea typeface="무궁화 고딕"/>
                <a:cs typeface="무궁화 고딕"/>
                <a:sym typeface="무궁화 고딕"/>
              </a:rPr>
              <a:t>새벽 세시 삼십 삼분 삼십 삼초에 산림 숲속으로 사라졌다.</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FFAEF"/>
        </a:solidFill>
      </p:bgPr>
    </p:bg>
    <p:spTree>
      <p:nvGrpSpPr>
        <p:cNvPr id="1" name=""/>
        <p:cNvGrpSpPr/>
        <p:nvPr/>
      </p:nvGrpSpPr>
      <p:grpSpPr>
        <a:xfrm>
          <a:off x="0" y="0"/>
          <a:ext cx="0" cy="0"/>
          <a:chOff x="0" y="0"/>
          <a:chExt cx="0" cy="0"/>
        </a:xfrm>
      </p:grpSpPr>
      <p:pic>
        <p:nvPicPr>
          <p:cNvPr name="Picture 2" id="2"/>
          <p:cNvPicPr>
            <a:picLocks noChangeAspect="true"/>
          </p:cNvPicPr>
          <p:nvPr/>
        </p:nvPicPr>
        <p:blipFill>
          <a:blip r:embed="rId2"/>
          <a:srcRect l="0" t="0" r="0" b="0"/>
          <a:stretch>
            <a:fillRect/>
          </a:stretch>
        </p:blipFill>
        <p:spPr>
          <a:xfrm flipH="false" flipV="false" rot="-7408585">
            <a:off x="4499355" y="-533795"/>
            <a:ext cx="9289290" cy="10369815"/>
          </a:xfrm>
          <a:prstGeom prst="rect">
            <a:avLst/>
          </a:prstGeom>
        </p:spPr>
      </p:pic>
      <p:sp>
        <p:nvSpPr>
          <p:cNvPr name="TextBox 3" id="3"/>
          <p:cNvSpPr txBox="true"/>
          <p:nvPr/>
        </p:nvSpPr>
        <p:spPr>
          <a:xfrm rot="0">
            <a:off x="4421807" y="4181475"/>
            <a:ext cx="9444385" cy="1914525"/>
          </a:xfrm>
          <a:prstGeom prst="rect">
            <a:avLst/>
          </a:prstGeom>
        </p:spPr>
        <p:txBody>
          <a:bodyPr anchor="t" rtlCol="false" tIns="0" lIns="0" bIns="0" rIns="0">
            <a:spAutoFit/>
          </a:bodyPr>
          <a:lstStyle/>
          <a:p>
            <a:pPr algn="ctr">
              <a:lnSpc>
                <a:spcPts val="15000"/>
              </a:lnSpc>
            </a:pPr>
            <a:r>
              <a:rPr lang="en-US" sz="12500">
                <a:solidFill>
                  <a:srgbClr val="000000"/>
                </a:solidFill>
                <a:latin typeface="무궁화 고딕"/>
                <a:ea typeface="무궁화 고딕"/>
                <a:cs typeface="무궁화 고딕"/>
                <a:sym typeface="무궁화 고딕"/>
              </a:rPr>
              <a:t>감사합니다!</a:t>
            </a:r>
          </a:p>
        </p:txBody>
      </p:sp>
      <p:pic>
        <p:nvPicPr>
          <p:cNvPr name="Picture 4" id="4"/>
          <p:cNvPicPr>
            <a:picLocks noChangeAspect="true"/>
          </p:cNvPicPr>
          <p:nvPr/>
        </p:nvPicPr>
        <p:blipFill>
          <a:blip r:embed="rId3"/>
          <a:srcRect l="62989" t="67035" r="0" b="0"/>
          <a:stretch>
            <a:fillRect/>
          </a:stretch>
        </p:blipFill>
        <p:spPr>
          <a:xfrm flipH="false" flipV="false" rot="5400000">
            <a:off x="-202103" y="6179918"/>
            <a:ext cx="4312936" cy="3841377"/>
          </a:xfrm>
          <a:prstGeom prst="rect">
            <a:avLst/>
          </a:prstGeom>
        </p:spPr>
      </p:pic>
      <p:pic>
        <p:nvPicPr>
          <p:cNvPr name="Picture 5" id="5"/>
          <p:cNvPicPr>
            <a:picLocks noChangeAspect="true"/>
          </p:cNvPicPr>
          <p:nvPr/>
        </p:nvPicPr>
        <p:blipFill>
          <a:blip r:embed="rId4"/>
          <a:srcRect l="0" t="0" r="0" b="0"/>
          <a:stretch>
            <a:fillRect/>
          </a:stretch>
        </p:blipFill>
        <p:spPr>
          <a:xfrm flipH="false" flipV="false" rot="0">
            <a:off x="11640279" y="-4239083"/>
            <a:ext cx="8152651" cy="847816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DAHH9dABFuo</dc:identifier>
  <dcterms:modified xsi:type="dcterms:W3CDTF">2011-08-01T06:04:30Z</dcterms:modified>
  <cp:revision>1</cp:revision>
  <dc:title>[Sunday Play] 잰말놀이(ppt)</dc:title>
</cp:coreProperties>
</file>