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무궁화 고딕" charset="1" panose="02020603020101020101"/>
      <p:regular r:id="rId11"/>
    </p:embeddedFont>
    <p:embeddedFont>
      <p:font typeface="무궁화 고딕 Bold" charset="1" panose="02020603020101020101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단체 눈치게임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42645" y="9822180"/>
            <a:ext cx="346013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1824045"/>
            <a:chOff x="0" y="0"/>
            <a:chExt cx="15911666" cy="243205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444634"/>
              <a:ext cx="15911666" cy="98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팀을 구성하고 손을 잡고 원을 그려 앉습니다.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0684245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99"/>
                </a:lnSpc>
              </a:pPr>
              <a:r>
                <a:rPr lang="en-US" sz="4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42395" y="7389599"/>
            <a:ext cx="6045079" cy="2609756"/>
            <a:chOff x="0" y="0"/>
            <a:chExt cx="8060105" cy="347967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438148"/>
              <a:ext cx="8060105" cy="2041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마지막 번호를 부르거나,</a:t>
              </a:r>
            </a:p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같은 번호가 겹치면 탈락!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8060105" cy="1055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99"/>
                </a:lnSpc>
              </a:pPr>
              <a:r>
                <a:rPr lang="en-US" sz="4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93094" y="3443335"/>
            <a:ext cx="8501812" cy="3400331"/>
            <a:chOff x="0" y="0"/>
            <a:chExt cx="11335749" cy="453377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38148"/>
              <a:ext cx="11335749" cy="3095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진행자의 시작 신호에 맞춰 1부터 차례로 숫자를 외치며 일어납니다.</a:t>
              </a:r>
            </a:p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팀원 전체가 동시에 일어나야 합니다!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47625"/>
              <a:ext cx="7235855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99"/>
                </a:lnSpc>
              </a:pPr>
              <a:r>
                <a:rPr lang="en-US" sz="4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단체 눈치게임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42645" y="9822180"/>
            <a:ext cx="346013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DAHH9eMx2lo</dc:identifier>
  <dcterms:modified xsi:type="dcterms:W3CDTF">2011-08-01T06:04:30Z</dcterms:modified>
  <cp:revision>1</cp:revision>
  <dc:title>[Sunday Play] 단체 눈치게임(ppt)</dc:title>
</cp:coreProperties>
</file>