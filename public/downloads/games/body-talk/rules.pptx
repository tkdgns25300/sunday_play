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slide+xml" PartName="/ppt/slides/slide3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</p:sldIdLst>
  <p:sldSz cx="18288000" cy="10287000"/>
  <p:notesSz cx="6858000" cy="9144000"/>
  <p:embeddedFontLst>
    <p:embeddedFont>
      <p:font typeface="Jua" charset="1" panose="00000000000000000000"/>
      <p:regular r:id="rId39"/>
    </p:embeddedFont>
    <p:embeddedFont>
      <p:font typeface="TDTD갬성명조" charset="1" panose="02000503000000000000"/>
      <p:regular r:id="rId40"/>
    </p:embeddedFont>
    <p:embeddedFont>
      <p:font typeface="TDTD가온" charset="1" panose="02000503000000000000"/>
      <p:regular r:id="rId4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slides/slide31.xml" Type="http://schemas.openxmlformats.org/officeDocument/2006/relationships/slide"/><Relationship Id="rId37" Target="slides/slide32.xml" Type="http://schemas.openxmlformats.org/officeDocument/2006/relationships/slide"/><Relationship Id="rId38" Target="slides/slide33.xml" Type="http://schemas.openxmlformats.org/officeDocument/2006/relationships/slide"/><Relationship Id="rId39" Target="fonts/font39.fntdata" Type="http://schemas.openxmlformats.org/officeDocument/2006/relationships/font"/><Relationship Id="rId4" Target="theme/theme1.xml" Type="http://schemas.openxmlformats.org/officeDocument/2006/relationships/theme"/><Relationship Id="rId40" Target="fonts/font40.fntdata" Type="http://schemas.openxmlformats.org/officeDocument/2006/relationships/font"/><Relationship Id="rId41" Target="fonts/font41.fntdata" Type="http://schemas.openxmlformats.org/officeDocument/2006/relationships/font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7.gif" Type="http://schemas.openxmlformats.org/officeDocument/2006/relationships/image"/><Relationship Id="rId4" Target="../media/image8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몸으로 말해요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535139" y="3578731"/>
            <a:ext cx="4173130" cy="9243409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600705"/>
            <a:ext cx="5362043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309172" y="535073"/>
            <a:ext cx="10694683" cy="2573620"/>
            <a:chOff x="0" y="0"/>
            <a:chExt cx="14259577" cy="3431493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380584"/>
              <a:ext cx="14259577" cy="20509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273"/>
                </a:lnSpc>
              </a:pPr>
              <a:r>
                <a:rPr lang="en-US" sz="4480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팀별 도전 순서를 정합니다.</a:t>
              </a:r>
            </a:p>
            <a:p>
              <a:pPr algn="l">
                <a:lnSpc>
                  <a:spcPts val="6273"/>
                </a:lnSpc>
              </a:pPr>
              <a:r>
                <a:rPr lang="en-US" sz="4480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팀 대표가 앞에 나와 제시어를 확인합니다.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171450"/>
              <a:ext cx="9574913" cy="11692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07"/>
                </a:lnSpc>
              </a:pPr>
              <a:r>
                <a:rPr lang="en-US" sz="4928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649747" y="8200435"/>
            <a:ext cx="8487123" cy="1778769"/>
            <a:chOff x="0" y="0"/>
            <a:chExt cx="11316164" cy="2371692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377534"/>
              <a:ext cx="11143161" cy="9941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284"/>
                </a:lnSpc>
              </a:pPr>
              <a:r>
                <a:rPr lang="en-US" sz="448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가장 많은 제시어를 맞춘 팀이 우승합니다.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171450"/>
              <a:ext cx="11316164" cy="11711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19"/>
                </a:lnSpc>
              </a:pPr>
              <a:r>
                <a:rPr lang="en-US" sz="4938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4621704" y="4189067"/>
            <a:ext cx="8612946" cy="2570047"/>
            <a:chOff x="0" y="0"/>
            <a:chExt cx="11483928" cy="3426730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375218"/>
              <a:ext cx="11483928" cy="205151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275"/>
                </a:lnSpc>
              </a:pPr>
              <a:r>
                <a:rPr lang="en-US" sz="4482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말 없이 몸동작으로만 표현하세요.</a:t>
              </a:r>
            </a:p>
            <a:p>
              <a:pPr algn="l">
                <a:lnSpc>
                  <a:spcPts val="6275"/>
                </a:lnSpc>
              </a:pPr>
              <a:r>
                <a:rPr lang="en-US" sz="4482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3분 안에 최대한 많은 제시어를 맞추세요!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171450"/>
              <a:ext cx="7079955" cy="116952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09"/>
                </a:lnSpc>
              </a:pPr>
              <a:r>
                <a:rPr lang="en-US" sz="4930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팀을 나눠주세요!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몸으로 말해요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원숭이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펭귄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3140295"/>
            <a:ext cx="11810151" cy="410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번지점프</a:t>
            </a:r>
          </a:p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무서워하는 슈퍼맨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세탁기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요리하는 소방관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가위바위보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줄넘기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롤러코스터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133812" y="3895725"/>
            <a:ext cx="14020375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고르곤졸라 먹는 조인성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미끄럼틀 타는 공룡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방귀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거울 보며 윙크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트림하는 선생님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라면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권투하는 할머니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축구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좀비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133812" y="3895725"/>
            <a:ext cx="14020375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매운 떡볶이 먹는 외국인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기린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965583" y="2943225"/>
            <a:ext cx="14356835" cy="410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엘리베이터에 갇힌</a:t>
            </a:r>
          </a:p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산타클로스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거북이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림보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323898" y="3895725"/>
            <a:ext cx="15640203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미용실에서 머리 망한 사람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스키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3140295"/>
            <a:ext cx="11810151" cy="410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롤러코스터에서</a:t>
            </a:r>
          </a:p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핸드폰 떨어뜨림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화장실 급한 사람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3140295"/>
            <a:ext cx="11810151" cy="410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다이어트 중</a:t>
            </a:r>
          </a:p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치킨 냄새 맡은 사람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자장가 부르는 군인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3895725"/>
            <a:ext cx="9444385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DAHGpJmo5ms</dc:identifier>
  <dcterms:modified xsi:type="dcterms:W3CDTF">2011-08-01T06:04:30Z</dcterms:modified>
  <cp:revision>1</cp:revision>
  <dc:title>[Sunday Play] 몸으로 말해요</dc:title>
</cp:coreProperties>
</file>