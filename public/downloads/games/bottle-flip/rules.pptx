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Jua" charset="1" panose="00000000000000000000"/>
      <p:regular r:id="rId11"/>
    </p:embeddedFont>
    <p:embeddedFont>
      <p:font typeface="TDTD갬성명조" charset="1" panose="02000503000000000000"/>
      <p:regular r:id="rId12"/>
    </p:embeddedFont>
    <p:embeddedFont>
      <p:font typeface="TDTD가온" charset="1" panose="02000503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물병 세우기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600705"/>
            <a:ext cx="5362043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8625065" cy="3171514"/>
            <a:chOff x="0" y="0"/>
            <a:chExt cx="11500087" cy="422868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86214"/>
              <a:ext cx="11500087" cy="28424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39"/>
                </a:lnSpc>
              </a:pPr>
              <a:r>
                <a:rPr lang="en-US" sz="40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팀을 나누고, 각 팀에 물이 ⅓ 들어있는 500ml 물병을 1개씩 배분합니다. </a:t>
              </a:r>
            </a:p>
            <a:p>
              <a:pPr algn="l">
                <a:lnSpc>
                  <a:spcPts val="5739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61925"/>
              <a:ext cx="10684245" cy="11110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10"/>
                </a:lnSpc>
              </a:pPr>
              <a:r>
                <a:rPr lang="en-US" sz="4700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97745" y="7419270"/>
            <a:ext cx="8552074" cy="3166651"/>
            <a:chOff x="0" y="0"/>
            <a:chExt cx="11402765" cy="422220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79728"/>
              <a:ext cx="11402765" cy="2842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39"/>
                </a:lnSpc>
              </a:pPr>
              <a:r>
                <a:rPr lang="en-US" sz="40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전원이</a:t>
              </a:r>
              <a:r>
                <a:rPr lang="en-US" sz="40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한 번씩 도전하면 1라운드 종료.                                                  </a:t>
              </a:r>
            </a:p>
            <a:p>
              <a:pPr algn="l">
                <a:lnSpc>
                  <a:spcPts val="5739"/>
                </a:lnSpc>
              </a:pPr>
              <a:r>
                <a:rPr lang="en-US" sz="40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3라운드 반복 후 누적 점수가 높은 팀이 우승!</a:t>
              </a:r>
            </a:p>
            <a:p>
              <a:pPr algn="l">
                <a:lnSpc>
                  <a:spcPts val="5739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61925"/>
              <a:ext cx="11402765" cy="11110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09"/>
                </a:lnSpc>
              </a:pPr>
              <a:r>
                <a:rPr lang="en-US" sz="4699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700752" y="3939905"/>
            <a:ext cx="10466970" cy="2442750"/>
            <a:chOff x="0" y="0"/>
            <a:chExt cx="13955960" cy="325700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79728"/>
              <a:ext cx="13955960" cy="18772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39"/>
                </a:lnSpc>
              </a:pPr>
              <a:r>
                <a:rPr lang="en-US" sz="40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팀원</a:t>
              </a:r>
              <a:r>
                <a:rPr lang="en-US" sz="40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이 차례대로 나와 물병을 한 바퀴 돌려 던집니다.                                           </a:t>
              </a:r>
            </a:p>
            <a:p>
              <a:pPr algn="l">
                <a:lnSpc>
                  <a:spcPts val="5739"/>
                </a:lnSpc>
              </a:pPr>
              <a:r>
                <a:rPr lang="en-US" sz="40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물병이 바닥에 똑바로 서면 1점!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61925"/>
              <a:ext cx="10551700" cy="11110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10"/>
                </a:lnSpc>
              </a:pPr>
              <a:r>
                <a:rPr lang="en-US" sz="4700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물병 세우기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3895725"/>
            <a:ext cx="9444385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DAHFJCOUrAs</dc:identifier>
  <dcterms:modified xsi:type="dcterms:W3CDTF">2011-08-01T06:04:30Z</dcterms:modified>
  <cp:revision>1</cp:revision>
  <dc:title>[Sunday Play] 물병 세우기</dc:title>
</cp:coreProperties>
</file>