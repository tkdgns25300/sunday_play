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무궁화 고딕" charset="1" panose="02020603020101020101"/>
      <p:regular r:id="rId39"/>
    </p:embeddedFont>
    <p:embeddedFont>
      <p:font typeface="무궁화 고딕 Bold" charset="1" panose="02020603020101020101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몸으로 말해요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60066" y="9822180"/>
            <a:ext cx="4442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406534"/>
            <a:chOff x="0" y="0"/>
            <a:chExt cx="14259577" cy="32087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425957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 도전 순서를 정합니다.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 대표가 앞에 나와 제시어를 확인합니다.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9747" y="8200435"/>
            <a:ext cx="8487123" cy="1681352"/>
            <a:chOff x="0" y="0"/>
            <a:chExt cx="11316164" cy="22418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11143161" cy="868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60"/>
                </a:lnSpc>
              </a:pPr>
              <a:r>
                <a:rPr lang="en-US" sz="39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많은 제시어를 맞춘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316164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4189067"/>
            <a:ext cx="8612946" cy="2402261"/>
            <a:chOff x="0" y="0"/>
            <a:chExt cx="11483928" cy="32030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1483928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말 없이 몸동작으로만 표현하세요.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3분 안에 최대한 많은 제시어를 맞추세요!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079955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몸으로 말해요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60066" y="9822180"/>
            <a:ext cx="4442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원숭이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펭귄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번지점프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무서워하는 슈퍼맨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세탁기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요리하는 소방관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가위바위보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줄넘기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롤러코스터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3812" y="4243387"/>
            <a:ext cx="14020375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0"/>
              </a:lnSpc>
            </a:pPr>
            <a:r>
              <a:rPr lang="en-US" sz="11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고르곤졸라 먹는 조인성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416645"/>
            <a:ext cx="1181015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미끄럼틀 타는 공룡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방귀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거울 보며 윙크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트림하는 선생님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라면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권투하는 할머니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축구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좀비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3812" y="4267200"/>
            <a:ext cx="14020375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0"/>
              </a:lnSpc>
            </a:pPr>
            <a:r>
              <a:rPr lang="en-US" sz="11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매운 떡볶이 먹는 외국인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기린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65583" y="3228975"/>
            <a:ext cx="14356835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엘리베이터에 갇힌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산타클로스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거북이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림보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3898" y="4252913"/>
            <a:ext cx="15640203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20"/>
              </a:lnSpc>
            </a:pPr>
            <a:r>
              <a:rPr lang="en-US" sz="116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미용실에서 머리 망한 사람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롤러코스터에서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핸드폰 떨어뜨림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화장실 급한 사람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549870"/>
            <a:ext cx="11810151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0"/>
              </a:lnSpc>
            </a:pPr>
            <a:r>
              <a:rPr lang="en-US" sz="11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다이어트 중</a:t>
            </a:r>
          </a:p>
          <a:p>
            <a:pPr algn="ctr">
              <a:lnSpc>
                <a:spcPts val="14040"/>
              </a:lnSpc>
            </a:pPr>
            <a:r>
              <a:rPr lang="en-US" sz="117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치킨 냄새 맡은 사람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411883"/>
            <a:ext cx="11810151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20"/>
              </a:lnSpc>
            </a:pPr>
            <a:r>
              <a:rPr lang="en-US" sz="12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자장가 부르는 군인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DAHH23GvrU4</dc:identifier>
  <dcterms:modified xsi:type="dcterms:W3CDTF">2011-08-01T06:04:30Z</dcterms:modified>
  <cp:revision>1</cp:revision>
  <dc:title>[Sunday Play] 몸으로 말해요(ppt)</dc:title>
</cp:coreProperties>
</file>