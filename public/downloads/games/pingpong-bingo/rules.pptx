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Jua" charset="1" panose="00000000000000000000"/>
      <p:regular r:id="rId11"/>
    </p:embeddedFont>
    <p:embeddedFont>
      <p:font typeface="TDTD갬성명조" charset="1" panose="02000503000000000000"/>
      <p:regular r:id="rId12"/>
    </p:embeddedFont>
    <p:embeddedFont>
      <p:font typeface="TDTD가온" charset="1" panose="02000503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탁구공 빙고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685740"/>
            <a:chOff x="0" y="0"/>
            <a:chExt cx="15911666" cy="358098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425584"/>
              <a:ext cx="15911666" cy="21554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579"/>
                </a:lnSpc>
              </a:pP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출발선에서 탁구공을 튕겨 계란판(5×5)에 넣습니다.</a:t>
              </a:r>
            </a:p>
            <a:p>
              <a:pPr algn="l">
                <a:lnSpc>
                  <a:spcPts val="6579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10684245" cy="11789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515372" y="7369547"/>
            <a:ext cx="6451786" cy="2680876"/>
            <a:chOff x="0" y="0"/>
            <a:chExt cx="8602382" cy="357450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419098"/>
              <a:ext cx="8602382" cy="21554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579"/>
                </a:lnSpc>
              </a:pP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가로,</a:t>
              </a: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세로, 대각선 빙고를</a:t>
              </a:r>
            </a:p>
            <a:p>
              <a:pPr algn="l">
                <a:lnSpc>
                  <a:spcPts val="6579"/>
                </a:lnSpc>
              </a:pP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먼저 완성한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8602382" cy="11789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725278" y="3540404"/>
            <a:ext cx="7439023" cy="3509551"/>
            <a:chOff x="0" y="0"/>
            <a:chExt cx="9918697" cy="467940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419098"/>
              <a:ext cx="9918697" cy="32603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579"/>
                </a:lnSpc>
              </a:pP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공이 들어간 칸을 체크!</a:t>
              </a:r>
            </a:p>
            <a:p>
              <a:pPr algn="l">
                <a:lnSpc>
                  <a:spcPts val="6579"/>
                </a:lnSpc>
              </a:pPr>
              <a:r>
                <a:rPr lang="en-US" sz="46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팀원이 한 명씩 번갈아 도전합니다.</a:t>
              </a:r>
            </a:p>
            <a:p>
              <a:pPr algn="l">
                <a:lnSpc>
                  <a:spcPts val="6579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235855" cy="11789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탁구공 빙고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DAHFnp-bDnU</dc:identifier>
  <dcterms:modified xsi:type="dcterms:W3CDTF">2011-08-01T06:04:30Z</dcterms:modified>
  <cp:revision>1</cp:revision>
  <dc:title>[Sunday Play] 탁구공 빙고</dc:title>
</cp:coreProperties>
</file>