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x="18288000" cy="10287000"/>
  <p:notesSz cx="6858000" cy="9144000"/>
  <p:embeddedFontLst>
    <p:embeddedFont>
      <p:font typeface="Jua" charset="1" panose="00000000000000000000"/>
      <p:regular r:id="rId41"/>
    </p:embeddedFont>
    <p:embeddedFont>
      <p:font typeface="TDTD갬성명조" charset="1" panose="02000503000000000000"/>
      <p:regular r:id="rId42"/>
    </p:embeddedFont>
    <p:embeddedFont>
      <p:font typeface="TDTD가온" charset="1" panose="02000503000000000000"/>
      <p:regular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fonts/font41.fntdata" Type="http://schemas.openxmlformats.org/officeDocument/2006/relationships/font"/><Relationship Id="rId42" Target="fonts/font42.fntdata" Type="http://schemas.openxmlformats.org/officeDocument/2006/relationships/font"/><Relationship Id="rId43" Target="fonts/font43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이구동성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17650" y="223900"/>
            <a:ext cx="8395372" cy="2942330"/>
            <a:chOff x="0" y="0"/>
            <a:chExt cx="11193829" cy="3923107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25465"/>
              <a:ext cx="11193829" cy="22976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단어의 글자 수만큼 팀원이 앞에 나와</a:t>
              </a:r>
            </a:p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한 글자씩 담당합니다.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90500"/>
              <a:ext cx="9155326" cy="13678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60"/>
                </a:lnSpc>
              </a:pPr>
              <a:r>
                <a:rPr lang="en-US" sz="581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708105" y="7208359"/>
            <a:ext cx="7419474" cy="2880337"/>
            <a:chOff x="0" y="0"/>
            <a:chExt cx="9892632" cy="3840449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42808"/>
              <a:ext cx="9798581" cy="22976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제한시간동안 가장 많은 단어를 맞춘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90500"/>
              <a:ext cx="9892632" cy="13744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8"/>
                </a:lnSpc>
              </a:pPr>
              <a:r>
                <a:rPr lang="en-US" sz="582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458462" y="3645953"/>
            <a:ext cx="7371077" cy="2939517"/>
            <a:chOff x="0" y="0"/>
            <a:chExt cx="9828103" cy="3919356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31121"/>
              <a:ext cx="9828103" cy="2288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995"/>
                </a:lnSpc>
              </a:pPr>
              <a:r>
                <a:rPr lang="en-US" sz="49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동시에 자기 글자를 외칩니다!</a:t>
              </a:r>
            </a:p>
            <a:p>
              <a:pPr algn="l">
                <a:lnSpc>
                  <a:spcPts val="6995"/>
                </a:lnSpc>
              </a:pPr>
              <a:r>
                <a:rPr lang="en-US" sz="49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나머지 팀원이 단어를 맞추세요!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90500"/>
              <a:ext cx="5178984" cy="13699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4"/>
                </a:lnSpc>
              </a:pPr>
              <a:r>
                <a:rPr lang="en-US" sz="582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이구동성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오이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바다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우유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피자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치마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호두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나비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두부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허리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모자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기러기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토마토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바나나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냉장고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자전거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비행기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운동화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소방차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동물원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수영장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대한민국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놀이공원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수학여행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할렐루야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고속도로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코카콜라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고구마빵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주일학교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동방박사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135011" y="3343275"/>
            <a:ext cx="16017978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0"/>
              </a:lnSpc>
            </a:pPr>
            <a:r>
              <a:rPr lang="en-US" sz="180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초등학교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DAHGdOlst20</dc:identifier>
  <dcterms:modified xsi:type="dcterms:W3CDTF">2011-08-01T06:04:30Z</dcterms:modified>
  <cp:revision>1</cp:revision>
  <dc:title>[Sunday Play] 이구동성</dc:title>
</cp:coreProperties>
</file>