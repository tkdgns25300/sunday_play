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무궁화 고딕" charset="1" panose="02020603020101020101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연상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62961" y="9822180"/>
            <a:ext cx="3339817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078314" cy="1702981"/>
            <a:chOff x="0" y="0"/>
            <a:chExt cx="16104419" cy="227064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90109"/>
              <a:ext cx="16104419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원형으로 앉습니다. 진행자가 첫 단어를</a:t>
              </a: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말합니다.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44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161695" y="7503133"/>
            <a:ext cx="7731536" cy="2405544"/>
            <a:chOff x="0" y="0"/>
            <a:chExt cx="10308715" cy="32073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0151114" cy="1829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5초 초과 또는</a:t>
              </a: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연관 없는 단어 = 탈락!            </a:t>
              </a:r>
            </a:p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최후의 1인이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308715" cy="1056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446501" y="3316265"/>
            <a:ext cx="9394998" cy="3108657"/>
            <a:chOff x="0" y="0"/>
            <a:chExt cx="12526665" cy="414487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4743"/>
              <a:ext cx="12526665" cy="27601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오른쪽으로 돌아가며 이전 단어와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연관된 단어를 5초 안에 말합니다.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(예: 고양이 → 방울 → 소 → 쟁기 → 농사꾼)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6898637" cy="10552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연상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62961" y="9822180"/>
            <a:ext cx="3339817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고양이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바다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축구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학교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돈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배달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연인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친구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807045"/>
            <a:ext cx="11810151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똥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DAHH22rtTqA</dc:identifier>
  <dcterms:modified xsi:type="dcterms:W3CDTF">2011-08-01T06:04:30Z</dcterms:modified>
  <cp:revision>1</cp:revision>
  <dc:title>[Sunday Play] 연상 게임(ppt)</dc:title>
</cp:coreProperties>
</file>