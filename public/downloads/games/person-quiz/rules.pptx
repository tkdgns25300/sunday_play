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slide+xml" PartName="/ppt/slides/slide66.xml"/>
  <Override ContentType="application/vnd.openxmlformats-officedocument.presentationml.slide+xml" PartName="/ppt/slides/slide67.xml"/>
  <Override ContentType="application/vnd.openxmlformats-officedocument.presentationml.slide+xml" PartName="/ppt/slides/slide68.xml"/>
  <Override ContentType="application/vnd.openxmlformats-officedocument.presentationml.slide+xml" PartName="/ppt/slides/slide69.xml"/>
  <Override ContentType="application/vnd.openxmlformats-officedocument.presentationml.slide+xml" PartName="/ppt/slides/slide70.xml"/>
  <Override ContentType="application/vnd.openxmlformats-officedocument.presentationml.slide+xml" PartName="/ppt/slides/slide71.xml"/>
  <Override ContentType="application/vnd.openxmlformats-officedocument.presentationml.slide+xml" PartName="/ppt/slides/slide72.xml"/>
  <Override ContentType="application/vnd.openxmlformats-officedocument.presentationml.slide+xml" PartName="/ppt/slides/slide73.xml"/>
  <Override ContentType="application/vnd.openxmlformats-officedocument.presentationml.slide+xml" PartName="/ppt/slides/slide74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77.xml"/>
  <Override ContentType="application/vnd.openxmlformats-officedocument.presentationml.slide+xml" PartName="/ppt/slides/slide78.xml"/>
  <Override ContentType="application/vnd.openxmlformats-officedocument.presentationml.slide+xml" PartName="/ppt/slides/slide79.xml"/>
  <Override ContentType="application/vnd.openxmlformats-officedocument.presentationml.slide+xml" PartName="/ppt/slides/slide80.xml"/>
  <Override ContentType="application/vnd.openxmlformats-officedocument.presentationml.slide+xml" PartName="/ppt/slides/slide81.xml"/>
  <Override ContentType="application/vnd.openxmlformats-officedocument.presentationml.slide+xml" PartName="/ppt/slides/slide82.xml"/>
  <Override ContentType="application/vnd.openxmlformats-officedocument.presentationml.slide+xml" PartName="/ppt/slides/slide83.xml"/>
  <Override ContentType="application/vnd.openxmlformats-officedocument.presentationml.slide+xml" PartName="/ppt/slides/slide84.xml"/>
  <Override ContentType="application/vnd.openxmlformats-officedocument.presentationml.slide+xml" PartName="/ppt/slides/slide85.xml"/>
  <Override ContentType="application/vnd.openxmlformats-officedocument.presentationml.slide+xml" PartName="/ppt/slides/slide86.xml"/>
  <Override ContentType="application/vnd.openxmlformats-officedocument.presentationml.slide+xml" PartName="/ppt/slides/slide87.xml"/>
  <Override ContentType="application/vnd.openxmlformats-officedocument.presentationml.slide+xml" PartName="/ppt/slides/slide88.xml"/>
  <Override ContentType="application/vnd.openxmlformats-officedocument.presentationml.slide+xml" PartName="/ppt/slides/slide89.xml"/>
  <Override ContentType="application/vnd.openxmlformats-officedocument.presentationml.slide+xml" PartName="/ppt/slides/slide90.xml"/>
  <Override ContentType="application/vnd.openxmlformats-officedocument.presentationml.slide+xml" PartName="/ppt/slides/slide91.xml"/>
  <Override ContentType="application/vnd.openxmlformats-officedocument.presentationml.slide+xml" PartName="/ppt/slides/slide92.xml"/>
  <Override ContentType="application/vnd.openxmlformats-officedocument.presentationml.slide+xml" PartName="/ppt/slides/slide93.xml"/>
  <Override ContentType="application/vnd.openxmlformats-officedocument.presentationml.slide+xml" PartName="/ppt/slides/slide94.xml"/>
  <Override ContentType="application/vnd.openxmlformats-officedocument.presentationml.slide+xml" PartName="/ppt/slides/slide95.xml"/>
  <Override ContentType="application/vnd.openxmlformats-officedocument.presentationml.slide+xml" PartName="/ppt/slides/slide96.xml"/>
  <Override ContentType="application/vnd.openxmlformats-officedocument.presentationml.slide+xml" PartName="/ppt/slides/slide97.xml"/>
  <Override ContentType="application/vnd.openxmlformats-officedocument.presentationml.slide+xml" PartName="/ppt/slides/slide98.xml"/>
  <Override ContentType="application/vnd.openxmlformats-officedocument.presentationml.slide+xml" PartName="/ppt/slides/slide99.xml"/>
  <Override ContentType="application/vnd.openxmlformats-officedocument.presentationml.slide+xml" PartName="/ppt/slides/slide100.xml"/>
  <Override ContentType="application/vnd.openxmlformats-officedocument.presentationml.slide+xml" PartName="/ppt/slides/slide101.xml"/>
  <Override ContentType="application/vnd.openxmlformats-officedocument.presentationml.slide+xml" PartName="/ppt/slides/slide102.xml"/>
  <Override ContentType="application/vnd.openxmlformats-officedocument.presentationml.slide+xml" PartName="/ppt/slides/slide103.xml"/>
  <Override ContentType="application/vnd.openxmlformats-officedocument.presentationml.slide+xml" PartName="/ppt/slides/slide104.xml"/>
  <Override ContentType="application/vnd.openxmlformats-officedocument.presentationml.slide+xml" PartName="/ppt/slides/slide10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</p:sldIdLst>
  <p:sldSz cx="18288000" cy="10287000"/>
  <p:notesSz cx="6858000" cy="9144000"/>
  <p:embeddedFontLst>
    <p:embeddedFont>
      <p:font typeface="Jua" charset="1" panose="00000000000000000000"/>
      <p:regular r:id="rId111"/>
    </p:embeddedFont>
    <p:embeddedFont>
      <p:font typeface="TDTD갬성명조" charset="1" panose="02000503000000000000"/>
      <p:regular r:id="rId112"/>
    </p:embeddedFont>
    <p:embeddedFont>
      <p:font typeface="TDTD가온" charset="1" panose="02000503000000000000"/>
      <p:regular r:id="rId1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00" Target="slides/slide95.xml" Type="http://schemas.openxmlformats.org/officeDocument/2006/relationships/slide"/><Relationship Id="rId101" Target="slides/slide96.xml" Type="http://schemas.openxmlformats.org/officeDocument/2006/relationships/slide"/><Relationship Id="rId102" Target="slides/slide97.xml" Type="http://schemas.openxmlformats.org/officeDocument/2006/relationships/slide"/><Relationship Id="rId103" Target="slides/slide98.xml" Type="http://schemas.openxmlformats.org/officeDocument/2006/relationships/slide"/><Relationship Id="rId104" Target="slides/slide99.xml" Type="http://schemas.openxmlformats.org/officeDocument/2006/relationships/slide"/><Relationship Id="rId105" Target="slides/slide100.xml" Type="http://schemas.openxmlformats.org/officeDocument/2006/relationships/slide"/><Relationship Id="rId106" Target="slides/slide101.xml" Type="http://schemas.openxmlformats.org/officeDocument/2006/relationships/slide"/><Relationship Id="rId107" Target="slides/slide102.xml" Type="http://schemas.openxmlformats.org/officeDocument/2006/relationships/slide"/><Relationship Id="rId108" Target="slides/slide103.xml" Type="http://schemas.openxmlformats.org/officeDocument/2006/relationships/slide"/><Relationship Id="rId109" Target="slides/slide104.xml" Type="http://schemas.openxmlformats.org/officeDocument/2006/relationships/slide"/><Relationship Id="rId11" Target="slides/slide6.xml" Type="http://schemas.openxmlformats.org/officeDocument/2006/relationships/slide"/><Relationship Id="rId110" Target="slides/slide105.xml" Type="http://schemas.openxmlformats.org/officeDocument/2006/relationships/slide"/><Relationship Id="rId111" Target="fonts/font111.fntdata" Type="http://schemas.openxmlformats.org/officeDocument/2006/relationships/font"/><Relationship Id="rId112" Target="fonts/font112.fntdata" Type="http://schemas.openxmlformats.org/officeDocument/2006/relationships/font"/><Relationship Id="rId113" Target="fonts/font113.fntdata" Type="http://schemas.openxmlformats.org/officeDocument/2006/relationships/font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slides/slide66.xml" Type="http://schemas.openxmlformats.org/officeDocument/2006/relationships/slide"/><Relationship Id="rId72" Target="slides/slide67.xml" Type="http://schemas.openxmlformats.org/officeDocument/2006/relationships/slide"/><Relationship Id="rId73" Target="slides/slide68.xml" Type="http://schemas.openxmlformats.org/officeDocument/2006/relationships/slide"/><Relationship Id="rId74" Target="slides/slide69.xml" Type="http://schemas.openxmlformats.org/officeDocument/2006/relationships/slide"/><Relationship Id="rId75" Target="slides/slide70.xml" Type="http://schemas.openxmlformats.org/officeDocument/2006/relationships/slide"/><Relationship Id="rId76" Target="slides/slide71.xml" Type="http://schemas.openxmlformats.org/officeDocument/2006/relationships/slide"/><Relationship Id="rId77" Target="slides/slide72.xml" Type="http://schemas.openxmlformats.org/officeDocument/2006/relationships/slide"/><Relationship Id="rId78" Target="slides/slide73.xml" Type="http://schemas.openxmlformats.org/officeDocument/2006/relationships/slide"/><Relationship Id="rId79" Target="slides/slide74.xml" Type="http://schemas.openxmlformats.org/officeDocument/2006/relationships/slide"/><Relationship Id="rId8" Target="slides/slide3.xml" Type="http://schemas.openxmlformats.org/officeDocument/2006/relationships/slide"/><Relationship Id="rId80" Target="slides/slide75.xml" Type="http://schemas.openxmlformats.org/officeDocument/2006/relationships/slide"/><Relationship Id="rId81" Target="slides/slide76.xml" Type="http://schemas.openxmlformats.org/officeDocument/2006/relationships/slide"/><Relationship Id="rId82" Target="slides/slide77.xml" Type="http://schemas.openxmlformats.org/officeDocument/2006/relationships/slide"/><Relationship Id="rId83" Target="slides/slide78.xml" Type="http://schemas.openxmlformats.org/officeDocument/2006/relationships/slide"/><Relationship Id="rId84" Target="slides/slide79.xml" Type="http://schemas.openxmlformats.org/officeDocument/2006/relationships/slide"/><Relationship Id="rId85" Target="slides/slide80.xml" Type="http://schemas.openxmlformats.org/officeDocument/2006/relationships/slide"/><Relationship Id="rId86" Target="slides/slide81.xml" Type="http://schemas.openxmlformats.org/officeDocument/2006/relationships/slide"/><Relationship Id="rId87" Target="slides/slide82.xml" Type="http://schemas.openxmlformats.org/officeDocument/2006/relationships/slide"/><Relationship Id="rId88" Target="slides/slide83.xml" Type="http://schemas.openxmlformats.org/officeDocument/2006/relationships/slide"/><Relationship Id="rId89" Target="slides/slide84.xml" Type="http://schemas.openxmlformats.org/officeDocument/2006/relationships/slide"/><Relationship Id="rId9" Target="slides/slide4.xml" Type="http://schemas.openxmlformats.org/officeDocument/2006/relationships/slide"/><Relationship Id="rId90" Target="slides/slide85.xml" Type="http://schemas.openxmlformats.org/officeDocument/2006/relationships/slide"/><Relationship Id="rId91" Target="slides/slide86.xml" Type="http://schemas.openxmlformats.org/officeDocument/2006/relationships/slide"/><Relationship Id="rId92" Target="slides/slide87.xml" Type="http://schemas.openxmlformats.org/officeDocument/2006/relationships/slide"/><Relationship Id="rId93" Target="slides/slide88.xml" Type="http://schemas.openxmlformats.org/officeDocument/2006/relationships/slide"/><Relationship Id="rId94" Target="slides/slide89.xml" Type="http://schemas.openxmlformats.org/officeDocument/2006/relationships/slide"/><Relationship Id="rId95" Target="slides/slide90.xml" Type="http://schemas.openxmlformats.org/officeDocument/2006/relationships/slide"/><Relationship Id="rId96" Target="slides/slide91.xml" Type="http://schemas.openxmlformats.org/officeDocument/2006/relationships/slide"/><Relationship Id="rId97" Target="slides/slide92.xml" Type="http://schemas.openxmlformats.org/officeDocument/2006/relationships/slide"/><Relationship Id="rId98" Target="slides/slide93.xml" Type="http://schemas.openxmlformats.org/officeDocument/2006/relationships/slide"/><Relationship Id="rId99" Target="slides/slide9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3.png" Type="http://schemas.openxmlformats.org/officeDocument/2006/relationships/imag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6.png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/Relationships>
</file>

<file path=ppt/slides/_rels/slide6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png" Type="http://schemas.openxmlformats.org/officeDocument/2006/relationships/image"/></Relationships>
</file>

<file path=ppt/slides/_rels/slide6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png" Type="http://schemas.openxmlformats.org/officeDocument/2006/relationships/image"/></Relationships>
</file>

<file path=ppt/slides/_rels/slide7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/Relationships>
</file>

<file path=ppt/slides/_rels/slide7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1.png" Type="http://schemas.openxmlformats.org/officeDocument/2006/relationships/image"/></Relationships>
</file>

<file path=ppt/slides/_rels/slide7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/Relationships>
</file>

<file path=ppt/slides/_rels/slide7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/Relationships>
</file>

<file path=ppt/slides/_rels/slide7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/Relationships>
</file>

<file path=ppt/slides/_rels/slide8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5.png" Type="http://schemas.openxmlformats.org/officeDocument/2006/relationships/image"/></Relationships>
</file>

<file path=ppt/slides/_rels/slide8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6.png" Type="http://schemas.openxmlformats.org/officeDocument/2006/relationships/image"/></Relationships>
</file>

<file path=ppt/slides/_rels/slide8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7.png" Type="http://schemas.openxmlformats.org/officeDocument/2006/relationships/image"/></Relationships>
</file>

<file path=ppt/slides/_rels/slide8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8.png" Type="http://schemas.openxmlformats.org/officeDocument/2006/relationships/image"/></Relationships>
</file>

<file path=ppt/slides/_rels/slide8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9.png" Type="http://schemas.openxmlformats.org/officeDocument/2006/relationships/image"/></Relationships>
</file>

<file path=ppt/slides/_rels/slide9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0.png" Type="http://schemas.openxmlformats.org/officeDocument/2006/relationships/image"/></Relationships>
</file>

<file path=ppt/slides/_rels/slide9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1.png" Type="http://schemas.openxmlformats.org/officeDocument/2006/relationships/image"/></Relationships>
</file>

<file path=ppt/slides/_rels/slide9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2.png" Type="http://schemas.openxmlformats.org/officeDocument/2006/relationships/image"/></Relationships>
</file>

<file path=ppt/slides/_rels/slide9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3.png" Type="http://schemas.openxmlformats.org/officeDocument/2006/relationships/image"/></Relationships>
</file>

<file path=ppt/slides/_rels/slide9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4.png" Type="http://schemas.openxmlformats.org/officeDocument/2006/relationships/image"/></Relationships>
</file>

<file path=ppt/slides/_rels/slide10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5.png" Type="http://schemas.openxmlformats.org/officeDocument/2006/relationships/image"/></Relationships>
</file>

<file path=ppt/slides/_rels/slide10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6.png" Type="http://schemas.openxmlformats.org/officeDocument/2006/relationships/image"/></Relationships>
</file>

<file path=ppt/slides/_rels/slide10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57.gif" Type="http://schemas.openxmlformats.org/officeDocument/2006/relationships/image"/><Relationship Id="rId4" Target="../media/image5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인물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2128845"/>
            <a:chOff x="0" y="0"/>
            <a:chExt cx="15911666" cy="283846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15026"/>
              <a:ext cx="15911666" cy="1223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699"/>
                </a:lnSpc>
              </a:pPr>
              <a:r>
                <a:rPr lang="en-US" sz="5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팀별로 화면을 바라보며 가로로 나란히 섭니다.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200025"/>
              <a:ext cx="10684245" cy="1406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799"/>
                </a:lnSpc>
              </a:pPr>
              <a:r>
                <a:rPr lang="en-US" sz="5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392761" y="7389599"/>
            <a:ext cx="6694713" cy="2123982"/>
            <a:chOff x="0" y="0"/>
            <a:chExt cx="8926284" cy="283197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608541"/>
              <a:ext cx="8785636" cy="12234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699"/>
                </a:lnSpc>
              </a:pPr>
              <a:r>
                <a:rPr lang="en-US" sz="5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끝까지 살아남은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200025"/>
              <a:ext cx="8926284" cy="1406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799"/>
                </a:lnSpc>
              </a:pPr>
              <a:r>
                <a:rPr lang="en-US" sz="5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842108" y="3549613"/>
            <a:ext cx="8802602" cy="4067082"/>
            <a:chOff x="0" y="0"/>
            <a:chExt cx="11736802" cy="542277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08540"/>
              <a:ext cx="11736802" cy="38142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699"/>
                </a:lnSpc>
              </a:pPr>
              <a:r>
                <a:rPr lang="en-US" sz="5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한 명씩 인물 사진이 나타납니다.</a:t>
              </a:r>
            </a:p>
            <a:p>
              <a:pPr algn="l">
                <a:lnSpc>
                  <a:spcPts val="7699"/>
                </a:lnSpc>
              </a:pPr>
              <a:r>
                <a:rPr lang="en-US" sz="5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3초 안에 맞추면 성공, 틀리면 탈락!</a:t>
              </a:r>
            </a:p>
            <a:p>
              <a:pPr algn="l">
                <a:lnSpc>
                  <a:spcPts val="7699"/>
                </a:lnSpc>
              </a:pP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200025"/>
              <a:ext cx="7235855" cy="1406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799"/>
                </a:lnSpc>
              </a:pPr>
              <a:r>
                <a:rPr lang="en-US" sz="5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인물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오바마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78263" y="0"/>
            <a:ext cx="9131474" cy="10287000"/>
          </a:xfrm>
          <a:custGeom>
            <a:avLst/>
            <a:gdLst/>
            <a:ahLst/>
            <a:cxnLst/>
            <a:rect r="r" b="b" t="t" l="l"/>
            <a:pathLst>
              <a:path h="10287000" w="9131474">
                <a:moveTo>
                  <a:pt x="0" y="0"/>
                </a:moveTo>
                <a:lnTo>
                  <a:pt x="9131474" y="0"/>
                </a:lnTo>
                <a:lnTo>
                  <a:pt x="913147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추신수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3567" y="0"/>
            <a:ext cx="18301567" cy="10279380"/>
          </a:xfrm>
          <a:custGeom>
            <a:avLst/>
            <a:gdLst/>
            <a:ahLst/>
            <a:cxnLst/>
            <a:rect r="r" b="b" t="t" l="l"/>
            <a:pathLst>
              <a:path h="10279380" w="18301567">
                <a:moveTo>
                  <a:pt x="0" y="0"/>
                </a:moveTo>
                <a:lnTo>
                  <a:pt x="18301567" y="0"/>
                </a:lnTo>
                <a:lnTo>
                  <a:pt x="18301567" y="10279380"/>
                </a:lnTo>
                <a:lnTo>
                  <a:pt x="0" y="102793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모차르트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50716" y="0"/>
            <a:ext cx="8986568" cy="10287000"/>
          </a:xfrm>
          <a:custGeom>
            <a:avLst/>
            <a:gdLst/>
            <a:ahLst/>
            <a:cxnLst/>
            <a:rect r="r" b="b" t="t" l="l"/>
            <a:pathLst>
              <a:path h="10287000" w="8986568">
                <a:moveTo>
                  <a:pt x="0" y="0"/>
                </a:moveTo>
                <a:lnTo>
                  <a:pt x="8986568" y="0"/>
                </a:lnTo>
                <a:lnTo>
                  <a:pt x="898656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유재석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69426" y="0"/>
            <a:ext cx="8949148" cy="10287000"/>
          </a:xfrm>
          <a:custGeom>
            <a:avLst/>
            <a:gdLst/>
            <a:ahLst/>
            <a:cxnLst/>
            <a:rect r="r" b="b" t="t" l="l"/>
            <a:pathLst>
              <a:path h="10287000" w="8949148">
                <a:moveTo>
                  <a:pt x="0" y="0"/>
                </a:moveTo>
                <a:lnTo>
                  <a:pt x="8949148" y="0"/>
                </a:lnTo>
                <a:lnTo>
                  <a:pt x="894914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아이유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63355" y="0"/>
            <a:ext cx="7161290" cy="10301535"/>
          </a:xfrm>
          <a:custGeom>
            <a:avLst/>
            <a:gdLst/>
            <a:ahLst/>
            <a:cxnLst/>
            <a:rect r="r" b="b" t="t" l="l"/>
            <a:pathLst>
              <a:path h="10301535" w="7161290">
                <a:moveTo>
                  <a:pt x="0" y="0"/>
                </a:moveTo>
                <a:lnTo>
                  <a:pt x="7161290" y="0"/>
                </a:lnTo>
                <a:lnTo>
                  <a:pt x="7161290" y="10301535"/>
                </a:lnTo>
                <a:lnTo>
                  <a:pt x="0" y="103015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BTS 정국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이광수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송강호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988908" y="21630"/>
            <a:ext cx="8310183" cy="10243741"/>
          </a:xfrm>
          <a:custGeom>
            <a:avLst/>
            <a:gdLst/>
            <a:ahLst/>
            <a:cxnLst/>
            <a:rect r="r" b="b" t="t" l="l"/>
            <a:pathLst>
              <a:path h="10243741" w="8310183">
                <a:moveTo>
                  <a:pt x="0" y="0"/>
                </a:moveTo>
                <a:lnTo>
                  <a:pt x="8310184" y="0"/>
                </a:lnTo>
                <a:lnTo>
                  <a:pt x="8310184" y="10243740"/>
                </a:lnTo>
                <a:lnTo>
                  <a:pt x="0" y="10243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마동석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71481" y="0"/>
            <a:ext cx="7745039" cy="10287000"/>
          </a:xfrm>
          <a:custGeom>
            <a:avLst/>
            <a:gdLst/>
            <a:ahLst/>
            <a:cxnLst/>
            <a:rect r="r" b="b" t="t" l="l"/>
            <a:pathLst>
              <a:path h="10287000" w="7745039">
                <a:moveTo>
                  <a:pt x="0" y="0"/>
                </a:moveTo>
                <a:lnTo>
                  <a:pt x="7745038" y="0"/>
                </a:lnTo>
                <a:lnTo>
                  <a:pt x="774503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전지현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21235" y="0"/>
            <a:ext cx="6845531" cy="10287000"/>
          </a:xfrm>
          <a:custGeom>
            <a:avLst/>
            <a:gdLst/>
            <a:ahLst/>
            <a:cxnLst/>
            <a:rect r="r" b="b" t="t" l="l"/>
            <a:pathLst>
              <a:path h="10287000" w="6845531">
                <a:moveTo>
                  <a:pt x="0" y="0"/>
                </a:moveTo>
                <a:lnTo>
                  <a:pt x="6845530" y="0"/>
                </a:lnTo>
                <a:lnTo>
                  <a:pt x="68455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강호동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025102" y="0"/>
            <a:ext cx="8237797" cy="10287000"/>
          </a:xfrm>
          <a:custGeom>
            <a:avLst/>
            <a:gdLst/>
            <a:ahLst/>
            <a:cxnLst/>
            <a:rect r="r" b="b" t="t" l="l"/>
            <a:pathLst>
              <a:path h="10287000" w="8237797">
                <a:moveTo>
                  <a:pt x="0" y="0"/>
                </a:moveTo>
                <a:lnTo>
                  <a:pt x="8237796" y="0"/>
                </a:lnTo>
                <a:lnTo>
                  <a:pt x="823779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이병헌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098322" y="0"/>
            <a:ext cx="8091356" cy="10287000"/>
          </a:xfrm>
          <a:custGeom>
            <a:avLst/>
            <a:gdLst/>
            <a:ahLst/>
            <a:cxnLst/>
            <a:rect r="r" b="b" t="t" l="l"/>
            <a:pathLst>
              <a:path h="10287000" w="8091356">
                <a:moveTo>
                  <a:pt x="0" y="0"/>
                </a:moveTo>
                <a:lnTo>
                  <a:pt x="8091356" y="0"/>
                </a:lnTo>
                <a:lnTo>
                  <a:pt x="809135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박보영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389049" y="0"/>
            <a:ext cx="7509901" cy="10287000"/>
          </a:xfrm>
          <a:custGeom>
            <a:avLst/>
            <a:gdLst/>
            <a:ahLst/>
            <a:cxnLst/>
            <a:rect r="r" b="b" t="t" l="l"/>
            <a:pathLst>
              <a:path h="10287000" w="7509901">
                <a:moveTo>
                  <a:pt x="0" y="0"/>
                </a:moveTo>
                <a:lnTo>
                  <a:pt x="7509902" y="0"/>
                </a:lnTo>
                <a:lnTo>
                  <a:pt x="750990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수지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075554" y="17258"/>
            <a:ext cx="8136892" cy="10252484"/>
          </a:xfrm>
          <a:custGeom>
            <a:avLst/>
            <a:gdLst/>
            <a:ahLst/>
            <a:cxnLst/>
            <a:rect r="r" b="b" t="t" l="l"/>
            <a:pathLst>
              <a:path h="10252484" w="8136892">
                <a:moveTo>
                  <a:pt x="0" y="0"/>
                </a:moveTo>
                <a:lnTo>
                  <a:pt x="8136892" y="0"/>
                </a:lnTo>
                <a:lnTo>
                  <a:pt x="8136892" y="10252484"/>
                </a:lnTo>
                <a:lnTo>
                  <a:pt x="0" y="102524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공유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004350" y="20171"/>
            <a:ext cx="8279300" cy="10246658"/>
          </a:xfrm>
          <a:custGeom>
            <a:avLst/>
            <a:gdLst/>
            <a:ahLst/>
            <a:cxnLst/>
            <a:rect r="r" b="b" t="t" l="l"/>
            <a:pathLst>
              <a:path h="10246658" w="8279300">
                <a:moveTo>
                  <a:pt x="0" y="0"/>
                </a:moveTo>
                <a:lnTo>
                  <a:pt x="8279300" y="0"/>
                </a:lnTo>
                <a:lnTo>
                  <a:pt x="8279300" y="10246658"/>
                </a:lnTo>
                <a:lnTo>
                  <a:pt x="0" y="102466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짱구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819261" y="0"/>
            <a:ext cx="8649478" cy="10287000"/>
          </a:xfrm>
          <a:custGeom>
            <a:avLst/>
            <a:gdLst/>
            <a:ahLst/>
            <a:cxnLst/>
            <a:rect r="r" b="b" t="t" l="l"/>
            <a:pathLst>
              <a:path h="10287000" w="8649478">
                <a:moveTo>
                  <a:pt x="0" y="0"/>
                </a:moveTo>
                <a:lnTo>
                  <a:pt x="8649478" y="0"/>
                </a:lnTo>
                <a:lnTo>
                  <a:pt x="864947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도라에몽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23360" y="0"/>
            <a:ext cx="10241280" cy="10287000"/>
          </a:xfrm>
          <a:custGeom>
            <a:avLst/>
            <a:gdLst/>
            <a:ahLst/>
            <a:cxnLst/>
            <a:rect r="r" b="b" t="t" l="l"/>
            <a:pathLst>
              <a:path h="10287000" w="10241280">
                <a:moveTo>
                  <a:pt x="0" y="0"/>
                </a:moveTo>
                <a:lnTo>
                  <a:pt x="10241280" y="0"/>
                </a:lnTo>
                <a:lnTo>
                  <a:pt x="1024128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스파이더맨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369643" cy="10287000"/>
          </a:xfrm>
          <a:custGeom>
            <a:avLst/>
            <a:gdLst/>
            <a:ahLst/>
            <a:cxnLst/>
            <a:rect r="r" b="b" t="t" l="l"/>
            <a:pathLst>
              <a:path h="10287000" w="18369643">
                <a:moveTo>
                  <a:pt x="0" y="0"/>
                </a:moveTo>
                <a:lnTo>
                  <a:pt x="18369643" y="0"/>
                </a:lnTo>
                <a:lnTo>
                  <a:pt x="18369643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루피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970171" y="0"/>
            <a:ext cx="14347658" cy="10287000"/>
          </a:xfrm>
          <a:custGeom>
            <a:avLst/>
            <a:gdLst/>
            <a:ahLst/>
            <a:cxnLst/>
            <a:rect r="r" b="b" t="t" l="l"/>
            <a:pathLst>
              <a:path h="10287000" w="14347658">
                <a:moveTo>
                  <a:pt x="0" y="0"/>
                </a:moveTo>
                <a:lnTo>
                  <a:pt x="14347658" y="0"/>
                </a:lnTo>
                <a:lnTo>
                  <a:pt x="1434765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나루토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임영웅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21235" y="0"/>
            <a:ext cx="6845531" cy="10287000"/>
          </a:xfrm>
          <a:custGeom>
            <a:avLst/>
            <a:gdLst/>
            <a:ahLst/>
            <a:cxnLst/>
            <a:rect r="r" b="b" t="t" l="l"/>
            <a:pathLst>
              <a:path h="10287000" w="6845531">
                <a:moveTo>
                  <a:pt x="0" y="0"/>
                </a:moveTo>
                <a:lnTo>
                  <a:pt x="6845530" y="0"/>
                </a:lnTo>
                <a:lnTo>
                  <a:pt x="68455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뽀로로</a:t>
            </a:r>
          </a:p>
        </p:txBody>
      </p: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96664" y="14216"/>
            <a:ext cx="7694672" cy="10272784"/>
          </a:xfrm>
          <a:custGeom>
            <a:avLst/>
            <a:gdLst/>
            <a:ahLst/>
            <a:cxnLst/>
            <a:rect r="r" b="b" t="t" l="l"/>
            <a:pathLst>
              <a:path h="10272784" w="7694672">
                <a:moveTo>
                  <a:pt x="0" y="0"/>
                </a:moveTo>
                <a:lnTo>
                  <a:pt x="7694672" y="0"/>
                </a:lnTo>
                <a:lnTo>
                  <a:pt x="7694672" y="10272784"/>
                </a:lnTo>
                <a:lnTo>
                  <a:pt x="0" y="102727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손흥민</a:t>
            </a:r>
          </a:p>
        </p:txBody>
      </p: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024843" y="20171"/>
            <a:ext cx="8238313" cy="10246658"/>
          </a:xfrm>
          <a:custGeom>
            <a:avLst/>
            <a:gdLst/>
            <a:ahLst/>
            <a:cxnLst/>
            <a:rect r="r" b="b" t="t" l="l"/>
            <a:pathLst>
              <a:path h="10246658" w="8238313">
                <a:moveTo>
                  <a:pt x="0" y="0"/>
                </a:moveTo>
                <a:lnTo>
                  <a:pt x="8238314" y="0"/>
                </a:lnTo>
                <a:lnTo>
                  <a:pt x="8238314" y="10246658"/>
                </a:lnTo>
                <a:lnTo>
                  <a:pt x="0" y="102466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김연아</a:t>
            </a:r>
          </a:p>
        </p:txBody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21235" y="0"/>
            <a:ext cx="6845531" cy="10287000"/>
          </a:xfrm>
          <a:custGeom>
            <a:avLst/>
            <a:gdLst/>
            <a:ahLst/>
            <a:cxnLst/>
            <a:rect r="r" b="b" t="t" l="l"/>
            <a:pathLst>
              <a:path h="10287000" w="6845531">
                <a:moveTo>
                  <a:pt x="0" y="0"/>
                </a:moveTo>
                <a:lnTo>
                  <a:pt x="6845530" y="0"/>
                </a:lnTo>
                <a:lnTo>
                  <a:pt x="68455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테일러 스위프트</a:t>
            </a:r>
          </a:p>
        </p:txBody>
      </p: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60239" y="25798"/>
            <a:ext cx="7967521" cy="10261202"/>
          </a:xfrm>
          <a:custGeom>
            <a:avLst/>
            <a:gdLst/>
            <a:ahLst/>
            <a:cxnLst/>
            <a:rect r="r" b="b" t="t" l="l"/>
            <a:pathLst>
              <a:path h="10261202" w="7967521">
                <a:moveTo>
                  <a:pt x="0" y="0"/>
                </a:moveTo>
                <a:lnTo>
                  <a:pt x="7967522" y="0"/>
                </a:lnTo>
                <a:lnTo>
                  <a:pt x="7967522" y="10261202"/>
                </a:lnTo>
                <a:lnTo>
                  <a:pt x="0" y="102612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드웨인 존슨</a:t>
            </a:r>
          </a:p>
        </p:txBody>
      </p: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리오넬 메시</a:t>
            </a:r>
          </a:p>
        </p:txBody>
      </p:sp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02712" y="0"/>
            <a:ext cx="15656588" cy="10287000"/>
          </a:xfrm>
          <a:custGeom>
            <a:avLst/>
            <a:gdLst/>
            <a:ahLst/>
            <a:cxnLst/>
            <a:rect r="r" b="b" t="t" l="l"/>
            <a:pathLst>
              <a:path h="10287000" w="15656588">
                <a:moveTo>
                  <a:pt x="0" y="0"/>
                </a:moveTo>
                <a:lnTo>
                  <a:pt x="15656588" y="0"/>
                </a:lnTo>
                <a:lnTo>
                  <a:pt x="156565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크리스티아누 호날두</a:t>
            </a:r>
          </a:p>
        </p:txBody>
      </p: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35873" y="0"/>
            <a:ext cx="7216254" cy="10287000"/>
          </a:xfrm>
          <a:custGeom>
            <a:avLst/>
            <a:gdLst/>
            <a:ahLst/>
            <a:cxnLst/>
            <a:rect r="r" b="b" t="t" l="l"/>
            <a:pathLst>
              <a:path h="10287000" w="7216254">
                <a:moveTo>
                  <a:pt x="0" y="0"/>
                </a:moveTo>
                <a:lnTo>
                  <a:pt x="7216254" y="0"/>
                </a:lnTo>
                <a:lnTo>
                  <a:pt x="721625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윌 스미스</a:t>
            </a:r>
          </a:p>
        </p:txBody>
      </p:sp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62936" y="17107"/>
            <a:ext cx="7762128" cy="10269893"/>
          </a:xfrm>
          <a:custGeom>
            <a:avLst/>
            <a:gdLst/>
            <a:ahLst/>
            <a:cxnLst/>
            <a:rect r="r" b="b" t="t" l="l"/>
            <a:pathLst>
              <a:path h="10269893" w="7762128">
                <a:moveTo>
                  <a:pt x="0" y="0"/>
                </a:moveTo>
                <a:lnTo>
                  <a:pt x="7762128" y="0"/>
                </a:lnTo>
                <a:lnTo>
                  <a:pt x="7762128" y="10269893"/>
                </a:lnTo>
                <a:lnTo>
                  <a:pt x="0" y="102698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607267" y="3895725"/>
            <a:ext cx="13073467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로버트 다우니 주니어</a:t>
            </a:r>
          </a:p>
        </p:txBody>
      </p:sp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007730" y="0"/>
            <a:ext cx="14272539" cy="10287000"/>
          </a:xfrm>
          <a:custGeom>
            <a:avLst/>
            <a:gdLst/>
            <a:ahLst/>
            <a:cxnLst/>
            <a:rect r="r" b="b" t="t" l="l"/>
            <a:pathLst>
              <a:path h="10287000" w="14272539">
                <a:moveTo>
                  <a:pt x="0" y="0"/>
                </a:moveTo>
                <a:lnTo>
                  <a:pt x="14272540" y="0"/>
                </a:lnTo>
                <a:lnTo>
                  <a:pt x="1427254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마이크 타이슨</a:t>
            </a:r>
          </a:p>
        </p:txBody>
      </p:sp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잭 블랙</a:t>
            </a:r>
          </a:p>
        </p:txBody>
      </p:sp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916331" y="0"/>
            <a:ext cx="12455338" cy="10287000"/>
          </a:xfrm>
          <a:custGeom>
            <a:avLst/>
            <a:gdLst/>
            <a:ahLst/>
            <a:cxnLst/>
            <a:rect r="r" b="b" t="t" l="l"/>
            <a:pathLst>
              <a:path h="10287000" w="12455338">
                <a:moveTo>
                  <a:pt x="0" y="0"/>
                </a:moveTo>
                <a:lnTo>
                  <a:pt x="12455338" y="0"/>
                </a:lnTo>
                <a:lnTo>
                  <a:pt x="1245533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스폰지밥</a:t>
            </a:r>
          </a:p>
        </p:txBody>
      </p:sp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931305" y="0"/>
            <a:ext cx="10425390" cy="10287000"/>
          </a:xfrm>
          <a:custGeom>
            <a:avLst/>
            <a:gdLst/>
            <a:ahLst/>
            <a:cxnLst/>
            <a:rect r="r" b="b" t="t" l="l"/>
            <a:pathLst>
              <a:path h="10287000" w="10425390">
                <a:moveTo>
                  <a:pt x="0" y="0"/>
                </a:moveTo>
                <a:lnTo>
                  <a:pt x="10425390" y="0"/>
                </a:lnTo>
                <a:lnTo>
                  <a:pt x="104253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피카츄</a:t>
            </a:r>
          </a:p>
        </p:txBody>
      </p:sp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58414" y="0"/>
            <a:ext cx="9971171" cy="10287000"/>
          </a:xfrm>
          <a:custGeom>
            <a:avLst/>
            <a:gdLst/>
            <a:ahLst/>
            <a:cxnLst/>
            <a:rect r="r" b="b" t="t" l="l"/>
            <a:pathLst>
              <a:path h="10287000" w="9971171">
                <a:moveTo>
                  <a:pt x="0" y="0"/>
                </a:moveTo>
                <a:lnTo>
                  <a:pt x="9971172" y="0"/>
                </a:lnTo>
                <a:lnTo>
                  <a:pt x="997117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미키마우스</a:t>
            </a:r>
          </a:p>
        </p:txBody>
      </p:sp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49976" y="0"/>
            <a:ext cx="14988048" cy="10287000"/>
          </a:xfrm>
          <a:custGeom>
            <a:avLst/>
            <a:gdLst/>
            <a:ahLst/>
            <a:cxnLst/>
            <a:rect r="r" b="b" t="t" l="l"/>
            <a:pathLst>
              <a:path h="10287000" w="14988048">
                <a:moveTo>
                  <a:pt x="0" y="0"/>
                </a:moveTo>
                <a:lnTo>
                  <a:pt x="14988048" y="0"/>
                </a:lnTo>
                <a:lnTo>
                  <a:pt x="1498804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엘사</a:t>
            </a:r>
          </a:p>
        </p:txBody>
      </p:sp>
    </p:spTree>
  </p:cSld>
  <p:clrMapOvr>
    <a:masterClrMapping/>
  </p:clrMapOvr>
</p:sld>
</file>

<file path=ppt/slides/slide7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857750" y="0"/>
            <a:ext cx="8572500" cy="10287000"/>
          </a:xfrm>
          <a:custGeom>
            <a:avLst/>
            <a:gdLst/>
            <a:ahLst/>
            <a:cxnLst/>
            <a:rect r="r" b="b" t="t" l="l"/>
            <a:pathLst>
              <a:path h="10287000" w="8572500">
                <a:moveTo>
                  <a:pt x="0" y="0"/>
                </a:moveTo>
                <a:lnTo>
                  <a:pt x="8572500" y="0"/>
                </a:lnTo>
                <a:lnTo>
                  <a:pt x="85725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토토로</a:t>
            </a:r>
          </a:p>
        </p:txBody>
      </p:sp>
    </p:spTree>
  </p:cSld>
  <p:clrMapOvr>
    <a:masterClrMapping/>
  </p:clrMapOvr>
</p:sld>
</file>

<file path=ppt/slides/slide7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코난</a:t>
            </a:r>
          </a:p>
        </p:txBody>
      </p:sp>
    </p:spTree>
  </p:cSld>
  <p:clrMapOvr>
    <a:masterClrMapping/>
  </p:clrMapOvr>
</p:sld>
</file>

<file path=ppt/slides/slide8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32165" y="0"/>
            <a:ext cx="6623670" cy="10398051"/>
          </a:xfrm>
          <a:custGeom>
            <a:avLst/>
            <a:gdLst/>
            <a:ahLst/>
            <a:cxnLst/>
            <a:rect r="r" b="b" t="t" l="l"/>
            <a:pathLst>
              <a:path h="10398051" w="6623670">
                <a:moveTo>
                  <a:pt x="0" y="0"/>
                </a:moveTo>
                <a:lnTo>
                  <a:pt x="6623670" y="0"/>
                </a:lnTo>
                <a:lnTo>
                  <a:pt x="6623670" y="10398051"/>
                </a:lnTo>
                <a:lnTo>
                  <a:pt x="0" y="103980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우디</a:t>
            </a:r>
          </a:p>
        </p:txBody>
      </p:sp>
    </p:spTree>
  </p:cSld>
  <p:clrMapOvr>
    <a:masterClrMapping/>
  </p:clrMapOvr>
</p:sld>
</file>

<file path=ppt/slides/slide8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77786" y="0"/>
            <a:ext cx="14532429" cy="10287000"/>
          </a:xfrm>
          <a:custGeom>
            <a:avLst/>
            <a:gdLst/>
            <a:ahLst/>
            <a:cxnLst/>
            <a:rect r="r" b="b" t="t" l="l"/>
            <a:pathLst>
              <a:path h="10287000" w="14532429">
                <a:moveTo>
                  <a:pt x="0" y="0"/>
                </a:moveTo>
                <a:lnTo>
                  <a:pt x="14532428" y="0"/>
                </a:lnTo>
                <a:lnTo>
                  <a:pt x="1453242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슈렉</a:t>
            </a:r>
          </a:p>
        </p:txBody>
      </p:sp>
    </p:spTree>
  </p:cSld>
  <p:clrMapOvr>
    <a:masterClrMapping/>
  </p:clrMapOvr>
</p:sld>
</file>

<file path=ppt/slides/slide8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95174" y="0"/>
            <a:ext cx="6697651" cy="10287000"/>
          </a:xfrm>
          <a:custGeom>
            <a:avLst/>
            <a:gdLst/>
            <a:ahLst/>
            <a:cxnLst/>
            <a:rect r="r" b="b" t="t" l="l"/>
            <a:pathLst>
              <a:path h="10287000" w="6697651">
                <a:moveTo>
                  <a:pt x="0" y="0"/>
                </a:moveTo>
                <a:lnTo>
                  <a:pt x="6697652" y="0"/>
                </a:lnTo>
                <a:lnTo>
                  <a:pt x="669765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배트맨</a:t>
            </a:r>
          </a:p>
        </p:txBody>
      </p:sp>
    </p:spTree>
  </p:cSld>
  <p:clrMapOvr>
    <a:masterClrMapping/>
  </p:clrMapOvr>
</p:sld>
</file>

<file path=ppt/slides/slide8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41280"/>
          </a:xfrm>
          <a:custGeom>
            <a:avLst/>
            <a:gdLst/>
            <a:ahLst/>
            <a:cxnLst/>
            <a:rect r="r" b="b" t="t" l="l"/>
            <a:pathLst>
              <a:path h="10241280" w="18288000">
                <a:moveTo>
                  <a:pt x="0" y="0"/>
                </a:moveTo>
                <a:lnTo>
                  <a:pt x="18288000" y="0"/>
                </a:lnTo>
                <a:lnTo>
                  <a:pt x="18288000" y="10241280"/>
                </a:lnTo>
                <a:lnTo>
                  <a:pt x="0" y="102412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아이언맨</a:t>
            </a:r>
          </a:p>
        </p:txBody>
      </p:sp>
    </p:spTree>
  </p:cSld>
  <p:clrMapOvr>
    <a:masterClrMapping/>
  </p:clrMapOvr>
</p:sld>
</file>

<file path=ppt/slides/slide8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62936" y="0"/>
            <a:ext cx="7762128" cy="10269893"/>
          </a:xfrm>
          <a:custGeom>
            <a:avLst/>
            <a:gdLst/>
            <a:ahLst/>
            <a:cxnLst/>
            <a:rect r="r" b="b" t="t" l="l"/>
            <a:pathLst>
              <a:path h="10269893" w="7762128">
                <a:moveTo>
                  <a:pt x="0" y="0"/>
                </a:moveTo>
                <a:lnTo>
                  <a:pt x="7762128" y="0"/>
                </a:lnTo>
                <a:lnTo>
                  <a:pt x="7762128" y="10269893"/>
                </a:lnTo>
                <a:lnTo>
                  <a:pt x="0" y="102698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김구</a:t>
            </a:r>
          </a:p>
        </p:txBody>
      </p:sp>
    </p:spTree>
  </p:cSld>
  <p:clrMapOvr>
    <a:masterClrMapping/>
  </p:clrMapOvr>
</p:sld>
</file>

<file path=ppt/slides/slide9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91340" y="0"/>
            <a:ext cx="7705320" cy="10287000"/>
          </a:xfrm>
          <a:custGeom>
            <a:avLst/>
            <a:gdLst/>
            <a:ahLst/>
            <a:cxnLst/>
            <a:rect r="r" b="b" t="t" l="l"/>
            <a:pathLst>
              <a:path h="10287000" w="7705320">
                <a:moveTo>
                  <a:pt x="0" y="0"/>
                </a:moveTo>
                <a:lnTo>
                  <a:pt x="7705320" y="0"/>
                </a:lnTo>
                <a:lnTo>
                  <a:pt x="770532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이순신</a:t>
            </a:r>
          </a:p>
        </p:txBody>
      </p:sp>
    </p:spTree>
  </p:cSld>
  <p:clrMapOvr>
    <a:masterClrMapping/>
  </p:clrMapOvr>
</p:sld>
</file>

<file path=ppt/slides/slide9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422756" y="0"/>
            <a:ext cx="7442489" cy="10287000"/>
          </a:xfrm>
          <a:custGeom>
            <a:avLst/>
            <a:gdLst/>
            <a:ahLst/>
            <a:cxnLst/>
            <a:rect r="r" b="b" t="t" l="l"/>
            <a:pathLst>
              <a:path h="10287000" w="7442489">
                <a:moveTo>
                  <a:pt x="0" y="0"/>
                </a:moveTo>
                <a:lnTo>
                  <a:pt x="7442488" y="0"/>
                </a:lnTo>
                <a:lnTo>
                  <a:pt x="74424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아인슈타인</a:t>
            </a:r>
          </a:p>
        </p:txBody>
      </p:sp>
    </p:spTree>
  </p:cSld>
  <p:clrMapOvr>
    <a:masterClrMapping/>
  </p:clrMapOvr>
</p:sld>
</file>

<file path=ppt/slides/slide9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60239" y="25798"/>
            <a:ext cx="7967521" cy="10261202"/>
          </a:xfrm>
          <a:custGeom>
            <a:avLst/>
            <a:gdLst/>
            <a:ahLst/>
            <a:cxnLst/>
            <a:rect r="r" b="b" t="t" l="l"/>
            <a:pathLst>
              <a:path h="10261202" w="7967521">
                <a:moveTo>
                  <a:pt x="0" y="0"/>
                </a:moveTo>
                <a:lnTo>
                  <a:pt x="7967522" y="0"/>
                </a:lnTo>
                <a:lnTo>
                  <a:pt x="7967522" y="10261202"/>
                </a:lnTo>
                <a:lnTo>
                  <a:pt x="0" y="102612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링컨</a:t>
            </a:r>
          </a:p>
        </p:txBody>
      </p:sp>
    </p:spTree>
  </p:cSld>
  <p:clrMapOvr>
    <a:masterClrMapping/>
  </p:clrMapOvr>
</p:sld>
</file>

<file path=ppt/slides/slide9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87462" y="0"/>
            <a:ext cx="7913077" cy="10287000"/>
          </a:xfrm>
          <a:custGeom>
            <a:avLst/>
            <a:gdLst/>
            <a:ahLst/>
            <a:cxnLst/>
            <a:rect r="r" b="b" t="t" l="l"/>
            <a:pathLst>
              <a:path h="10287000" w="7913077">
                <a:moveTo>
                  <a:pt x="0" y="0"/>
                </a:moveTo>
                <a:lnTo>
                  <a:pt x="7913076" y="0"/>
                </a:lnTo>
                <a:lnTo>
                  <a:pt x="791307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간디</a:t>
            </a:r>
          </a:p>
        </p:txBody>
      </p:sp>
    </p:spTree>
  </p:cSld>
  <p:clrMapOvr>
    <a:masterClrMapping/>
  </p:clrMapOvr>
</p:sld>
</file>

<file path=ppt/slides/slide9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212978" y="0"/>
            <a:ext cx="11862043" cy="10287000"/>
          </a:xfrm>
          <a:custGeom>
            <a:avLst/>
            <a:gdLst/>
            <a:ahLst/>
            <a:cxnLst/>
            <a:rect r="r" b="b" t="t" l="l"/>
            <a:pathLst>
              <a:path h="10287000" w="11862043">
                <a:moveTo>
                  <a:pt x="0" y="0"/>
                </a:moveTo>
                <a:lnTo>
                  <a:pt x="11862044" y="0"/>
                </a:lnTo>
                <a:lnTo>
                  <a:pt x="1186204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찰리 채플린</a:t>
            </a:r>
          </a:p>
        </p:txBody>
      </p:sp>
    </p:spTree>
  </p:cSld>
  <p:clrMapOvr>
    <a:masterClrMapping/>
  </p:clrMapOvr>
</p:sld>
</file>

<file path=ppt/slides/slide10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스티브 잡스</a:t>
            </a:r>
          </a:p>
        </p:txBody>
      </p:sp>
    </p:spTree>
  </p:cSld>
  <p:clrMapOvr>
    <a:masterClrMapping/>
  </p:clrMapOvr>
</p:sld>
</file>

<file path=ppt/slides/slide10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499978" y="-8808"/>
            <a:ext cx="7288044" cy="10295808"/>
          </a:xfrm>
          <a:custGeom>
            <a:avLst/>
            <a:gdLst/>
            <a:ahLst/>
            <a:cxnLst/>
            <a:rect r="r" b="b" t="t" l="l"/>
            <a:pathLst>
              <a:path h="10295808" w="7288044">
                <a:moveTo>
                  <a:pt x="0" y="0"/>
                </a:moveTo>
                <a:lnTo>
                  <a:pt x="7288044" y="0"/>
                </a:lnTo>
                <a:lnTo>
                  <a:pt x="7288044" y="10295808"/>
                </a:lnTo>
                <a:lnTo>
                  <a:pt x="0" y="102958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일론 머스크</a:t>
            </a:r>
          </a:p>
        </p:txBody>
      </p:sp>
    </p:spTree>
  </p:cSld>
  <p:clrMapOvr>
    <a:masterClrMapping/>
  </p:clrMapOvr>
</p:sld>
</file>

<file path=ppt/slides/slide10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DAHF2--rG8I</dc:identifier>
  <dcterms:modified xsi:type="dcterms:W3CDTF">2011-08-01T06:04:30Z</dcterms:modified>
  <cp:revision>1</cp:revision>
  <dc:title>[Sunday Play] 인물 퀴즈</dc:title>
</cp:coreProperties>
</file>