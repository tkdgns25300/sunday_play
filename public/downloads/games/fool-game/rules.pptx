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8288000" cy="10287000"/>
  <p:notesSz cx="6858000" cy="9144000"/>
  <p:embeddedFontLst>
    <p:embeddedFont>
      <p:font typeface="Jua" charset="1" panose="00000000000000000000"/>
      <p:regular r:id="rId10"/>
    </p:embeddedFont>
    <p:embeddedFont>
      <p:font typeface="TDTD갬성명조" charset="1" panose="02000503000000000000"/>
      <p:regular r:id="rId11"/>
    </p:embeddedFont>
    <p:embeddedFont>
      <p:font typeface="TDTD가온" charset="1" panose="0200050300000000000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Relationship Id="rId4" Target="../media/image7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바보 게임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2078314" cy="1779769"/>
            <a:chOff x="0" y="0"/>
            <a:chExt cx="16104419" cy="237302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80584"/>
              <a:ext cx="16104419" cy="99244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73"/>
                </a:lnSpc>
              </a:pPr>
              <a:r>
                <a:rPr lang="en-US" sz="448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원형으로 앉아 순서를</a:t>
              </a:r>
              <a:r>
                <a:rPr lang="en-US" sz="448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 정합니다.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71450"/>
              <a:ext cx="9574913" cy="11692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7"/>
                </a:lnSpc>
              </a:pPr>
              <a:r>
                <a:rPr lang="en-US" sz="4928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2507852" y="7984396"/>
            <a:ext cx="5385378" cy="1778769"/>
            <a:chOff x="0" y="0"/>
            <a:chExt cx="7180505" cy="2371692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7534"/>
              <a:ext cx="7070728" cy="9941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84"/>
                </a:lnSpc>
              </a:pPr>
              <a:r>
                <a:rPr lang="en-US" sz="448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최후의 1인이 우승!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71450"/>
              <a:ext cx="7180505" cy="1171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19"/>
                </a:lnSpc>
              </a:pPr>
              <a:r>
                <a:rPr lang="en-US" sz="4938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3834896" y="3864595"/>
            <a:ext cx="11500525" cy="2570047"/>
            <a:chOff x="0" y="0"/>
            <a:chExt cx="15334033" cy="3426730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75218"/>
              <a:ext cx="15334033" cy="20515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75"/>
                </a:lnSpc>
              </a:pPr>
              <a:r>
                <a:rPr lang="en-US" sz="4482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1초 안에 숫자를 외치면서 손가락은 다른 숫자를 펼치세요!</a:t>
              </a:r>
            </a:p>
            <a:p>
              <a:pPr algn="l">
                <a:lnSpc>
                  <a:spcPts val="6275"/>
                </a:lnSpc>
              </a:pPr>
              <a:r>
                <a:rPr lang="en-US" sz="4482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입과 손이 같으면 탈락! 앞 사람과 같은 숫자 금지! 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71450"/>
              <a:ext cx="6898637" cy="11695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9"/>
                </a:lnSpc>
              </a:pPr>
              <a:r>
                <a:rPr lang="en-US" sz="4930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바보 게임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DAHHT1p7n88</dc:identifier>
  <dcterms:modified xsi:type="dcterms:W3CDTF">2011-08-01T06:04:30Z</dcterms:modified>
  <cp:revision>1</cp:revision>
  <dc:title>[Sunday Play] 바보 게임</dc:title>
</cp:coreProperties>
</file>