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이게 뭐야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팀별 도전 순서를 정합니다.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 대표가 안대를 착용합니다.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8385" y="8032629"/>
            <a:ext cx="8086071" cy="1778769"/>
            <a:chOff x="0" y="0"/>
            <a:chExt cx="10781428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0616599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점수를 얻은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0781428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98474" y="3858476"/>
            <a:ext cx="8612946" cy="2570047"/>
            <a:chOff x="0" y="0"/>
            <a:chExt cx="11483928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1483928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20초 안에 물건을 만져서 정답을 말하세요.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못 맞추면 다음 팀이 도전!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079955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이게 뭐야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DAHGo-kFN7Y</dc:identifier>
  <dcterms:modified xsi:type="dcterms:W3CDTF">2011-08-01T06:04:30Z</dcterms:modified>
  <cp:revision>1</cp:revision>
  <dc:title>[Sunday Play] 이게 뭐야</dc:title>
</cp:coreProperties>
</file>