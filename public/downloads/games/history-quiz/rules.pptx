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x="18288000" cy="10287000"/>
  <p:notesSz cx="6858000" cy="9144000"/>
  <p:embeddedFontLst>
    <p:embeddedFont>
      <p:font typeface="Jua" charset="1" panose="00000000000000000000"/>
      <p:regular r:id="rId51"/>
    </p:embeddedFont>
    <p:embeddedFont>
      <p:font typeface="TDTD갬성명조" charset="1" panose="02000503000000000000"/>
      <p:regular r:id="rId52"/>
    </p:embeddedFont>
    <p:embeddedFont>
      <p:font typeface="TDTD가온" charset="1" panose="02000503000000000000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역사 퀴즈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7650" y="223900"/>
            <a:ext cx="10360529" cy="2056505"/>
            <a:chOff x="0" y="0"/>
            <a:chExt cx="13814039" cy="274200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625465"/>
              <a:ext cx="13814039" cy="1116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화면에 역사 문제가 나타납니다.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90500"/>
              <a:ext cx="11298371" cy="13678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60"/>
                </a:lnSpc>
              </a:pPr>
              <a:r>
                <a:rPr lang="en-US" sz="5816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7809938"/>
            <a:ext cx="9144000" cy="1994512"/>
            <a:chOff x="0" y="0"/>
            <a:chExt cx="12192000" cy="265934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542808"/>
              <a:ext cx="12076089" cy="11165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가장 많은 문제를 맞춘  팀이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90500"/>
              <a:ext cx="12192000" cy="13744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8"/>
                </a:lnSpc>
              </a:pPr>
              <a:r>
                <a:rPr lang="en-US" sz="5829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97915" y="3511566"/>
            <a:ext cx="7371077" cy="2939517"/>
            <a:chOff x="0" y="0"/>
            <a:chExt cx="9828103" cy="391935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631121"/>
              <a:ext cx="9828103" cy="2288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995"/>
                </a:lnSpc>
              </a:pPr>
              <a:r>
                <a:rPr lang="en-US" sz="4996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팀 구호(혹은 정답)를 가장 먼저</a:t>
              </a:r>
            </a:p>
            <a:p>
              <a:pPr algn="l">
                <a:lnSpc>
                  <a:spcPts val="6995"/>
                </a:lnSpc>
              </a:pPr>
              <a:r>
                <a:rPr lang="en-US" sz="4996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외친 팀에게 기회가 주어집니다.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90500"/>
              <a:ext cx="5178984" cy="13699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4"/>
                </a:lnSpc>
              </a:pPr>
              <a:r>
                <a:rPr lang="en-US" sz="5826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역사 퀴즈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4029075"/>
            <a:ext cx="16017978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한글을 만든 왕은 누구일까요?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933825"/>
            <a:ext cx="1285288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세종대왕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190875"/>
            <a:ext cx="16017978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이순신 장군이 사용한</a:t>
            </a:r>
          </a:p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배의 이름은 무엇일까요?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933825"/>
            <a:ext cx="1285288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거북선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333750"/>
            <a:ext cx="16017978" cy="337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60"/>
              </a:lnSpc>
            </a:pPr>
            <a:r>
              <a:rPr lang="en-US" sz="103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고조선을 세운 사람은</a:t>
            </a:r>
          </a:p>
          <a:p>
            <a:pPr algn="ctr">
              <a:lnSpc>
                <a:spcPts val="12360"/>
              </a:lnSpc>
            </a:pPr>
            <a:r>
              <a:rPr lang="en-US" sz="103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누구일까요?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933825"/>
            <a:ext cx="1285288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단군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190875"/>
            <a:ext cx="16017978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임진왜란이 일어난 해는</a:t>
            </a:r>
          </a:p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언제일까요?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933825"/>
            <a:ext cx="1285288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1592년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190875"/>
            <a:ext cx="16017978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광개토대왕이 다스린 나라는</a:t>
            </a:r>
          </a:p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어디일까요?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933825"/>
            <a:ext cx="1285288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고구려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019425"/>
            <a:ext cx="12852888" cy="395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6.25 전쟁이 시작된</a:t>
            </a:r>
          </a:p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해는 언제일까요?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4029075"/>
            <a:ext cx="16017978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1950년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190875"/>
            <a:ext cx="16017978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을지문덕 장군이 승리한 전투는 무엇일까요?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933825"/>
            <a:ext cx="1285288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살수대첩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190875"/>
            <a:ext cx="16017978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안중근 의사가 저격한 인물은 누구일까요?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933825"/>
            <a:ext cx="1285288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이토 히로부미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190875"/>
            <a:ext cx="16017978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1000원짜리 지폐에 있는</a:t>
            </a:r>
          </a:p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인물은 누구일까요?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933825"/>
            <a:ext cx="1285288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율곡 이이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4029075"/>
            <a:ext cx="16017978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한글날은 몇 월 며칠일까요?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933825"/>
            <a:ext cx="1285288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10월 9일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4119562"/>
            <a:ext cx="16017978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40"/>
              </a:lnSpc>
            </a:pPr>
            <a:r>
              <a:rPr lang="en-US" sz="102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우리나라 국보 1호는 무엇일까요?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933825"/>
            <a:ext cx="1285288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숭례문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4119562"/>
            <a:ext cx="16017978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40"/>
              </a:lnSpc>
            </a:pPr>
            <a:r>
              <a:rPr lang="en-US" sz="102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독도는 어느 도에 속해 있을까요?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933825"/>
            <a:ext cx="1285288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경상북도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190875"/>
            <a:ext cx="16017978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대한민국의 초대 대통령은</a:t>
            </a:r>
          </a:p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누구일까요?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933825"/>
            <a:ext cx="1285288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이승만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4029075"/>
            <a:ext cx="16017978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서울의 옛 이름은 무엇일까요?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933825"/>
            <a:ext cx="1285288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한양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190875"/>
            <a:ext cx="16017978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태극기의 네 모서리 괘를</a:t>
            </a:r>
          </a:p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뭐라고 할까요?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933825"/>
            <a:ext cx="1285288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건곤감리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190875"/>
            <a:ext cx="16017978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우리나라에서 가장 높은 산은 무엇일까요?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933825"/>
            <a:ext cx="1285288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한라산(1947m)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190875"/>
            <a:ext cx="16017978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만리장성을 처음 만든 황제는 누구일까요?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933825"/>
            <a:ext cx="1285288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진시황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190875"/>
            <a:ext cx="16017978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최초로 비행기를 만든 사람은 누구일까요?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933825"/>
            <a:ext cx="1285288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라이트 형제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190875"/>
            <a:ext cx="16017978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모나리자를 그린 화가는</a:t>
            </a:r>
          </a:p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누구일까요?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933825"/>
            <a:ext cx="1285288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레오나르도 다빈치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35011" y="3190875"/>
            <a:ext cx="16017978" cy="362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올림픽이 처음 시작된 나라는</a:t>
            </a:r>
          </a:p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어디일까요?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933825"/>
            <a:ext cx="12852888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그리스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DAHGeM0RXcQ</dc:identifier>
  <dcterms:modified xsi:type="dcterms:W3CDTF">2011-08-01T06:04:30Z</dcterms:modified>
  <cp:revision>1</cp:revision>
  <dc:title>[Sunday Play] 역사 퀴즈</dc:title>
</cp:coreProperties>
</file>