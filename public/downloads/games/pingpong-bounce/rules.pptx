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Jua" charset="1" panose="00000000000000000000"/>
      <p:regular r:id="rId10"/>
    </p:embeddedFont>
    <p:embeddedFont>
      <p:font typeface="TDTD갬성명조" charset="1" panose="02000503000000000000"/>
      <p:regular r:id="rId11"/>
    </p:embeddedFont>
    <p:embeddedFont>
      <p:font typeface="TDTD가온" charset="1" panose="0200050300000000000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Relationship Id="rId4" Target="../media/image7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3892867"/>
            <a:ext cx="1555509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탁구공 퐁당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64803" y="9812655"/>
            <a:ext cx="2637975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ⓒ 2026. Sunday Play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64034" b="46739"/>
          <a:stretch>
            <a:fillRect/>
          </a:stretch>
        </p:blipFill>
        <p:spPr>
          <a:xfrm flipH="true" flipV="false" rot="-5400000">
            <a:off x="-4815703" y="-1693918"/>
            <a:ext cx="4331879" cy="6415001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535139" y="3578731"/>
            <a:ext cx="4173130" cy="9243409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-1016799">
            <a:off x="11210747" y="-2141754"/>
            <a:ext cx="9983125" cy="8685318"/>
          </a:xfrm>
          <a:custGeom>
            <a:avLst/>
            <a:gdLst/>
            <a:ahLst/>
            <a:cxnLst/>
            <a:rect r="r" b="b" t="t" l="l"/>
            <a:pathLst>
              <a:path h="8685318" w="9983125">
                <a:moveTo>
                  <a:pt x="0" y="0"/>
                </a:moveTo>
                <a:lnTo>
                  <a:pt x="9983125" y="0"/>
                </a:lnTo>
                <a:lnTo>
                  <a:pt x="9983125" y="8685318"/>
                </a:lnTo>
                <a:lnTo>
                  <a:pt x="0" y="86853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392761" y="600705"/>
            <a:ext cx="5362043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800"/>
              </a:lnSpc>
            </a:pPr>
            <a:r>
              <a:rPr lang="en-US" sz="90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규칙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09172" y="535073"/>
            <a:ext cx="10694683" cy="2573620"/>
            <a:chOff x="0" y="0"/>
            <a:chExt cx="14259577" cy="3431493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380584"/>
              <a:ext cx="14259577" cy="20509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73"/>
                </a:lnSpc>
              </a:pPr>
              <a:r>
                <a:rPr lang="en-US" sz="4480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팀을 나누고(2~3명씩)</a:t>
              </a:r>
            </a:p>
            <a:p>
              <a:pPr algn="l">
                <a:lnSpc>
                  <a:spcPts val="6273"/>
                </a:lnSpc>
              </a:pPr>
              <a:r>
                <a:rPr lang="en-US" sz="4480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종이컵 10개를 4-3-2-1로 배치합니다.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171450"/>
              <a:ext cx="9574913" cy="11692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07"/>
                </a:lnSpc>
              </a:pPr>
              <a:r>
                <a:rPr lang="en-US" sz="4928">
                  <a:solidFill>
                    <a:srgbClr val="FFFAEF"/>
                  </a:solidFill>
                  <a:latin typeface="Jua"/>
                  <a:ea typeface="Jua"/>
                  <a:cs typeface="Jua"/>
                  <a:sym typeface="Jua"/>
                </a:rPr>
                <a:t>STEP 1.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546476" y="8305238"/>
            <a:ext cx="8487123" cy="1778769"/>
            <a:chOff x="0" y="0"/>
            <a:chExt cx="11316164" cy="2371692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377534"/>
              <a:ext cx="11143161" cy="994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84"/>
                </a:lnSpc>
              </a:pPr>
              <a:r>
                <a:rPr lang="en-US" sz="4489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가장 많은</a:t>
              </a:r>
              <a:r>
                <a:rPr lang="en-US" sz="4489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 컵을 채운 팀이 우승합니다.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171450"/>
              <a:ext cx="11316164" cy="1171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19"/>
                </a:lnSpc>
              </a:pPr>
              <a:r>
                <a:rPr lang="en-US" sz="4938">
                  <a:solidFill>
                    <a:srgbClr val="FFFAEF"/>
                  </a:solidFill>
                  <a:latin typeface="Jua"/>
                  <a:ea typeface="Jua"/>
                  <a:cs typeface="Jua"/>
                  <a:sym typeface="Jua"/>
                </a:rPr>
                <a:t>STEP 3.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621704" y="4421942"/>
            <a:ext cx="8392367" cy="2570047"/>
            <a:chOff x="0" y="0"/>
            <a:chExt cx="11189822" cy="3426730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375218"/>
              <a:ext cx="11189822" cy="20515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75"/>
                </a:lnSpc>
              </a:pPr>
              <a:r>
                <a:rPr lang="en-US" sz="4482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한 팀씩 번갈아가며 탁구공을 바운드시켜</a:t>
              </a:r>
            </a:p>
            <a:p>
              <a:pPr algn="l">
                <a:lnSpc>
                  <a:spcPts val="6275"/>
                </a:lnSpc>
              </a:pPr>
              <a:r>
                <a:rPr lang="en-US" sz="4482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종이컵에 넣으세요.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171450"/>
              <a:ext cx="6898637" cy="11695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09"/>
                </a:lnSpc>
              </a:pPr>
              <a:r>
                <a:rPr lang="en-US" sz="4930">
                  <a:solidFill>
                    <a:srgbClr val="FFFAEF"/>
                  </a:solidFill>
                  <a:latin typeface="Jua"/>
                  <a:ea typeface="Jua"/>
                  <a:cs typeface="Jua"/>
                  <a:sym typeface="Jua"/>
                </a:rPr>
                <a:t>STEP 2.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3892867"/>
            <a:ext cx="1555509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탁구공 퐁당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64803" y="9812655"/>
            <a:ext cx="2637975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ⓒ 2026. Sunday Play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-7408585">
            <a:off x="4499355" y="-533795"/>
            <a:ext cx="9289290" cy="10369815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4421807" y="3895725"/>
            <a:ext cx="9444385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감사합니다!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62989" t="67035" r="0" b="0"/>
          <a:stretch>
            <a:fillRect/>
          </a:stretch>
        </p:blipFill>
        <p:spPr>
          <a:xfrm flipH="false" flipV="false" rot="5400000">
            <a:off x="-202103" y="6179918"/>
            <a:ext cx="4312936" cy="3841377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1640279" y="-4239083"/>
            <a:ext cx="8152651" cy="84781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DAHG1HWbqTc</dc:identifier>
  <dcterms:modified xsi:type="dcterms:W3CDTF">2011-08-01T06:04:30Z</dcterms:modified>
  <cp:revision>1</cp:revision>
  <dc:title>[Sunday Play] 탁구공 퐁당</dc:title>
</cp:coreProperties>
</file>