
<file path=[Content_Types].xml><?xml version="1.0" encoding="utf-8"?>
<Types xmlns="http://schemas.openxmlformats.org/package/2006/content-types">
  <Default ContentType="application/x-fontdata" Extension="fntdata"/>
  <Default ContentType="image/gif" Extension="gif"/>
  <Default ContentType="image/jpeg" Extension="jpeg"/>
  <Default ContentType="image/png" Extension="png"/>
  <Default ContentType="application/vnd.openxmlformats-package.relationships+xml" Extension="rels"/>
  <Default ContentType="image/svg+xml" Extension="svg"/>
  <Default ContentType="application/xml" Extension="xml"/>
  <Override ContentType="application/vnd.openxmlformats-officedocument.extended-properties+xml" PartName="/docProps/app.xml"/>
  <Override ContentType="application/vnd.openxmlformats-package.core-properties+xml" PartName="/docProps/core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11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4.xml"/>
  <Override ContentType="application/vnd.openxmlformats-officedocument.presentationml.slide+xml" PartName="/ppt/slides/slide5.xml"/>
  <Override ContentType="application/vnd.openxmlformats-officedocument.presentationml.slide+xml" PartName="/ppt/slides/slide6.xml"/>
  <Override ContentType="application/vnd.openxmlformats-officedocument.presentationml.slide+xml" PartName="/ppt/slides/slide7.xml"/>
  <Override ContentType="application/vnd.openxmlformats-officedocument.presentationml.slide+xml" PartName="/ppt/slides/slide8.xml"/>
  <Override ContentType="application/vnd.openxmlformats-officedocument.presentationml.slide+xml" PartName="/ppt/slides/slide9.xml"/>
  <Override ContentType="application/vnd.openxmlformats-officedocument.presentationml.slide+xml" PartName="/ppt/slides/slide10.xml"/>
  <Override ContentType="application/vnd.openxmlformats-officedocument.presentationml.slide+xml" PartName="/ppt/slides/slide11.xml"/>
  <Override ContentType="application/vnd.openxmlformats-officedocument.presentationml.slide+xml" PartName="/ppt/slides/slide12.xml"/>
  <Override ContentType="application/vnd.openxmlformats-officedocument.presentationml.slide+xml" PartName="/ppt/slides/slide13.xml"/>
  <Override ContentType="application/vnd.openxmlformats-officedocument.presentationml.slide+xml" PartName="/ppt/slides/slide14.xml"/>
  <Override ContentType="application/vnd.openxmlformats-officedocument.presentationml.slide+xml" PartName="/ppt/slides/slide15.xml"/>
  <Override ContentType="application/vnd.openxmlformats-officedocument.presentationml.slide+xml" PartName="/ppt/slides/slide16.xml"/>
  <Override ContentType="application/vnd.openxmlformats-officedocument.presentationml.slide+xml" PartName="/ppt/slides/slide17.xml"/>
  <Override ContentType="application/vnd.openxmlformats-officedocument.presentationml.slide+xml" PartName="/ppt/slides/slide18.xml"/>
  <Override ContentType="application/vnd.openxmlformats-officedocument.presentationml.slide+xml" PartName="/ppt/slides/slide19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22.xml"/>
  <Override ContentType="application/vnd.openxmlformats-officedocument.presentationml.slide+xml" PartName="/ppt/slides/slide23.xml"/>
  <Override ContentType="application/vnd.openxmlformats-officedocument.presentationml.slide+xml" PartName="/ppt/slides/slide24.xml"/>
  <Override ContentType="application/vnd.openxmlformats-officedocument.presentationml.slide+xml" PartName="/ppt/slides/slide25.xml"/>
  <Override ContentType="application/vnd.openxmlformats-officedocument.presentationml.slide+xml" PartName="/ppt/slides/slide26.xml"/>
  <Override ContentType="application/vnd.openxmlformats-officedocument.presentationml.slide+xml" PartName="/ppt/slides/slide27.xml"/>
  <Override ContentType="application/vnd.openxmlformats-officedocument.presentationml.slide+xml" PartName="/ppt/slides/slide28.xml"/>
  <Override ContentType="application/vnd.openxmlformats-officedocument.presentationml.slide+xml" PartName="/ppt/slides/slide29.xml"/>
  <Override ContentType="application/vnd.openxmlformats-officedocument.presentationml.slide+xml" PartName="/ppt/slides/slide30.xml"/>
  <Override ContentType="application/vnd.openxmlformats-officedocument.presentationml.slide+xml" PartName="/ppt/slides/slide31.xml"/>
  <Override ContentType="application/vnd.openxmlformats-officedocument.presentationml.slide+xml" PartName="/ppt/slides/slide32.xml"/>
  <Override ContentType="application/vnd.openxmlformats-officedocument.presentationml.slide+xml" PartName="/ppt/slides/slide33.xml"/>
  <Override ContentType="application/vnd.openxmlformats-officedocument.presentationml.slide+xml" PartName="/ppt/slides/slide34.xml"/>
  <Override ContentType="application/vnd.openxmlformats-officedocument.presentationml.slide+xml" PartName="/ppt/slides/slide35.xml"/>
  <Override ContentType="application/vnd.openxmlformats-officedocument.presentationml.slide+xml" PartName="/ppt/slides/slide36.xml"/>
  <Override ContentType="application/vnd.openxmlformats-officedocument.presentationml.slide+xml" PartName="/ppt/slides/slide37.xml"/>
  <Override ContentType="application/vnd.openxmlformats-officedocument.presentationml.slide+xml" PartName="/ppt/slides/slide38.xml"/>
  <Override ContentType="application/vnd.openxmlformats-officedocument.presentationml.slide+xml" PartName="/ppt/slides/slide39.xml"/>
  <Override ContentType="application/vnd.openxmlformats-officedocument.presentationml.slide+xml" PartName="/ppt/slides/slide40.xml"/>
  <Override ContentType="application/vnd.openxmlformats-officedocument.presentationml.slide+xml" PartName="/ppt/slides/slide41.xml"/>
  <Override ContentType="application/vnd.openxmlformats-officedocument.presentationml.slide+xml" PartName="/ppt/slides/slide42.xml"/>
  <Override ContentType="application/vnd.openxmlformats-officedocument.presentationml.slide+xml" PartName="/ppt/slides/slide43.xml"/>
  <Override ContentType="application/vnd.openxmlformats-officedocument.presentationml.slide+xml" PartName="/ppt/slides/slide44.xml"/>
  <Override ContentType="application/vnd.openxmlformats-officedocument.presentationml.slide+xml" PartName="/ppt/slides/slide45.xml"/>
  <Override ContentType="application/vnd.openxmlformats-officedocument.presentationml.tableStyles+xml" PartName="/ppt/tableStyles.xml"/>
  <Override ContentType="application/vnd.openxmlformats-officedocument.theme+xml" PartName="/ppt/theme/theme1.xml"/>
  <Override ContentType="application/vnd.openxmlformats-officedocument.presentationml.viewProps+xml" PartName="/ppt/viewProps.xml"/>
</Types>
</file>

<file path=_rels/.rels><?xml version="1.0" encoding="UTF-8" standalone="yes"?><Relationships xmlns="http://schemas.openxmlformats.org/package/2006/relationships"><Relationship Id="rId1" Target="ppt/presentation.xml" Type="http://schemas.openxmlformats.org/officeDocument/2006/relationships/officeDocument"/><Relationship Id="rId2" Target="docProps/thumbnail.jpeg" Type="http://schemas.openxmlformats.org/package/2006/relationships/metadata/thumbnail"/><Relationship Id="rId3" Target="docProps/core.xml" Type="http://schemas.openxmlformats.org/package/2006/relationships/metadata/core-properties"/><Relationship Id="rId4" Target="docProps/app.xml" Type="http://schemas.openxmlformats.org/officeDocument/2006/relationships/extended-properties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embedTrueTypeFonts="true">
  <p:sldMasterIdLst>
    <p:sldMasterId id="2147483648" r:id="rId1"/>
  </p:sld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  <p:sldId id="280" r:id="rId30"/>
    <p:sldId id="281" r:id="rId31"/>
    <p:sldId id="282" r:id="rId32"/>
    <p:sldId id="283" r:id="rId33"/>
    <p:sldId id="284" r:id="rId34"/>
    <p:sldId id="285" r:id="rId35"/>
    <p:sldId id="286" r:id="rId36"/>
    <p:sldId id="287" r:id="rId37"/>
    <p:sldId id="288" r:id="rId38"/>
    <p:sldId id="289" r:id="rId39"/>
    <p:sldId id="290" r:id="rId40"/>
    <p:sldId id="291" r:id="rId41"/>
    <p:sldId id="292" r:id="rId42"/>
    <p:sldId id="293" r:id="rId43"/>
    <p:sldId id="294" r:id="rId44"/>
    <p:sldId id="295" r:id="rId45"/>
    <p:sldId id="296" r:id="rId46"/>
    <p:sldId id="297" r:id="rId47"/>
    <p:sldId id="298" r:id="rId48"/>
    <p:sldId id="299" r:id="rId49"/>
    <p:sldId id="300" r:id="rId50"/>
  </p:sldIdLst>
  <p:sldSz cx="18288000" cy="10287000"/>
  <p:notesSz cx="6858000" cy="9144000"/>
  <p:embeddedFontLst>
    <p:embeddedFont>
      <p:font typeface="무궁화 고딕" charset="1" panose="02020603020101020101"/>
      <p:regular r:id="rId51"/>
    </p:embeddedFont>
    <p:embeddedFont>
      <p:font typeface="무궁화 고딕 Bold" charset="1" panose="02020603020101020101"/>
      <p:regular r:id="rId52"/>
    </p:embeddedFont>
  </p:embeddedFont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 autoAdjust="0"/>
    <p:restoredTop sz="94622" autoAdjust="0"/>
  </p:normalViewPr>
  <p:slideViewPr>
    <p:cSldViewPr>
      <p:cViewPr varScale="1">
        <p:scale>
          <a:sx n="74" d="100"/>
          <a:sy n="74" d="100"/>
        </p:scale>
        <p:origin x="-1092" y="-90"/>
      </p:cViewPr>
      <p:guideLst>
        <p:guide orient="horz" pos="2160"/>
        <p:guide pos="2880"/>
      </p:guideLst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<Relationships xmlns="http://schemas.openxmlformats.org/package/2006/relationships"><Relationship Id="rId1" Target="slideMasters/slideMaster1.xml" Type="http://schemas.openxmlformats.org/officeDocument/2006/relationships/slideMaster"/><Relationship Id="rId10" Target="slides/slide5.xml" Type="http://schemas.openxmlformats.org/officeDocument/2006/relationships/slide"/><Relationship Id="rId11" Target="slides/slide6.xml" Type="http://schemas.openxmlformats.org/officeDocument/2006/relationships/slide"/><Relationship Id="rId12" Target="slides/slide7.xml" Type="http://schemas.openxmlformats.org/officeDocument/2006/relationships/slide"/><Relationship Id="rId13" Target="slides/slide8.xml" Type="http://schemas.openxmlformats.org/officeDocument/2006/relationships/slide"/><Relationship Id="rId14" Target="slides/slide9.xml" Type="http://schemas.openxmlformats.org/officeDocument/2006/relationships/slide"/><Relationship Id="rId15" Target="slides/slide10.xml" Type="http://schemas.openxmlformats.org/officeDocument/2006/relationships/slide"/><Relationship Id="rId16" Target="slides/slide11.xml" Type="http://schemas.openxmlformats.org/officeDocument/2006/relationships/slide"/><Relationship Id="rId17" Target="slides/slide12.xml" Type="http://schemas.openxmlformats.org/officeDocument/2006/relationships/slide"/><Relationship Id="rId18" Target="slides/slide13.xml" Type="http://schemas.openxmlformats.org/officeDocument/2006/relationships/slide"/><Relationship Id="rId19" Target="slides/slide14.xml" Type="http://schemas.openxmlformats.org/officeDocument/2006/relationships/slide"/><Relationship Id="rId2" Target="presProps.xml" Type="http://schemas.openxmlformats.org/officeDocument/2006/relationships/presProps"/><Relationship Id="rId20" Target="slides/slide15.xml" Type="http://schemas.openxmlformats.org/officeDocument/2006/relationships/slide"/><Relationship Id="rId21" Target="slides/slide16.xml" Type="http://schemas.openxmlformats.org/officeDocument/2006/relationships/slide"/><Relationship Id="rId22" Target="slides/slide17.xml" Type="http://schemas.openxmlformats.org/officeDocument/2006/relationships/slide"/><Relationship Id="rId23" Target="slides/slide18.xml" Type="http://schemas.openxmlformats.org/officeDocument/2006/relationships/slide"/><Relationship Id="rId24" Target="slides/slide19.xml" Type="http://schemas.openxmlformats.org/officeDocument/2006/relationships/slide"/><Relationship Id="rId25" Target="slides/slide20.xml" Type="http://schemas.openxmlformats.org/officeDocument/2006/relationships/slide"/><Relationship Id="rId26" Target="slides/slide21.xml" Type="http://schemas.openxmlformats.org/officeDocument/2006/relationships/slide"/><Relationship Id="rId27" Target="slides/slide22.xml" Type="http://schemas.openxmlformats.org/officeDocument/2006/relationships/slide"/><Relationship Id="rId28" Target="slides/slide23.xml" Type="http://schemas.openxmlformats.org/officeDocument/2006/relationships/slide"/><Relationship Id="rId29" Target="slides/slide24.xml" Type="http://schemas.openxmlformats.org/officeDocument/2006/relationships/slide"/><Relationship Id="rId3" Target="viewProps.xml" Type="http://schemas.openxmlformats.org/officeDocument/2006/relationships/viewProps"/><Relationship Id="rId30" Target="slides/slide25.xml" Type="http://schemas.openxmlformats.org/officeDocument/2006/relationships/slide"/><Relationship Id="rId31" Target="slides/slide26.xml" Type="http://schemas.openxmlformats.org/officeDocument/2006/relationships/slide"/><Relationship Id="rId32" Target="slides/slide27.xml" Type="http://schemas.openxmlformats.org/officeDocument/2006/relationships/slide"/><Relationship Id="rId33" Target="slides/slide28.xml" Type="http://schemas.openxmlformats.org/officeDocument/2006/relationships/slide"/><Relationship Id="rId34" Target="slides/slide29.xml" Type="http://schemas.openxmlformats.org/officeDocument/2006/relationships/slide"/><Relationship Id="rId35" Target="slides/slide30.xml" Type="http://schemas.openxmlformats.org/officeDocument/2006/relationships/slide"/><Relationship Id="rId36" Target="slides/slide31.xml" Type="http://schemas.openxmlformats.org/officeDocument/2006/relationships/slide"/><Relationship Id="rId37" Target="slides/slide32.xml" Type="http://schemas.openxmlformats.org/officeDocument/2006/relationships/slide"/><Relationship Id="rId38" Target="slides/slide33.xml" Type="http://schemas.openxmlformats.org/officeDocument/2006/relationships/slide"/><Relationship Id="rId39" Target="slides/slide34.xml" Type="http://schemas.openxmlformats.org/officeDocument/2006/relationships/slide"/><Relationship Id="rId4" Target="theme/theme1.xml" Type="http://schemas.openxmlformats.org/officeDocument/2006/relationships/theme"/><Relationship Id="rId40" Target="slides/slide35.xml" Type="http://schemas.openxmlformats.org/officeDocument/2006/relationships/slide"/><Relationship Id="rId41" Target="slides/slide36.xml" Type="http://schemas.openxmlformats.org/officeDocument/2006/relationships/slide"/><Relationship Id="rId42" Target="slides/slide37.xml" Type="http://schemas.openxmlformats.org/officeDocument/2006/relationships/slide"/><Relationship Id="rId43" Target="slides/slide38.xml" Type="http://schemas.openxmlformats.org/officeDocument/2006/relationships/slide"/><Relationship Id="rId44" Target="slides/slide39.xml" Type="http://schemas.openxmlformats.org/officeDocument/2006/relationships/slide"/><Relationship Id="rId45" Target="slides/slide40.xml" Type="http://schemas.openxmlformats.org/officeDocument/2006/relationships/slide"/><Relationship Id="rId46" Target="slides/slide41.xml" Type="http://schemas.openxmlformats.org/officeDocument/2006/relationships/slide"/><Relationship Id="rId47" Target="slides/slide42.xml" Type="http://schemas.openxmlformats.org/officeDocument/2006/relationships/slide"/><Relationship Id="rId48" Target="slides/slide43.xml" Type="http://schemas.openxmlformats.org/officeDocument/2006/relationships/slide"/><Relationship Id="rId49" Target="slides/slide44.xml" Type="http://schemas.openxmlformats.org/officeDocument/2006/relationships/slide"/><Relationship Id="rId5" Target="tableStyles.xml" Type="http://schemas.openxmlformats.org/officeDocument/2006/relationships/tableStyles"/><Relationship Id="rId50" Target="slides/slide45.xml" Type="http://schemas.openxmlformats.org/officeDocument/2006/relationships/slide"/><Relationship Id="rId51" Target="fonts/font51.fntdata" Type="http://schemas.openxmlformats.org/officeDocument/2006/relationships/font"/><Relationship Id="rId52" Target="fonts/font52.fntdata" Type="http://schemas.openxmlformats.org/officeDocument/2006/relationships/font"/><Relationship Id="rId6" Target="slides/slide1.xml" Type="http://schemas.openxmlformats.org/officeDocument/2006/relationships/slide"/><Relationship Id="rId7" Target="slides/slide2.xml" Type="http://schemas.openxmlformats.org/officeDocument/2006/relationships/slide"/><Relationship Id="rId8" Target="slides/slide3.xml" Type="http://schemas.openxmlformats.org/officeDocument/2006/relationships/slide"/><Relationship Id="rId9" Target="slides/slide4.xml" Type="http://schemas.openxmlformats.org/officeDocument/2006/relationships/slide"/></Relationships>
</file>

<file path=ppt/slideLayouts/_rels/slideLayout1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2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3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4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5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6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7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8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9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10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11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<Relationships xmlns="http://schemas.openxmlformats.org/package/2006/relationships"><Relationship Id="rId1" Target="../slideLayouts/slideLayout1.xml" Type="http://schemas.openxmlformats.org/officeDocument/2006/relationships/slideLayout"/><Relationship Id="rId10" Target="../slideLayouts/slideLayout10.xml" Type="http://schemas.openxmlformats.org/officeDocument/2006/relationships/slideLayout"/><Relationship Id="rId11" Target="../slideLayouts/slideLayout11.xml" Type="http://schemas.openxmlformats.org/officeDocument/2006/relationships/slideLayout"/><Relationship Id="rId12" Target="../theme/theme1.xml" Type="http://schemas.openxmlformats.org/officeDocument/2006/relationships/theme"/><Relationship Id="rId2" Target="../slideLayouts/slideLayout2.xml" Type="http://schemas.openxmlformats.org/officeDocument/2006/relationships/slideLayout"/><Relationship Id="rId3" Target="../slideLayouts/slideLayout3.xml" Type="http://schemas.openxmlformats.org/officeDocument/2006/relationships/slideLayout"/><Relationship Id="rId4" Target="../slideLayouts/slideLayout4.xml" Type="http://schemas.openxmlformats.org/officeDocument/2006/relationships/slideLayout"/><Relationship Id="rId5" Target="../slideLayouts/slideLayout5.xml" Type="http://schemas.openxmlformats.org/officeDocument/2006/relationships/slideLayout"/><Relationship Id="rId6" Target="../slideLayouts/slideLayout6.xml" Type="http://schemas.openxmlformats.org/officeDocument/2006/relationships/slideLayout"/><Relationship Id="rId7" Target="../slideLayouts/slideLayout7.xml" Type="http://schemas.openxmlformats.org/officeDocument/2006/relationships/slideLayout"/><Relationship Id="rId8" Target="../slideLayouts/slideLayout8.xml" Type="http://schemas.openxmlformats.org/officeDocument/2006/relationships/slideLayout"/><Relationship Id="rId9" Target="../slideLayouts/slideLayout9.xml" Type="http://schemas.openxmlformats.org/officeDocument/2006/relationships/slideLayout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media/image1.gif" Type="http://schemas.openxmlformats.org/officeDocument/2006/relationships/image"/><Relationship Id="rId3" Target="../media/image2.gif" Type="http://schemas.openxmlformats.org/officeDocument/2006/relationships/image"/></Relationships>
</file>

<file path=ppt/slides/_rels/slide2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media/image1.gif" Type="http://schemas.openxmlformats.org/officeDocument/2006/relationships/image"/><Relationship Id="rId3" Target="../media/image3.png" Type="http://schemas.openxmlformats.org/officeDocument/2006/relationships/image"/><Relationship Id="rId4" Target="../media/image4.svg" Type="http://schemas.openxmlformats.org/officeDocument/2006/relationships/image"/></Relationships>
</file>

<file path=ppt/slides/_rels/slide3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media/image5.gif" Type="http://schemas.openxmlformats.org/officeDocument/2006/relationships/image"/><Relationship Id="rId3" Target="../media/image6.gif" Type="http://schemas.openxmlformats.org/officeDocument/2006/relationships/image"/></Relationships>
</file>

<file path=ppt/slides/_rels/slide4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media/image1.gif" Type="http://schemas.openxmlformats.org/officeDocument/2006/relationships/image"/><Relationship Id="rId3" Target="../media/image2.gif" Type="http://schemas.openxmlformats.org/officeDocument/2006/relationships/image"/></Relationships>
</file>

<file path=ppt/slides/_rels/slide5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media/image5.gif" Type="http://schemas.openxmlformats.org/officeDocument/2006/relationships/image"/><Relationship Id="rId3" Target="../media/image6.gif" Type="http://schemas.openxmlformats.org/officeDocument/2006/relationships/image"/></Relationships>
</file>

<file path=ppt/slides/_rels/slide6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media/image5.gif" Type="http://schemas.openxmlformats.org/officeDocument/2006/relationships/image"/><Relationship Id="rId3" Target="../media/image6.gif" Type="http://schemas.openxmlformats.org/officeDocument/2006/relationships/image"/></Relationships>
</file>

<file path=ppt/slides/_rels/slide7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media/image5.gif" Type="http://schemas.openxmlformats.org/officeDocument/2006/relationships/image"/><Relationship Id="rId3" Target="../media/image6.gif" Type="http://schemas.openxmlformats.org/officeDocument/2006/relationships/image"/></Relationships>
</file>

<file path=ppt/slides/_rels/slide8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media/image5.gif" Type="http://schemas.openxmlformats.org/officeDocument/2006/relationships/image"/><Relationship Id="rId3" Target="../media/image6.gif" Type="http://schemas.openxmlformats.org/officeDocument/2006/relationships/image"/></Relationships>
</file>

<file path=ppt/slides/_rels/slide9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media/image5.gif" Type="http://schemas.openxmlformats.org/officeDocument/2006/relationships/image"/><Relationship Id="rId3" Target="../media/image6.gif" Type="http://schemas.openxmlformats.org/officeDocument/2006/relationships/image"/></Relationships>
</file>

<file path=ppt/slides/_rels/slide10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media/image5.gif" Type="http://schemas.openxmlformats.org/officeDocument/2006/relationships/image"/><Relationship Id="rId3" Target="../media/image6.gif" Type="http://schemas.openxmlformats.org/officeDocument/2006/relationships/image"/></Relationships>
</file>

<file path=ppt/slides/_rels/slide11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media/image5.gif" Type="http://schemas.openxmlformats.org/officeDocument/2006/relationships/image"/><Relationship Id="rId3" Target="../media/image6.gif" Type="http://schemas.openxmlformats.org/officeDocument/2006/relationships/image"/></Relationships>
</file>

<file path=ppt/slides/_rels/slide12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media/image5.gif" Type="http://schemas.openxmlformats.org/officeDocument/2006/relationships/image"/><Relationship Id="rId3" Target="../media/image6.gif" Type="http://schemas.openxmlformats.org/officeDocument/2006/relationships/image"/></Relationships>
</file>

<file path=ppt/slides/_rels/slide13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media/image5.gif" Type="http://schemas.openxmlformats.org/officeDocument/2006/relationships/image"/><Relationship Id="rId3" Target="../media/image6.gif" Type="http://schemas.openxmlformats.org/officeDocument/2006/relationships/image"/></Relationships>
</file>

<file path=ppt/slides/_rels/slide14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media/image5.gif" Type="http://schemas.openxmlformats.org/officeDocument/2006/relationships/image"/><Relationship Id="rId3" Target="../media/image6.gif" Type="http://schemas.openxmlformats.org/officeDocument/2006/relationships/image"/></Relationships>
</file>

<file path=ppt/slides/_rels/slide15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media/image5.gif" Type="http://schemas.openxmlformats.org/officeDocument/2006/relationships/image"/><Relationship Id="rId3" Target="../media/image6.gif" Type="http://schemas.openxmlformats.org/officeDocument/2006/relationships/image"/></Relationships>
</file>

<file path=ppt/slides/_rels/slide16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media/image5.gif" Type="http://schemas.openxmlformats.org/officeDocument/2006/relationships/image"/><Relationship Id="rId3" Target="../media/image6.gif" Type="http://schemas.openxmlformats.org/officeDocument/2006/relationships/image"/></Relationships>
</file>

<file path=ppt/slides/_rels/slide17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media/image5.gif" Type="http://schemas.openxmlformats.org/officeDocument/2006/relationships/image"/><Relationship Id="rId3" Target="../media/image6.gif" Type="http://schemas.openxmlformats.org/officeDocument/2006/relationships/image"/></Relationships>
</file>

<file path=ppt/slides/_rels/slide18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media/image5.gif" Type="http://schemas.openxmlformats.org/officeDocument/2006/relationships/image"/><Relationship Id="rId3" Target="../media/image6.gif" Type="http://schemas.openxmlformats.org/officeDocument/2006/relationships/image"/></Relationships>
</file>

<file path=ppt/slides/_rels/slide19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media/image5.gif" Type="http://schemas.openxmlformats.org/officeDocument/2006/relationships/image"/><Relationship Id="rId3" Target="../media/image6.gif" Type="http://schemas.openxmlformats.org/officeDocument/2006/relationships/image"/></Relationships>
</file>

<file path=ppt/slides/_rels/slide20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media/image5.gif" Type="http://schemas.openxmlformats.org/officeDocument/2006/relationships/image"/><Relationship Id="rId3" Target="../media/image6.gif" Type="http://schemas.openxmlformats.org/officeDocument/2006/relationships/image"/></Relationships>
</file>

<file path=ppt/slides/_rels/slide21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media/image5.gif" Type="http://schemas.openxmlformats.org/officeDocument/2006/relationships/image"/><Relationship Id="rId3" Target="../media/image6.gif" Type="http://schemas.openxmlformats.org/officeDocument/2006/relationships/image"/></Relationships>
</file>

<file path=ppt/slides/_rels/slide22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media/image5.gif" Type="http://schemas.openxmlformats.org/officeDocument/2006/relationships/image"/><Relationship Id="rId3" Target="../media/image6.gif" Type="http://schemas.openxmlformats.org/officeDocument/2006/relationships/image"/></Relationships>
</file>

<file path=ppt/slides/_rels/slide23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media/image5.gif" Type="http://schemas.openxmlformats.org/officeDocument/2006/relationships/image"/><Relationship Id="rId3" Target="../media/image6.gif" Type="http://schemas.openxmlformats.org/officeDocument/2006/relationships/image"/></Relationships>
</file>

<file path=ppt/slides/_rels/slide24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media/image5.gif" Type="http://schemas.openxmlformats.org/officeDocument/2006/relationships/image"/><Relationship Id="rId3" Target="../media/image6.gif" Type="http://schemas.openxmlformats.org/officeDocument/2006/relationships/image"/></Relationships>
</file>

<file path=ppt/slides/_rels/slide25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media/image5.gif" Type="http://schemas.openxmlformats.org/officeDocument/2006/relationships/image"/><Relationship Id="rId3" Target="../media/image6.gif" Type="http://schemas.openxmlformats.org/officeDocument/2006/relationships/image"/></Relationships>
</file>

<file path=ppt/slides/_rels/slide26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media/image5.gif" Type="http://schemas.openxmlformats.org/officeDocument/2006/relationships/image"/><Relationship Id="rId3" Target="../media/image6.gif" Type="http://schemas.openxmlformats.org/officeDocument/2006/relationships/image"/></Relationships>
</file>

<file path=ppt/slides/_rels/slide27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media/image5.gif" Type="http://schemas.openxmlformats.org/officeDocument/2006/relationships/image"/><Relationship Id="rId3" Target="../media/image6.gif" Type="http://schemas.openxmlformats.org/officeDocument/2006/relationships/image"/></Relationships>
</file>

<file path=ppt/slides/_rels/slide28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media/image5.gif" Type="http://schemas.openxmlformats.org/officeDocument/2006/relationships/image"/><Relationship Id="rId3" Target="../media/image6.gif" Type="http://schemas.openxmlformats.org/officeDocument/2006/relationships/image"/></Relationships>
</file>

<file path=ppt/slides/_rels/slide29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media/image5.gif" Type="http://schemas.openxmlformats.org/officeDocument/2006/relationships/image"/><Relationship Id="rId3" Target="../media/image6.gif" Type="http://schemas.openxmlformats.org/officeDocument/2006/relationships/image"/></Relationships>
</file>

<file path=ppt/slides/_rels/slide30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media/image5.gif" Type="http://schemas.openxmlformats.org/officeDocument/2006/relationships/image"/><Relationship Id="rId3" Target="../media/image6.gif" Type="http://schemas.openxmlformats.org/officeDocument/2006/relationships/image"/></Relationships>
</file>

<file path=ppt/slides/_rels/slide31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media/image5.gif" Type="http://schemas.openxmlformats.org/officeDocument/2006/relationships/image"/><Relationship Id="rId3" Target="../media/image6.gif" Type="http://schemas.openxmlformats.org/officeDocument/2006/relationships/image"/></Relationships>
</file>

<file path=ppt/slides/_rels/slide32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media/image5.gif" Type="http://schemas.openxmlformats.org/officeDocument/2006/relationships/image"/><Relationship Id="rId3" Target="../media/image6.gif" Type="http://schemas.openxmlformats.org/officeDocument/2006/relationships/image"/></Relationships>
</file>

<file path=ppt/slides/_rels/slide33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media/image5.gif" Type="http://schemas.openxmlformats.org/officeDocument/2006/relationships/image"/><Relationship Id="rId3" Target="../media/image6.gif" Type="http://schemas.openxmlformats.org/officeDocument/2006/relationships/image"/></Relationships>
</file>

<file path=ppt/slides/_rels/slide34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media/image5.gif" Type="http://schemas.openxmlformats.org/officeDocument/2006/relationships/image"/><Relationship Id="rId3" Target="../media/image6.gif" Type="http://schemas.openxmlformats.org/officeDocument/2006/relationships/image"/></Relationships>
</file>

<file path=ppt/slides/_rels/slide35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media/image5.gif" Type="http://schemas.openxmlformats.org/officeDocument/2006/relationships/image"/><Relationship Id="rId3" Target="../media/image6.gif" Type="http://schemas.openxmlformats.org/officeDocument/2006/relationships/image"/></Relationships>
</file>

<file path=ppt/slides/_rels/slide36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media/image5.gif" Type="http://schemas.openxmlformats.org/officeDocument/2006/relationships/image"/><Relationship Id="rId3" Target="../media/image6.gif" Type="http://schemas.openxmlformats.org/officeDocument/2006/relationships/image"/></Relationships>
</file>

<file path=ppt/slides/_rels/slide37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media/image5.gif" Type="http://schemas.openxmlformats.org/officeDocument/2006/relationships/image"/><Relationship Id="rId3" Target="../media/image6.gif" Type="http://schemas.openxmlformats.org/officeDocument/2006/relationships/image"/></Relationships>
</file>

<file path=ppt/slides/_rels/slide38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media/image5.gif" Type="http://schemas.openxmlformats.org/officeDocument/2006/relationships/image"/><Relationship Id="rId3" Target="../media/image6.gif" Type="http://schemas.openxmlformats.org/officeDocument/2006/relationships/image"/></Relationships>
</file>

<file path=ppt/slides/_rels/slide39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media/image5.gif" Type="http://schemas.openxmlformats.org/officeDocument/2006/relationships/image"/><Relationship Id="rId3" Target="../media/image6.gif" Type="http://schemas.openxmlformats.org/officeDocument/2006/relationships/image"/></Relationships>
</file>

<file path=ppt/slides/_rels/slide40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media/image5.gif" Type="http://schemas.openxmlformats.org/officeDocument/2006/relationships/image"/><Relationship Id="rId3" Target="../media/image6.gif" Type="http://schemas.openxmlformats.org/officeDocument/2006/relationships/image"/></Relationships>
</file>

<file path=ppt/slides/_rels/slide41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media/image5.gif" Type="http://schemas.openxmlformats.org/officeDocument/2006/relationships/image"/><Relationship Id="rId3" Target="../media/image6.gif" Type="http://schemas.openxmlformats.org/officeDocument/2006/relationships/image"/></Relationships>
</file>

<file path=ppt/slides/_rels/slide42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media/image5.gif" Type="http://schemas.openxmlformats.org/officeDocument/2006/relationships/image"/><Relationship Id="rId3" Target="../media/image6.gif" Type="http://schemas.openxmlformats.org/officeDocument/2006/relationships/image"/></Relationships>
</file>

<file path=ppt/slides/_rels/slide43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media/image5.gif" Type="http://schemas.openxmlformats.org/officeDocument/2006/relationships/image"/><Relationship Id="rId3" Target="../media/image6.gif" Type="http://schemas.openxmlformats.org/officeDocument/2006/relationships/image"/></Relationships>
</file>

<file path=ppt/slides/_rels/slide44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media/image5.gif" Type="http://schemas.openxmlformats.org/officeDocument/2006/relationships/image"/><Relationship Id="rId3" Target="../media/image6.gif" Type="http://schemas.openxmlformats.org/officeDocument/2006/relationships/image"/></Relationships>
</file>

<file path=ppt/slides/_rels/slide45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media/image5.gif" Type="http://schemas.openxmlformats.org/officeDocument/2006/relationships/image"/><Relationship Id="rId3" Target="../media/image7.gif" Type="http://schemas.openxmlformats.org/officeDocument/2006/relationships/image"/><Relationship Id="rId4" Target="../media/image8.gif" Type="http://schemas.openxmlformats.org/officeDocument/2006/relationships/image"/></Relationships>
</file>

<file path=ppt/slides/slide1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bg>
      <p:bgPr>
        <a:solidFill>
          <a:srgbClr val="7D8AA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name="Picture 2" id="2"/>
          <p:cNvPicPr>
            <a:picLocks noChangeAspect="true"/>
          </p:cNvPicPr>
          <p:nvPr/>
        </p:nvPicPr>
        <p:blipFill>
          <a:blip r:embed="rId2"/>
          <a:srcRect l="64771" t="21970" r="0" b="0"/>
          <a:stretch>
            <a:fillRect/>
          </a:stretch>
        </p:blipFill>
        <p:spPr>
          <a:xfrm flipH="false" flipV="false" rot="5400000">
            <a:off x="2310738" y="4172522"/>
            <a:ext cx="3803740" cy="8425216"/>
          </a:xfrm>
          <a:prstGeom prst="rect">
            <a:avLst/>
          </a:prstGeom>
        </p:spPr>
      </p:pic>
      <p:pic>
        <p:nvPicPr>
          <p:cNvPr name="Picture 3" id="3"/>
          <p:cNvPicPr>
            <a:picLocks noChangeAspect="true"/>
          </p:cNvPicPr>
          <p:nvPr/>
        </p:nvPicPr>
        <p:blipFill>
          <a:blip r:embed="rId3"/>
          <a:srcRect l="0" t="0" r="0" b="0"/>
          <a:stretch>
            <a:fillRect/>
          </a:stretch>
        </p:blipFill>
        <p:spPr>
          <a:xfrm flipH="false" flipV="false" rot="-7094170">
            <a:off x="14148180" y="-2590072"/>
            <a:ext cx="7036829" cy="7237544"/>
          </a:xfrm>
          <a:prstGeom prst="rect">
            <a:avLst/>
          </a:prstGeom>
        </p:spPr>
      </p:pic>
      <p:sp>
        <p:nvSpPr>
          <p:cNvPr name="TextBox 4" id="4"/>
          <p:cNvSpPr txBox="true"/>
          <p:nvPr/>
        </p:nvSpPr>
        <p:spPr>
          <a:xfrm rot="0">
            <a:off x="1028700" y="4178617"/>
            <a:ext cx="15555091" cy="191452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15000"/>
              </a:lnSpc>
            </a:pPr>
            <a:r>
              <a:rPr lang="en-US" sz="12500">
                <a:solidFill>
                  <a:srgbClr val="FFFAEF"/>
                </a:solidFill>
                <a:latin typeface="무궁화 고딕"/>
                <a:ea typeface="무궁화 고딕"/>
                <a:cs typeface="무궁화 고딕"/>
                <a:sym typeface="무궁화 고딕"/>
              </a:rPr>
              <a:t>역사 퀴즈</a:t>
            </a:r>
          </a:p>
        </p:txBody>
      </p:sp>
      <p:sp>
        <p:nvSpPr>
          <p:cNvPr name="TextBox 5" id="5"/>
          <p:cNvSpPr txBox="true"/>
          <p:nvPr/>
        </p:nvSpPr>
        <p:spPr>
          <a:xfrm rot="0">
            <a:off x="14743435" y="9822180"/>
            <a:ext cx="3159344" cy="46482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r">
              <a:lnSpc>
                <a:spcPts val="3779"/>
              </a:lnSpc>
              <a:spcBef>
                <a:spcPct val="0"/>
              </a:spcBef>
            </a:pPr>
            <a:r>
              <a:rPr lang="en-US" sz="2700" spc="-135">
                <a:solidFill>
                  <a:srgbClr val="FFFFFF"/>
                </a:solidFill>
                <a:latin typeface="무궁화 고딕"/>
                <a:ea typeface="무궁화 고딕"/>
                <a:cs typeface="무궁화 고딕"/>
                <a:sym typeface="무궁화 고딕"/>
              </a:rPr>
              <a:t>ⓒ 2026. Sunday Play</a:t>
            </a:r>
          </a:p>
        </p:txBody>
      </p:sp>
    </p:spTree>
  </p:cSld>
  <p:clrMapOvr>
    <a:masterClrMapping/>
  </p:clrMapOvr>
</p:sld>
</file>

<file path=ppt/slides/slide2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bg>
      <p:bgPr>
        <a:solidFill>
          <a:srgbClr val="7D8AA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name="Picture 2" id="2"/>
          <p:cNvPicPr>
            <a:picLocks noChangeAspect="true"/>
          </p:cNvPicPr>
          <p:nvPr/>
        </p:nvPicPr>
        <p:blipFill>
          <a:blip r:embed="rId2"/>
          <a:srcRect l="0" t="0" r="64034" b="46739"/>
          <a:stretch>
            <a:fillRect/>
          </a:stretch>
        </p:blipFill>
        <p:spPr>
          <a:xfrm flipH="true" flipV="false" rot="-5400000">
            <a:off x="-4815703" y="-1693918"/>
            <a:ext cx="4331879" cy="6415001"/>
          </a:xfrm>
          <a:prstGeom prst="rect">
            <a:avLst/>
          </a:prstGeom>
        </p:spPr>
      </p:pic>
      <p:pic>
        <p:nvPicPr>
          <p:cNvPr name="Picture 3" id="3"/>
          <p:cNvPicPr>
            <a:picLocks noChangeAspect="true"/>
          </p:cNvPicPr>
          <p:nvPr/>
        </p:nvPicPr>
        <p:blipFill>
          <a:blip r:embed="rId2"/>
          <a:srcRect l="64771" t="21970" r="0" b="0"/>
          <a:stretch>
            <a:fillRect/>
          </a:stretch>
        </p:blipFill>
        <p:spPr>
          <a:xfrm flipH="false" flipV="false" rot="5400000">
            <a:off x="2535139" y="3578731"/>
            <a:ext cx="4173130" cy="9243409"/>
          </a:xfrm>
          <a:prstGeom prst="rect">
            <a:avLst/>
          </a:prstGeom>
        </p:spPr>
      </p:pic>
      <p:sp>
        <p:nvSpPr>
          <p:cNvPr name="Freeform 4" id="4"/>
          <p:cNvSpPr/>
          <p:nvPr/>
        </p:nvSpPr>
        <p:spPr>
          <a:xfrm flipH="false" flipV="false" rot="-1016799">
            <a:off x="11210747" y="-2141754"/>
            <a:ext cx="9983125" cy="8685318"/>
          </a:xfrm>
          <a:custGeom>
            <a:avLst/>
            <a:gdLst/>
            <a:ahLst/>
            <a:cxnLst/>
            <a:rect r="r" b="b" t="t" l="l"/>
            <a:pathLst>
              <a:path h="8685318" w="9983125">
                <a:moveTo>
                  <a:pt x="0" y="0"/>
                </a:moveTo>
                <a:lnTo>
                  <a:pt x="9983125" y="0"/>
                </a:lnTo>
                <a:lnTo>
                  <a:pt x="9983125" y="8685318"/>
                </a:lnTo>
                <a:lnTo>
                  <a:pt x="0" y="8685318"/>
                </a:lnTo>
                <a:lnTo>
                  <a:pt x="0" y="0"/>
                </a:lnTo>
                <a:close/>
              </a:path>
            </a:pathLst>
          </a:custGeom>
          <a:blipFill>
            <a:blip r:embed="rId3">
              <a:extLst>
                <a:ext uri="{96DAC541-7B7A-43D3-8B79-37D633B846F1}">
                  <asvg:svgBlip xmlns:asvg="http://schemas.microsoft.com/office/drawing/2016/SVG/main" r:embed="rId4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TextBox 5" id="5"/>
          <p:cNvSpPr txBox="true"/>
          <p:nvPr/>
        </p:nvSpPr>
        <p:spPr>
          <a:xfrm rot="0">
            <a:off x="11392761" y="819780"/>
            <a:ext cx="5362043" cy="138112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r">
              <a:lnSpc>
                <a:spcPts val="10800"/>
              </a:lnSpc>
            </a:pPr>
            <a:r>
              <a:rPr lang="en-US" sz="9000">
                <a:solidFill>
                  <a:srgbClr val="FFFAEF"/>
                </a:solidFill>
                <a:latin typeface="무궁화 고딕"/>
                <a:ea typeface="무궁화 고딕"/>
                <a:cs typeface="무궁화 고딕"/>
                <a:sym typeface="무궁화 고딕"/>
              </a:rPr>
              <a:t>규칙</a:t>
            </a:r>
          </a:p>
        </p:txBody>
      </p:sp>
      <p:grpSp>
        <p:nvGrpSpPr>
          <p:cNvPr name="Group 6" id="6"/>
          <p:cNvGrpSpPr/>
          <p:nvPr/>
        </p:nvGrpSpPr>
        <p:grpSpPr>
          <a:xfrm rot="0">
            <a:off x="217650" y="223900"/>
            <a:ext cx="10360529" cy="1896543"/>
            <a:chOff x="0" y="0"/>
            <a:chExt cx="13814039" cy="2528724"/>
          </a:xfrm>
        </p:grpSpPr>
        <p:sp>
          <p:nvSpPr>
            <p:cNvPr name="TextBox 7" id="7"/>
            <p:cNvSpPr txBox="true"/>
            <p:nvPr/>
          </p:nvSpPr>
          <p:spPr>
            <a:xfrm rot="0">
              <a:off x="0" y="1648191"/>
              <a:ext cx="13814039" cy="880533"/>
            </a:xfrm>
            <a:prstGeom prst="rect">
              <a:avLst/>
            </a:prstGeom>
          </p:spPr>
          <p:txBody>
            <a:bodyPr anchor="t" rtlCol="false" tIns="0" lIns="0" bIns="0" rIns="0">
              <a:spAutoFit/>
            </a:bodyPr>
            <a:lstStyle/>
            <a:p>
              <a:pPr algn="l">
                <a:lnSpc>
                  <a:spcPts val="5599"/>
                </a:lnSpc>
              </a:pPr>
              <a:r>
                <a:rPr lang="en-US" sz="3999">
                  <a:solidFill>
                    <a:srgbClr val="FFFAEF"/>
                  </a:solidFill>
                  <a:latin typeface="무궁화 고딕"/>
                  <a:ea typeface="무궁화 고딕"/>
                  <a:cs typeface="무궁화 고딕"/>
                  <a:sym typeface="무궁화 고딕"/>
                </a:rPr>
                <a:t>화면에 역사 문제가 나타납니다.</a:t>
              </a:r>
            </a:p>
          </p:txBody>
        </p:sp>
        <p:sp>
          <p:nvSpPr>
            <p:cNvPr name="TextBox 8" id="8"/>
            <p:cNvSpPr txBox="true"/>
            <p:nvPr/>
          </p:nvSpPr>
          <p:spPr>
            <a:xfrm rot="0">
              <a:off x="0" y="-66675"/>
              <a:ext cx="11298371" cy="1238189"/>
            </a:xfrm>
            <a:prstGeom prst="rect">
              <a:avLst/>
            </a:prstGeom>
          </p:spPr>
          <p:txBody>
            <a:bodyPr anchor="t" rtlCol="false" tIns="0" lIns="0" bIns="0" rIns="0">
              <a:spAutoFit/>
            </a:bodyPr>
            <a:lstStyle/>
            <a:p>
              <a:pPr algn="l">
                <a:lnSpc>
                  <a:spcPts val="7560"/>
                </a:lnSpc>
              </a:pPr>
              <a:r>
                <a:rPr lang="en-US" sz="5816">
                  <a:solidFill>
                    <a:srgbClr val="FFFAEF"/>
                  </a:solidFill>
                  <a:latin typeface="무궁화 고딕 Bold"/>
                  <a:ea typeface="무궁화 고딕 Bold"/>
                  <a:cs typeface="무궁화 고딕 Bold"/>
                  <a:sym typeface="무궁화 고딕 Bold"/>
                </a:rPr>
                <a:t>STEP 1.</a:t>
              </a:r>
            </a:p>
          </p:txBody>
        </p:sp>
      </p:grpSp>
      <p:grpSp>
        <p:nvGrpSpPr>
          <p:cNvPr name="Group 9" id="9"/>
          <p:cNvGrpSpPr/>
          <p:nvPr/>
        </p:nvGrpSpPr>
        <p:grpSpPr>
          <a:xfrm rot="0">
            <a:off x="10578180" y="8070622"/>
            <a:ext cx="7299158" cy="1838937"/>
            <a:chOff x="0" y="0"/>
            <a:chExt cx="9732211" cy="2451916"/>
          </a:xfrm>
        </p:grpSpPr>
        <p:sp>
          <p:nvSpPr>
            <p:cNvPr name="TextBox 10" id="10"/>
            <p:cNvSpPr txBox="true"/>
            <p:nvPr/>
          </p:nvSpPr>
          <p:spPr>
            <a:xfrm rot="0">
              <a:off x="0" y="1571383"/>
              <a:ext cx="9639685" cy="880533"/>
            </a:xfrm>
            <a:prstGeom prst="rect">
              <a:avLst/>
            </a:prstGeom>
          </p:spPr>
          <p:txBody>
            <a:bodyPr anchor="t" rtlCol="false" tIns="0" lIns="0" bIns="0" rIns="0">
              <a:spAutoFit/>
            </a:bodyPr>
            <a:lstStyle/>
            <a:p>
              <a:pPr algn="l">
                <a:lnSpc>
                  <a:spcPts val="5599"/>
                </a:lnSpc>
              </a:pPr>
              <a:r>
                <a:rPr lang="en-US" sz="3999">
                  <a:solidFill>
                    <a:srgbClr val="FFFAEF"/>
                  </a:solidFill>
                  <a:latin typeface="무궁화 고딕"/>
                  <a:ea typeface="무궁화 고딕"/>
                  <a:cs typeface="무궁화 고딕"/>
                  <a:sym typeface="무궁화 고딕"/>
                </a:rPr>
                <a:t>가장 많은 문제를 맞춘  팀이 우승!</a:t>
              </a:r>
            </a:p>
          </p:txBody>
        </p:sp>
        <p:sp>
          <p:nvSpPr>
            <p:cNvPr name="TextBox 11" id="11"/>
            <p:cNvSpPr txBox="true"/>
            <p:nvPr/>
          </p:nvSpPr>
          <p:spPr>
            <a:xfrm rot="0">
              <a:off x="0" y="-57150"/>
              <a:ext cx="9732211" cy="1241129"/>
            </a:xfrm>
            <a:prstGeom prst="rect">
              <a:avLst/>
            </a:prstGeom>
          </p:spPr>
          <p:txBody>
            <a:bodyPr anchor="t" rtlCol="false" tIns="0" lIns="0" bIns="0" rIns="0">
              <a:spAutoFit/>
            </a:bodyPr>
            <a:lstStyle/>
            <a:p>
              <a:pPr algn="l">
                <a:lnSpc>
                  <a:spcPts val="7578"/>
                </a:lnSpc>
              </a:pPr>
              <a:r>
                <a:rPr lang="en-US" sz="5829">
                  <a:solidFill>
                    <a:srgbClr val="FFFAEF"/>
                  </a:solidFill>
                  <a:latin typeface="무궁화 고딕 Bold"/>
                  <a:ea typeface="무궁화 고딕 Bold"/>
                  <a:cs typeface="무궁화 고딕 Bold"/>
                  <a:sym typeface="무궁화 고딕 Bold"/>
                </a:rPr>
                <a:t>STEP 3.</a:t>
              </a:r>
            </a:p>
          </p:txBody>
        </p:sp>
      </p:grpSp>
      <p:grpSp>
        <p:nvGrpSpPr>
          <p:cNvPr name="Group 12" id="12"/>
          <p:cNvGrpSpPr/>
          <p:nvPr/>
        </p:nvGrpSpPr>
        <p:grpSpPr>
          <a:xfrm rot="0">
            <a:off x="5397915" y="3837348"/>
            <a:ext cx="7371077" cy="2596832"/>
            <a:chOff x="0" y="0"/>
            <a:chExt cx="9828103" cy="3462442"/>
          </a:xfrm>
        </p:grpSpPr>
        <p:sp>
          <p:nvSpPr>
            <p:cNvPr name="TextBox 13" id="13"/>
            <p:cNvSpPr txBox="true"/>
            <p:nvPr/>
          </p:nvSpPr>
          <p:spPr>
            <a:xfrm rot="0">
              <a:off x="0" y="1642109"/>
              <a:ext cx="9828103" cy="1820333"/>
            </a:xfrm>
            <a:prstGeom prst="rect">
              <a:avLst/>
            </a:prstGeom>
          </p:spPr>
          <p:txBody>
            <a:bodyPr anchor="t" rtlCol="false" tIns="0" lIns="0" bIns="0" rIns="0">
              <a:spAutoFit/>
            </a:bodyPr>
            <a:lstStyle/>
            <a:p>
              <a:pPr algn="l">
                <a:lnSpc>
                  <a:spcPts val="5599"/>
                </a:lnSpc>
              </a:pPr>
              <a:r>
                <a:rPr lang="en-US" sz="3999">
                  <a:solidFill>
                    <a:srgbClr val="FFFAEF"/>
                  </a:solidFill>
                  <a:latin typeface="무궁화 고딕"/>
                  <a:ea typeface="무궁화 고딕"/>
                  <a:cs typeface="무궁화 고딕"/>
                  <a:sym typeface="무궁화 고딕"/>
                </a:rPr>
                <a:t>팀 구호(혹은 정답)를 가장 먼저</a:t>
              </a:r>
            </a:p>
            <a:p>
              <a:pPr algn="l">
                <a:lnSpc>
                  <a:spcPts val="5599"/>
                </a:lnSpc>
              </a:pPr>
              <a:r>
                <a:rPr lang="en-US" sz="3999">
                  <a:solidFill>
                    <a:srgbClr val="FFFAEF"/>
                  </a:solidFill>
                  <a:latin typeface="무궁화 고딕"/>
                  <a:ea typeface="무궁화 고딕"/>
                  <a:cs typeface="무궁화 고딕"/>
                  <a:sym typeface="무궁화 고딕"/>
                </a:rPr>
                <a:t>외친 팀에게 기회가 주어집니다.</a:t>
              </a:r>
            </a:p>
          </p:txBody>
        </p:sp>
        <p:sp>
          <p:nvSpPr>
            <p:cNvPr name="TextBox 14" id="14"/>
            <p:cNvSpPr txBox="true"/>
            <p:nvPr/>
          </p:nvSpPr>
          <p:spPr>
            <a:xfrm rot="0">
              <a:off x="0" y="-66675"/>
              <a:ext cx="5178984" cy="1238018"/>
            </a:xfrm>
            <a:prstGeom prst="rect">
              <a:avLst/>
            </a:prstGeom>
          </p:spPr>
          <p:txBody>
            <a:bodyPr anchor="t" rtlCol="false" tIns="0" lIns="0" bIns="0" rIns="0">
              <a:spAutoFit/>
            </a:bodyPr>
            <a:lstStyle/>
            <a:p>
              <a:pPr algn="l">
                <a:lnSpc>
                  <a:spcPts val="7574"/>
                </a:lnSpc>
              </a:pPr>
              <a:r>
                <a:rPr lang="en-US" sz="5826">
                  <a:solidFill>
                    <a:srgbClr val="FFFAEF"/>
                  </a:solidFill>
                  <a:latin typeface="무궁화 고딕 Bold"/>
                  <a:ea typeface="무궁화 고딕 Bold"/>
                  <a:cs typeface="무궁화 고딕 Bold"/>
                  <a:sym typeface="무궁화 고딕 Bold"/>
                </a:rPr>
                <a:t>STEP 2.</a:t>
              </a:r>
            </a:p>
          </p:txBody>
        </p:sp>
      </p:grpSp>
    </p:spTree>
  </p:cSld>
  <p:clrMapOvr>
    <a:masterClrMapping/>
  </p:clrMapOvr>
</p:sld>
</file>

<file path=ppt/slides/slide3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bg>
      <p:bgPr>
        <a:solidFill>
          <a:srgbClr val="FFFAE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TextBox 2" id="2"/>
          <p:cNvSpPr txBox="true"/>
          <p:nvPr/>
        </p:nvSpPr>
        <p:spPr>
          <a:xfrm rot="0">
            <a:off x="3238925" y="4378545"/>
            <a:ext cx="11810151" cy="191452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15000"/>
              </a:lnSpc>
            </a:pPr>
            <a:r>
              <a:rPr lang="en-US" sz="12500">
                <a:solidFill>
                  <a:srgbClr val="000000"/>
                </a:solidFill>
                <a:latin typeface="무궁화 고딕"/>
                <a:ea typeface="무궁화 고딕"/>
                <a:cs typeface="무궁화 고딕"/>
                <a:sym typeface="무궁화 고딕"/>
              </a:rPr>
              <a:t>팀을 나눠주세요!</a:t>
            </a:r>
          </a:p>
        </p:txBody>
      </p:sp>
      <p:pic>
        <p:nvPicPr>
          <p:cNvPr name="Picture 3" id="3"/>
          <p:cNvPicPr>
            <a:picLocks noChangeAspect="true"/>
          </p:cNvPicPr>
          <p:nvPr/>
        </p:nvPicPr>
        <p:blipFill>
          <a:blip r:embed="rId2"/>
          <a:srcRect l="0" t="0" r="0" b="0"/>
          <a:stretch>
            <a:fillRect/>
          </a:stretch>
        </p:blipFill>
        <p:spPr>
          <a:xfrm flipH="false" flipV="false" rot="0">
            <a:off x="13655377" y="6809666"/>
            <a:ext cx="6229999" cy="6954669"/>
          </a:xfrm>
          <a:prstGeom prst="rect">
            <a:avLst/>
          </a:prstGeom>
        </p:spPr>
      </p:pic>
      <p:pic>
        <p:nvPicPr>
          <p:cNvPr name="Picture 4" id="4"/>
          <p:cNvPicPr>
            <a:picLocks noChangeAspect="true"/>
          </p:cNvPicPr>
          <p:nvPr/>
        </p:nvPicPr>
        <p:blipFill>
          <a:blip r:embed="rId3"/>
          <a:srcRect l="0" t="0" r="0" b="0"/>
          <a:stretch>
            <a:fillRect/>
          </a:stretch>
        </p:blipFill>
        <p:spPr>
          <a:xfrm flipH="false" flipV="false" rot="0">
            <a:off x="0" y="0"/>
            <a:ext cx="6925457" cy="4700654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bg>
      <p:bgPr>
        <a:solidFill>
          <a:srgbClr val="7D8AA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name="Picture 2" id="2"/>
          <p:cNvPicPr>
            <a:picLocks noChangeAspect="true"/>
          </p:cNvPicPr>
          <p:nvPr/>
        </p:nvPicPr>
        <p:blipFill>
          <a:blip r:embed="rId2"/>
          <a:srcRect l="64771" t="21970" r="0" b="0"/>
          <a:stretch>
            <a:fillRect/>
          </a:stretch>
        </p:blipFill>
        <p:spPr>
          <a:xfrm flipH="false" flipV="false" rot="5400000">
            <a:off x="2310738" y="4172522"/>
            <a:ext cx="3803740" cy="8425216"/>
          </a:xfrm>
          <a:prstGeom prst="rect">
            <a:avLst/>
          </a:prstGeom>
        </p:spPr>
      </p:pic>
      <p:pic>
        <p:nvPicPr>
          <p:cNvPr name="Picture 3" id="3"/>
          <p:cNvPicPr>
            <a:picLocks noChangeAspect="true"/>
          </p:cNvPicPr>
          <p:nvPr/>
        </p:nvPicPr>
        <p:blipFill>
          <a:blip r:embed="rId3"/>
          <a:srcRect l="0" t="0" r="0" b="0"/>
          <a:stretch>
            <a:fillRect/>
          </a:stretch>
        </p:blipFill>
        <p:spPr>
          <a:xfrm flipH="false" flipV="false" rot="-7094170">
            <a:off x="14148180" y="-2590072"/>
            <a:ext cx="7036829" cy="7237544"/>
          </a:xfrm>
          <a:prstGeom prst="rect">
            <a:avLst/>
          </a:prstGeom>
        </p:spPr>
      </p:pic>
      <p:sp>
        <p:nvSpPr>
          <p:cNvPr name="TextBox 4" id="4"/>
          <p:cNvSpPr txBox="true"/>
          <p:nvPr/>
        </p:nvSpPr>
        <p:spPr>
          <a:xfrm rot="0">
            <a:off x="1028700" y="4178617"/>
            <a:ext cx="15555091" cy="191452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15000"/>
              </a:lnSpc>
            </a:pPr>
            <a:r>
              <a:rPr lang="en-US" sz="12500">
                <a:solidFill>
                  <a:srgbClr val="FFFAEF"/>
                </a:solidFill>
                <a:latin typeface="무궁화 고딕"/>
                <a:ea typeface="무궁화 고딕"/>
                <a:cs typeface="무궁화 고딕"/>
                <a:sym typeface="무궁화 고딕"/>
              </a:rPr>
              <a:t>역사 퀴즈</a:t>
            </a:r>
          </a:p>
        </p:txBody>
      </p:sp>
      <p:sp>
        <p:nvSpPr>
          <p:cNvPr name="TextBox 5" id="5"/>
          <p:cNvSpPr txBox="true"/>
          <p:nvPr/>
        </p:nvSpPr>
        <p:spPr>
          <a:xfrm rot="0">
            <a:off x="14743435" y="9822180"/>
            <a:ext cx="3159344" cy="46482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r">
              <a:lnSpc>
                <a:spcPts val="3779"/>
              </a:lnSpc>
              <a:spcBef>
                <a:spcPct val="0"/>
              </a:spcBef>
            </a:pPr>
            <a:r>
              <a:rPr lang="en-US" sz="2700" spc="-135">
                <a:solidFill>
                  <a:srgbClr val="FFFFFF"/>
                </a:solidFill>
                <a:latin typeface="무궁화 고딕"/>
                <a:ea typeface="무궁화 고딕"/>
                <a:cs typeface="무궁화 고딕"/>
                <a:sym typeface="무궁화 고딕"/>
              </a:rPr>
              <a:t>ⓒ 2026. Sunday Play</a:t>
            </a:r>
          </a:p>
        </p:txBody>
      </p:sp>
    </p:spTree>
  </p:cSld>
  <p:clrMapOvr>
    <a:masterClrMapping/>
  </p:clrMapOvr>
</p:sld>
</file>

<file path=ppt/slides/slide5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bg>
      <p:bgPr>
        <a:solidFill>
          <a:srgbClr val="FFFAE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name="Picture 2" id="2"/>
          <p:cNvPicPr>
            <a:picLocks noChangeAspect="true"/>
          </p:cNvPicPr>
          <p:nvPr/>
        </p:nvPicPr>
        <p:blipFill>
          <a:blip r:embed="rId2"/>
          <a:srcRect l="0" t="0" r="0" b="0"/>
          <a:stretch>
            <a:fillRect/>
          </a:stretch>
        </p:blipFill>
        <p:spPr>
          <a:xfrm flipH="false" flipV="false" rot="0">
            <a:off x="13655377" y="6809666"/>
            <a:ext cx="6229999" cy="6954669"/>
          </a:xfrm>
          <a:prstGeom prst="rect">
            <a:avLst/>
          </a:prstGeom>
        </p:spPr>
      </p:pic>
      <p:pic>
        <p:nvPicPr>
          <p:cNvPr name="Picture 3" id="3"/>
          <p:cNvPicPr>
            <a:picLocks noChangeAspect="true"/>
          </p:cNvPicPr>
          <p:nvPr/>
        </p:nvPicPr>
        <p:blipFill>
          <a:blip r:embed="rId3"/>
          <a:srcRect l="0" t="0" r="0" b="0"/>
          <a:stretch>
            <a:fillRect/>
          </a:stretch>
        </p:blipFill>
        <p:spPr>
          <a:xfrm flipH="false" flipV="false" rot="0">
            <a:off x="0" y="0"/>
            <a:ext cx="6925457" cy="4700654"/>
          </a:xfrm>
          <a:prstGeom prst="rect">
            <a:avLst/>
          </a:prstGeom>
        </p:spPr>
      </p:pic>
      <p:sp>
        <p:nvSpPr>
          <p:cNvPr name="TextBox 4" id="4"/>
          <p:cNvSpPr txBox="true"/>
          <p:nvPr/>
        </p:nvSpPr>
        <p:spPr>
          <a:xfrm rot="0">
            <a:off x="1135011" y="4333875"/>
            <a:ext cx="16017978" cy="160972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12600"/>
              </a:lnSpc>
            </a:pPr>
            <a:r>
              <a:rPr lang="en-US" sz="10500">
                <a:solidFill>
                  <a:srgbClr val="000000"/>
                </a:solidFill>
                <a:latin typeface="무궁화 고딕"/>
                <a:ea typeface="무궁화 고딕"/>
                <a:cs typeface="무궁화 고딕"/>
                <a:sym typeface="무궁화 고딕"/>
              </a:rPr>
              <a:t>한글을 만든 왕은 누구일까요?</a:t>
            </a:r>
          </a:p>
        </p:txBody>
      </p:sp>
    </p:spTree>
  </p:cSld>
  <p:clrMapOvr>
    <a:masterClrMapping/>
  </p:clrMapOvr>
</p:sld>
</file>

<file path=ppt/slides/slide6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bg>
      <p:bgPr>
        <a:solidFill>
          <a:srgbClr val="FFFAE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name="Picture 2" id="2"/>
          <p:cNvPicPr>
            <a:picLocks noChangeAspect="true"/>
          </p:cNvPicPr>
          <p:nvPr/>
        </p:nvPicPr>
        <p:blipFill>
          <a:blip r:embed="rId2"/>
          <a:srcRect l="0" t="0" r="0" b="0"/>
          <a:stretch>
            <a:fillRect/>
          </a:stretch>
        </p:blipFill>
        <p:spPr>
          <a:xfrm flipH="false" flipV="false" rot="0">
            <a:off x="13655377" y="6809666"/>
            <a:ext cx="6229999" cy="6954669"/>
          </a:xfrm>
          <a:prstGeom prst="rect">
            <a:avLst/>
          </a:prstGeom>
        </p:spPr>
      </p:pic>
      <p:pic>
        <p:nvPicPr>
          <p:cNvPr name="Picture 3" id="3"/>
          <p:cNvPicPr>
            <a:picLocks noChangeAspect="true"/>
          </p:cNvPicPr>
          <p:nvPr/>
        </p:nvPicPr>
        <p:blipFill>
          <a:blip r:embed="rId3"/>
          <a:srcRect l="0" t="0" r="0" b="0"/>
          <a:stretch>
            <a:fillRect/>
          </a:stretch>
        </p:blipFill>
        <p:spPr>
          <a:xfrm flipH="false" flipV="false" rot="0">
            <a:off x="0" y="0"/>
            <a:ext cx="6925457" cy="4700654"/>
          </a:xfrm>
          <a:prstGeom prst="rect">
            <a:avLst/>
          </a:prstGeom>
        </p:spPr>
      </p:pic>
      <p:sp>
        <p:nvSpPr>
          <p:cNvPr name="TextBox 4" id="4"/>
          <p:cNvSpPr txBox="true"/>
          <p:nvPr/>
        </p:nvSpPr>
        <p:spPr>
          <a:xfrm rot="0">
            <a:off x="2717556" y="4219575"/>
            <a:ext cx="12852888" cy="183832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14400"/>
              </a:lnSpc>
            </a:pPr>
            <a:r>
              <a:rPr lang="en-US" sz="12000">
                <a:solidFill>
                  <a:srgbClr val="000000"/>
                </a:solidFill>
                <a:latin typeface="무궁화 고딕"/>
                <a:ea typeface="무궁화 고딕"/>
                <a:cs typeface="무궁화 고딕"/>
                <a:sym typeface="무궁화 고딕"/>
              </a:rPr>
              <a:t>세종대왕</a:t>
            </a:r>
          </a:p>
        </p:txBody>
      </p:sp>
    </p:spTree>
  </p:cSld>
  <p:clrMapOvr>
    <a:masterClrMapping/>
  </p:clrMapOvr>
</p:sld>
</file>

<file path=ppt/slides/slide7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bg>
      <p:bgPr>
        <a:solidFill>
          <a:srgbClr val="FFFAE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name="Picture 2" id="2"/>
          <p:cNvPicPr>
            <a:picLocks noChangeAspect="true"/>
          </p:cNvPicPr>
          <p:nvPr/>
        </p:nvPicPr>
        <p:blipFill>
          <a:blip r:embed="rId2"/>
          <a:srcRect l="0" t="0" r="0" b="0"/>
          <a:stretch>
            <a:fillRect/>
          </a:stretch>
        </p:blipFill>
        <p:spPr>
          <a:xfrm flipH="false" flipV="false" rot="0">
            <a:off x="13655377" y="6809666"/>
            <a:ext cx="6229999" cy="6954669"/>
          </a:xfrm>
          <a:prstGeom prst="rect">
            <a:avLst/>
          </a:prstGeom>
        </p:spPr>
      </p:pic>
      <p:pic>
        <p:nvPicPr>
          <p:cNvPr name="Picture 3" id="3"/>
          <p:cNvPicPr>
            <a:picLocks noChangeAspect="true"/>
          </p:cNvPicPr>
          <p:nvPr/>
        </p:nvPicPr>
        <p:blipFill>
          <a:blip r:embed="rId3"/>
          <a:srcRect l="0" t="0" r="0" b="0"/>
          <a:stretch>
            <a:fillRect/>
          </a:stretch>
        </p:blipFill>
        <p:spPr>
          <a:xfrm flipH="false" flipV="false" rot="0">
            <a:off x="0" y="0"/>
            <a:ext cx="6925457" cy="4700654"/>
          </a:xfrm>
          <a:prstGeom prst="rect">
            <a:avLst/>
          </a:prstGeom>
        </p:spPr>
      </p:pic>
      <p:sp>
        <p:nvSpPr>
          <p:cNvPr name="TextBox 4" id="4"/>
          <p:cNvSpPr txBox="true"/>
          <p:nvPr/>
        </p:nvSpPr>
        <p:spPr>
          <a:xfrm rot="0">
            <a:off x="1135011" y="3457575"/>
            <a:ext cx="16017978" cy="336232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13200"/>
              </a:lnSpc>
            </a:pPr>
            <a:r>
              <a:rPr lang="en-US" sz="11000">
                <a:solidFill>
                  <a:srgbClr val="000000"/>
                </a:solidFill>
                <a:latin typeface="무궁화 고딕"/>
                <a:ea typeface="무궁화 고딕"/>
                <a:cs typeface="무궁화 고딕"/>
                <a:sym typeface="무궁화 고딕"/>
              </a:rPr>
              <a:t>이순신 장군이 사용한</a:t>
            </a:r>
          </a:p>
          <a:p>
            <a:pPr algn="ctr">
              <a:lnSpc>
                <a:spcPts val="13200"/>
              </a:lnSpc>
            </a:pPr>
            <a:r>
              <a:rPr lang="en-US" sz="11000">
                <a:solidFill>
                  <a:srgbClr val="000000"/>
                </a:solidFill>
                <a:latin typeface="무궁화 고딕"/>
                <a:ea typeface="무궁화 고딕"/>
                <a:cs typeface="무궁화 고딕"/>
                <a:sym typeface="무궁화 고딕"/>
              </a:rPr>
              <a:t>배의 이름은 무엇일까요?</a:t>
            </a:r>
          </a:p>
        </p:txBody>
      </p:sp>
    </p:spTree>
  </p:cSld>
  <p:clrMapOvr>
    <a:masterClrMapping/>
  </p:clrMapOvr>
</p:sld>
</file>

<file path=ppt/slides/slide8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bg>
      <p:bgPr>
        <a:solidFill>
          <a:srgbClr val="FFFAE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name="Picture 2" id="2"/>
          <p:cNvPicPr>
            <a:picLocks noChangeAspect="true"/>
          </p:cNvPicPr>
          <p:nvPr/>
        </p:nvPicPr>
        <p:blipFill>
          <a:blip r:embed="rId2"/>
          <a:srcRect l="0" t="0" r="0" b="0"/>
          <a:stretch>
            <a:fillRect/>
          </a:stretch>
        </p:blipFill>
        <p:spPr>
          <a:xfrm flipH="false" flipV="false" rot="0">
            <a:off x="13655377" y="6809666"/>
            <a:ext cx="6229999" cy="6954669"/>
          </a:xfrm>
          <a:prstGeom prst="rect">
            <a:avLst/>
          </a:prstGeom>
        </p:spPr>
      </p:pic>
      <p:pic>
        <p:nvPicPr>
          <p:cNvPr name="Picture 3" id="3"/>
          <p:cNvPicPr>
            <a:picLocks noChangeAspect="true"/>
          </p:cNvPicPr>
          <p:nvPr/>
        </p:nvPicPr>
        <p:blipFill>
          <a:blip r:embed="rId3"/>
          <a:srcRect l="0" t="0" r="0" b="0"/>
          <a:stretch>
            <a:fillRect/>
          </a:stretch>
        </p:blipFill>
        <p:spPr>
          <a:xfrm flipH="false" flipV="false" rot="0">
            <a:off x="0" y="0"/>
            <a:ext cx="6925457" cy="4700654"/>
          </a:xfrm>
          <a:prstGeom prst="rect">
            <a:avLst/>
          </a:prstGeom>
        </p:spPr>
      </p:pic>
      <p:sp>
        <p:nvSpPr>
          <p:cNvPr name="TextBox 4" id="4"/>
          <p:cNvSpPr txBox="true"/>
          <p:nvPr/>
        </p:nvSpPr>
        <p:spPr>
          <a:xfrm rot="0">
            <a:off x="2717556" y="4219575"/>
            <a:ext cx="12852888" cy="183832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14400"/>
              </a:lnSpc>
            </a:pPr>
            <a:r>
              <a:rPr lang="en-US" sz="12000">
                <a:solidFill>
                  <a:srgbClr val="000000"/>
                </a:solidFill>
                <a:latin typeface="무궁화 고딕"/>
                <a:ea typeface="무궁화 고딕"/>
                <a:cs typeface="무궁화 고딕"/>
                <a:sym typeface="무궁화 고딕"/>
              </a:rPr>
              <a:t>거북선</a:t>
            </a:r>
          </a:p>
        </p:txBody>
      </p:sp>
    </p:spTree>
  </p:cSld>
  <p:clrMapOvr>
    <a:masterClrMapping/>
  </p:clrMapOvr>
</p:sld>
</file>

<file path=ppt/slides/slide9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bg>
      <p:bgPr>
        <a:solidFill>
          <a:srgbClr val="FFFAE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name="Picture 2" id="2"/>
          <p:cNvPicPr>
            <a:picLocks noChangeAspect="true"/>
          </p:cNvPicPr>
          <p:nvPr/>
        </p:nvPicPr>
        <p:blipFill>
          <a:blip r:embed="rId2"/>
          <a:srcRect l="0" t="0" r="0" b="0"/>
          <a:stretch>
            <a:fillRect/>
          </a:stretch>
        </p:blipFill>
        <p:spPr>
          <a:xfrm flipH="false" flipV="false" rot="0">
            <a:off x="13655377" y="6809666"/>
            <a:ext cx="6229999" cy="6954669"/>
          </a:xfrm>
          <a:prstGeom prst="rect">
            <a:avLst/>
          </a:prstGeom>
        </p:spPr>
      </p:pic>
      <p:pic>
        <p:nvPicPr>
          <p:cNvPr name="Picture 3" id="3"/>
          <p:cNvPicPr>
            <a:picLocks noChangeAspect="true"/>
          </p:cNvPicPr>
          <p:nvPr/>
        </p:nvPicPr>
        <p:blipFill>
          <a:blip r:embed="rId3"/>
          <a:srcRect l="0" t="0" r="0" b="0"/>
          <a:stretch>
            <a:fillRect/>
          </a:stretch>
        </p:blipFill>
        <p:spPr>
          <a:xfrm flipH="false" flipV="false" rot="0">
            <a:off x="0" y="0"/>
            <a:ext cx="6925457" cy="4700654"/>
          </a:xfrm>
          <a:prstGeom prst="rect">
            <a:avLst/>
          </a:prstGeom>
        </p:spPr>
      </p:pic>
      <p:sp>
        <p:nvSpPr>
          <p:cNvPr name="TextBox 4" id="4"/>
          <p:cNvSpPr txBox="true"/>
          <p:nvPr/>
        </p:nvSpPr>
        <p:spPr>
          <a:xfrm rot="0">
            <a:off x="1135011" y="3571875"/>
            <a:ext cx="16017978" cy="313372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12360"/>
              </a:lnSpc>
            </a:pPr>
            <a:r>
              <a:rPr lang="en-US" sz="10300">
                <a:solidFill>
                  <a:srgbClr val="000000"/>
                </a:solidFill>
                <a:latin typeface="무궁화 고딕"/>
                <a:ea typeface="무궁화 고딕"/>
                <a:cs typeface="무궁화 고딕"/>
                <a:sym typeface="무궁화 고딕"/>
              </a:rPr>
              <a:t>고조선을 세운 사람은</a:t>
            </a:r>
          </a:p>
          <a:p>
            <a:pPr algn="ctr">
              <a:lnSpc>
                <a:spcPts val="12360"/>
              </a:lnSpc>
            </a:pPr>
            <a:r>
              <a:rPr lang="en-US" sz="10300">
                <a:solidFill>
                  <a:srgbClr val="000000"/>
                </a:solidFill>
                <a:latin typeface="무궁화 고딕"/>
                <a:ea typeface="무궁화 고딕"/>
                <a:cs typeface="무궁화 고딕"/>
                <a:sym typeface="무궁화 고딕"/>
              </a:rPr>
              <a:t>누구일까요?</a:t>
            </a:r>
          </a:p>
        </p:txBody>
      </p:sp>
    </p:spTree>
  </p:cSld>
  <p:clrMapOvr>
    <a:masterClrMapping/>
  </p:clrMapOvr>
</p:sld>
</file>

<file path=ppt/slides/slide10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bg>
      <p:bgPr>
        <a:solidFill>
          <a:srgbClr val="FFFAE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name="Picture 2" id="2"/>
          <p:cNvPicPr>
            <a:picLocks noChangeAspect="true"/>
          </p:cNvPicPr>
          <p:nvPr/>
        </p:nvPicPr>
        <p:blipFill>
          <a:blip r:embed="rId2"/>
          <a:srcRect l="0" t="0" r="0" b="0"/>
          <a:stretch>
            <a:fillRect/>
          </a:stretch>
        </p:blipFill>
        <p:spPr>
          <a:xfrm flipH="false" flipV="false" rot="0">
            <a:off x="13655377" y="6809666"/>
            <a:ext cx="6229999" cy="6954669"/>
          </a:xfrm>
          <a:prstGeom prst="rect">
            <a:avLst/>
          </a:prstGeom>
        </p:spPr>
      </p:pic>
      <p:pic>
        <p:nvPicPr>
          <p:cNvPr name="Picture 3" id="3"/>
          <p:cNvPicPr>
            <a:picLocks noChangeAspect="true"/>
          </p:cNvPicPr>
          <p:nvPr/>
        </p:nvPicPr>
        <p:blipFill>
          <a:blip r:embed="rId3"/>
          <a:srcRect l="0" t="0" r="0" b="0"/>
          <a:stretch>
            <a:fillRect/>
          </a:stretch>
        </p:blipFill>
        <p:spPr>
          <a:xfrm flipH="false" flipV="false" rot="0">
            <a:off x="0" y="0"/>
            <a:ext cx="6925457" cy="4700654"/>
          </a:xfrm>
          <a:prstGeom prst="rect">
            <a:avLst/>
          </a:prstGeom>
        </p:spPr>
      </p:pic>
      <p:sp>
        <p:nvSpPr>
          <p:cNvPr name="TextBox 4" id="4"/>
          <p:cNvSpPr txBox="true"/>
          <p:nvPr/>
        </p:nvSpPr>
        <p:spPr>
          <a:xfrm rot="0">
            <a:off x="2717556" y="4219575"/>
            <a:ext cx="12852888" cy="183832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14400"/>
              </a:lnSpc>
            </a:pPr>
            <a:r>
              <a:rPr lang="en-US" sz="12000">
                <a:solidFill>
                  <a:srgbClr val="000000"/>
                </a:solidFill>
                <a:latin typeface="무궁화 고딕"/>
                <a:ea typeface="무궁화 고딕"/>
                <a:cs typeface="무궁화 고딕"/>
                <a:sym typeface="무궁화 고딕"/>
              </a:rPr>
              <a:t>단군</a:t>
            </a:r>
          </a:p>
        </p:txBody>
      </p:sp>
    </p:spTree>
  </p:cSld>
  <p:clrMapOvr>
    <a:masterClrMapping/>
  </p:clrMapOvr>
</p:sld>
</file>

<file path=ppt/slides/slide11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bg>
      <p:bgPr>
        <a:solidFill>
          <a:srgbClr val="FFFAE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name="Picture 2" id="2"/>
          <p:cNvPicPr>
            <a:picLocks noChangeAspect="true"/>
          </p:cNvPicPr>
          <p:nvPr/>
        </p:nvPicPr>
        <p:blipFill>
          <a:blip r:embed="rId2"/>
          <a:srcRect l="0" t="0" r="0" b="0"/>
          <a:stretch>
            <a:fillRect/>
          </a:stretch>
        </p:blipFill>
        <p:spPr>
          <a:xfrm flipH="false" flipV="false" rot="0">
            <a:off x="13655377" y="6809666"/>
            <a:ext cx="6229999" cy="6954669"/>
          </a:xfrm>
          <a:prstGeom prst="rect">
            <a:avLst/>
          </a:prstGeom>
        </p:spPr>
      </p:pic>
      <p:pic>
        <p:nvPicPr>
          <p:cNvPr name="Picture 3" id="3"/>
          <p:cNvPicPr>
            <a:picLocks noChangeAspect="true"/>
          </p:cNvPicPr>
          <p:nvPr/>
        </p:nvPicPr>
        <p:blipFill>
          <a:blip r:embed="rId3"/>
          <a:srcRect l="0" t="0" r="0" b="0"/>
          <a:stretch>
            <a:fillRect/>
          </a:stretch>
        </p:blipFill>
        <p:spPr>
          <a:xfrm flipH="false" flipV="false" rot="0">
            <a:off x="0" y="0"/>
            <a:ext cx="6925457" cy="4700654"/>
          </a:xfrm>
          <a:prstGeom prst="rect">
            <a:avLst/>
          </a:prstGeom>
        </p:spPr>
      </p:pic>
      <p:sp>
        <p:nvSpPr>
          <p:cNvPr name="TextBox 4" id="4"/>
          <p:cNvSpPr txBox="true"/>
          <p:nvPr/>
        </p:nvSpPr>
        <p:spPr>
          <a:xfrm rot="0">
            <a:off x="1135011" y="3457575"/>
            <a:ext cx="16017978" cy="336232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13200"/>
              </a:lnSpc>
            </a:pPr>
            <a:r>
              <a:rPr lang="en-US" sz="11000">
                <a:solidFill>
                  <a:srgbClr val="000000"/>
                </a:solidFill>
                <a:latin typeface="무궁화 고딕"/>
                <a:ea typeface="무궁화 고딕"/>
                <a:cs typeface="무궁화 고딕"/>
                <a:sym typeface="무궁화 고딕"/>
              </a:rPr>
              <a:t>임진왜란이 일어난 해는</a:t>
            </a:r>
          </a:p>
          <a:p>
            <a:pPr algn="ctr">
              <a:lnSpc>
                <a:spcPts val="13200"/>
              </a:lnSpc>
            </a:pPr>
            <a:r>
              <a:rPr lang="en-US" sz="11000">
                <a:solidFill>
                  <a:srgbClr val="000000"/>
                </a:solidFill>
                <a:latin typeface="무궁화 고딕"/>
                <a:ea typeface="무궁화 고딕"/>
                <a:cs typeface="무궁화 고딕"/>
                <a:sym typeface="무궁화 고딕"/>
              </a:rPr>
              <a:t>언제일까요?</a:t>
            </a:r>
          </a:p>
        </p:txBody>
      </p:sp>
    </p:spTree>
  </p:cSld>
  <p:clrMapOvr>
    <a:masterClrMapping/>
  </p:clrMapOvr>
</p:sld>
</file>

<file path=ppt/slides/slide12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bg>
      <p:bgPr>
        <a:solidFill>
          <a:srgbClr val="FFFAE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name="Picture 2" id="2"/>
          <p:cNvPicPr>
            <a:picLocks noChangeAspect="true"/>
          </p:cNvPicPr>
          <p:nvPr/>
        </p:nvPicPr>
        <p:blipFill>
          <a:blip r:embed="rId2"/>
          <a:srcRect l="0" t="0" r="0" b="0"/>
          <a:stretch>
            <a:fillRect/>
          </a:stretch>
        </p:blipFill>
        <p:spPr>
          <a:xfrm flipH="false" flipV="false" rot="0">
            <a:off x="13655377" y="6809666"/>
            <a:ext cx="6229999" cy="6954669"/>
          </a:xfrm>
          <a:prstGeom prst="rect">
            <a:avLst/>
          </a:prstGeom>
        </p:spPr>
      </p:pic>
      <p:pic>
        <p:nvPicPr>
          <p:cNvPr name="Picture 3" id="3"/>
          <p:cNvPicPr>
            <a:picLocks noChangeAspect="true"/>
          </p:cNvPicPr>
          <p:nvPr/>
        </p:nvPicPr>
        <p:blipFill>
          <a:blip r:embed="rId3"/>
          <a:srcRect l="0" t="0" r="0" b="0"/>
          <a:stretch>
            <a:fillRect/>
          </a:stretch>
        </p:blipFill>
        <p:spPr>
          <a:xfrm flipH="false" flipV="false" rot="0">
            <a:off x="0" y="0"/>
            <a:ext cx="6925457" cy="4700654"/>
          </a:xfrm>
          <a:prstGeom prst="rect">
            <a:avLst/>
          </a:prstGeom>
        </p:spPr>
      </p:pic>
      <p:sp>
        <p:nvSpPr>
          <p:cNvPr name="TextBox 4" id="4"/>
          <p:cNvSpPr txBox="true"/>
          <p:nvPr/>
        </p:nvSpPr>
        <p:spPr>
          <a:xfrm rot="0">
            <a:off x="2717556" y="4219575"/>
            <a:ext cx="12852888" cy="183832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14400"/>
              </a:lnSpc>
            </a:pPr>
            <a:r>
              <a:rPr lang="en-US" sz="12000">
                <a:solidFill>
                  <a:srgbClr val="000000"/>
                </a:solidFill>
                <a:latin typeface="무궁화 고딕"/>
                <a:ea typeface="무궁화 고딕"/>
                <a:cs typeface="무궁화 고딕"/>
                <a:sym typeface="무궁화 고딕"/>
              </a:rPr>
              <a:t>1592년</a:t>
            </a:r>
          </a:p>
        </p:txBody>
      </p:sp>
    </p:spTree>
  </p:cSld>
  <p:clrMapOvr>
    <a:masterClrMapping/>
  </p:clrMapOvr>
</p:sld>
</file>

<file path=ppt/slides/slide13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bg>
      <p:bgPr>
        <a:solidFill>
          <a:srgbClr val="FFFAE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name="Picture 2" id="2"/>
          <p:cNvPicPr>
            <a:picLocks noChangeAspect="true"/>
          </p:cNvPicPr>
          <p:nvPr/>
        </p:nvPicPr>
        <p:blipFill>
          <a:blip r:embed="rId2"/>
          <a:srcRect l="0" t="0" r="0" b="0"/>
          <a:stretch>
            <a:fillRect/>
          </a:stretch>
        </p:blipFill>
        <p:spPr>
          <a:xfrm flipH="false" flipV="false" rot="0">
            <a:off x="13655377" y="6809666"/>
            <a:ext cx="6229999" cy="6954669"/>
          </a:xfrm>
          <a:prstGeom prst="rect">
            <a:avLst/>
          </a:prstGeom>
        </p:spPr>
      </p:pic>
      <p:pic>
        <p:nvPicPr>
          <p:cNvPr name="Picture 3" id="3"/>
          <p:cNvPicPr>
            <a:picLocks noChangeAspect="true"/>
          </p:cNvPicPr>
          <p:nvPr/>
        </p:nvPicPr>
        <p:blipFill>
          <a:blip r:embed="rId3"/>
          <a:srcRect l="0" t="0" r="0" b="0"/>
          <a:stretch>
            <a:fillRect/>
          </a:stretch>
        </p:blipFill>
        <p:spPr>
          <a:xfrm flipH="false" flipV="false" rot="0">
            <a:off x="0" y="0"/>
            <a:ext cx="6925457" cy="4700654"/>
          </a:xfrm>
          <a:prstGeom prst="rect">
            <a:avLst/>
          </a:prstGeom>
        </p:spPr>
      </p:pic>
      <p:sp>
        <p:nvSpPr>
          <p:cNvPr name="TextBox 4" id="4"/>
          <p:cNvSpPr txBox="true"/>
          <p:nvPr/>
        </p:nvSpPr>
        <p:spPr>
          <a:xfrm rot="0">
            <a:off x="1135011" y="3457575"/>
            <a:ext cx="16017978" cy="336232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13200"/>
              </a:lnSpc>
            </a:pPr>
            <a:r>
              <a:rPr lang="en-US" sz="11000">
                <a:solidFill>
                  <a:srgbClr val="000000"/>
                </a:solidFill>
                <a:latin typeface="무궁화 고딕"/>
                <a:ea typeface="무궁화 고딕"/>
                <a:cs typeface="무궁화 고딕"/>
                <a:sym typeface="무궁화 고딕"/>
              </a:rPr>
              <a:t>광개토대왕이 다스린 나라는</a:t>
            </a:r>
          </a:p>
          <a:p>
            <a:pPr algn="ctr">
              <a:lnSpc>
                <a:spcPts val="13200"/>
              </a:lnSpc>
            </a:pPr>
            <a:r>
              <a:rPr lang="en-US" sz="11000">
                <a:solidFill>
                  <a:srgbClr val="000000"/>
                </a:solidFill>
                <a:latin typeface="무궁화 고딕"/>
                <a:ea typeface="무궁화 고딕"/>
                <a:cs typeface="무궁화 고딕"/>
                <a:sym typeface="무궁화 고딕"/>
              </a:rPr>
              <a:t>어디일까요?</a:t>
            </a:r>
          </a:p>
        </p:txBody>
      </p:sp>
    </p:spTree>
  </p:cSld>
  <p:clrMapOvr>
    <a:masterClrMapping/>
  </p:clrMapOvr>
</p:sld>
</file>

<file path=ppt/slides/slide14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bg>
      <p:bgPr>
        <a:solidFill>
          <a:srgbClr val="FFFAE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name="Picture 2" id="2"/>
          <p:cNvPicPr>
            <a:picLocks noChangeAspect="true"/>
          </p:cNvPicPr>
          <p:nvPr/>
        </p:nvPicPr>
        <p:blipFill>
          <a:blip r:embed="rId2"/>
          <a:srcRect l="0" t="0" r="0" b="0"/>
          <a:stretch>
            <a:fillRect/>
          </a:stretch>
        </p:blipFill>
        <p:spPr>
          <a:xfrm flipH="false" flipV="false" rot="0">
            <a:off x="13655377" y="6809666"/>
            <a:ext cx="6229999" cy="6954669"/>
          </a:xfrm>
          <a:prstGeom prst="rect">
            <a:avLst/>
          </a:prstGeom>
        </p:spPr>
      </p:pic>
      <p:pic>
        <p:nvPicPr>
          <p:cNvPr name="Picture 3" id="3"/>
          <p:cNvPicPr>
            <a:picLocks noChangeAspect="true"/>
          </p:cNvPicPr>
          <p:nvPr/>
        </p:nvPicPr>
        <p:blipFill>
          <a:blip r:embed="rId3"/>
          <a:srcRect l="0" t="0" r="0" b="0"/>
          <a:stretch>
            <a:fillRect/>
          </a:stretch>
        </p:blipFill>
        <p:spPr>
          <a:xfrm flipH="false" flipV="false" rot="0">
            <a:off x="0" y="0"/>
            <a:ext cx="6925457" cy="4700654"/>
          </a:xfrm>
          <a:prstGeom prst="rect">
            <a:avLst/>
          </a:prstGeom>
        </p:spPr>
      </p:pic>
      <p:sp>
        <p:nvSpPr>
          <p:cNvPr name="TextBox 4" id="4"/>
          <p:cNvSpPr txBox="true"/>
          <p:nvPr/>
        </p:nvSpPr>
        <p:spPr>
          <a:xfrm rot="0">
            <a:off x="2717556" y="4219575"/>
            <a:ext cx="12852888" cy="183832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14400"/>
              </a:lnSpc>
            </a:pPr>
            <a:r>
              <a:rPr lang="en-US" sz="12000">
                <a:solidFill>
                  <a:srgbClr val="000000"/>
                </a:solidFill>
                <a:latin typeface="무궁화 고딕"/>
                <a:ea typeface="무궁화 고딕"/>
                <a:cs typeface="무궁화 고딕"/>
                <a:sym typeface="무궁화 고딕"/>
              </a:rPr>
              <a:t>고구려</a:t>
            </a:r>
          </a:p>
        </p:txBody>
      </p:sp>
    </p:spTree>
  </p:cSld>
  <p:clrMapOvr>
    <a:masterClrMapping/>
  </p:clrMapOvr>
</p:sld>
</file>

<file path=ppt/slides/slide15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bg>
      <p:bgPr>
        <a:solidFill>
          <a:srgbClr val="FFFAE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name="Picture 2" id="2"/>
          <p:cNvPicPr>
            <a:picLocks noChangeAspect="true"/>
          </p:cNvPicPr>
          <p:nvPr/>
        </p:nvPicPr>
        <p:blipFill>
          <a:blip r:embed="rId2"/>
          <a:srcRect l="0" t="0" r="0" b="0"/>
          <a:stretch>
            <a:fillRect/>
          </a:stretch>
        </p:blipFill>
        <p:spPr>
          <a:xfrm flipH="false" flipV="false" rot="0">
            <a:off x="13655377" y="6809666"/>
            <a:ext cx="6229999" cy="6954669"/>
          </a:xfrm>
          <a:prstGeom prst="rect">
            <a:avLst/>
          </a:prstGeom>
        </p:spPr>
      </p:pic>
      <p:pic>
        <p:nvPicPr>
          <p:cNvPr name="Picture 3" id="3"/>
          <p:cNvPicPr>
            <a:picLocks noChangeAspect="true"/>
          </p:cNvPicPr>
          <p:nvPr/>
        </p:nvPicPr>
        <p:blipFill>
          <a:blip r:embed="rId3"/>
          <a:srcRect l="0" t="0" r="0" b="0"/>
          <a:stretch>
            <a:fillRect/>
          </a:stretch>
        </p:blipFill>
        <p:spPr>
          <a:xfrm flipH="false" flipV="false" rot="0">
            <a:off x="0" y="0"/>
            <a:ext cx="6925457" cy="4700654"/>
          </a:xfrm>
          <a:prstGeom prst="rect">
            <a:avLst/>
          </a:prstGeom>
        </p:spPr>
      </p:pic>
      <p:sp>
        <p:nvSpPr>
          <p:cNvPr name="TextBox 4" id="4"/>
          <p:cNvSpPr txBox="true"/>
          <p:nvPr/>
        </p:nvSpPr>
        <p:spPr>
          <a:xfrm rot="0">
            <a:off x="2717556" y="3305175"/>
            <a:ext cx="12852888" cy="366712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14400"/>
              </a:lnSpc>
            </a:pPr>
            <a:r>
              <a:rPr lang="en-US" sz="12000">
                <a:solidFill>
                  <a:srgbClr val="000000"/>
                </a:solidFill>
                <a:latin typeface="무궁화 고딕"/>
                <a:ea typeface="무궁화 고딕"/>
                <a:cs typeface="무궁화 고딕"/>
                <a:sym typeface="무궁화 고딕"/>
              </a:rPr>
              <a:t>6.25 전쟁이 시작된</a:t>
            </a:r>
          </a:p>
          <a:p>
            <a:pPr algn="ctr">
              <a:lnSpc>
                <a:spcPts val="14400"/>
              </a:lnSpc>
            </a:pPr>
            <a:r>
              <a:rPr lang="en-US" sz="12000">
                <a:solidFill>
                  <a:srgbClr val="000000"/>
                </a:solidFill>
                <a:latin typeface="무궁화 고딕"/>
                <a:ea typeface="무궁화 고딕"/>
                <a:cs typeface="무궁화 고딕"/>
                <a:sym typeface="무궁화 고딕"/>
              </a:rPr>
              <a:t>해는 언제일까요?</a:t>
            </a:r>
          </a:p>
        </p:txBody>
      </p:sp>
    </p:spTree>
  </p:cSld>
  <p:clrMapOvr>
    <a:masterClrMapping/>
  </p:clrMapOvr>
</p:sld>
</file>

<file path=ppt/slides/slide16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bg>
      <p:bgPr>
        <a:solidFill>
          <a:srgbClr val="FFFAE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name="Picture 2" id="2"/>
          <p:cNvPicPr>
            <a:picLocks noChangeAspect="true"/>
          </p:cNvPicPr>
          <p:nvPr/>
        </p:nvPicPr>
        <p:blipFill>
          <a:blip r:embed="rId2"/>
          <a:srcRect l="0" t="0" r="0" b="0"/>
          <a:stretch>
            <a:fillRect/>
          </a:stretch>
        </p:blipFill>
        <p:spPr>
          <a:xfrm flipH="false" flipV="false" rot="0">
            <a:off x="13655377" y="6809666"/>
            <a:ext cx="6229999" cy="6954669"/>
          </a:xfrm>
          <a:prstGeom prst="rect">
            <a:avLst/>
          </a:prstGeom>
        </p:spPr>
      </p:pic>
      <p:pic>
        <p:nvPicPr>
          <p:cNvPr name="Picture 3" id="3"/>
          <p:cNvPicPr>
            <a:picLocks noChangeAspect="true"/>
          </p:cNvPicPr>
          <p:nvPr/>
        </p:nvPicPr>
        <p:blipFill>
          <a:blip r:embed="rId3"/>
          <a:srcRect l="0" t="0" r="0" b="0"/>
          <a:stretch>
            <a:fillRect/>
          </a:stretch>
        </p:blipFill>
        <p:spPr>
          <a:xfrm flipH="false" flipV="false" rot="0">
            <a:off x="0" y="0"/>
            <a:ext cx="6925457" cy="4700654"/>
          </a:xfrm>
          <a:prstGeom prst="rect">
            <a:avLst/>
          </a:prstGeom>
        </p:spPr>
      </p:pic>
      <p:sp>
        <p:nvSpPr>
          <p:cNvPr name="TextBox 4" id="4"/>
          <p:cNvSpPr txBox="true"/>
          <p:nvPr/>
        </p:nvSpPr>
        <p:spPr>
          <a:xfrm rot="0">
            <a:off x="1135011" y="4295775"/>
            <a:ext cx="16017978" cy="168592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13200"/>
              </a:lnSpc>
            </a:pPr>
            <a:r>
              <a:rPr lang="en-US" sz="11000">
                <a:solidFill>
                  <a:srgbClr val="000000"/>
                </a:solidFill>
                <a:latin typeface="무궁화 고딕"/>
                <a:ea typeface="무궁화 고딕"/>
                <a:cs typeface="무궁화 고딕"/>
                <a:sym typeface="무궁화 고딕"/>
              </a:rPr>
              <a:t>1950년</a:t>
            </a:r>
          </a:p>
        </p:txBody>
      </p:sp>
    </p:spTree>
  </p:cSld>
  <p:clrMapOvr>
    <a:masterClrMapping/>
  </p:clrMapOvr>
</p:sld>
</file>

<file path=ppt/slides/slide17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bg>
      <p:bgPr>
        <a:solidFill>
          <a:srgbClr val="FFFAE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name="Picture 2" id="2"/>
          <p:cNvPicPr>
            <a:picLocks noChangeAspect="true"/>
          </p:cNvPicPr>
          <p:nvPr/>
        </p:nvPicPr>
        <p:blipFill>
          <a:blip r:embed="rId2"/>
          <a:srcRect l="0" t="0" r="0" b="0"/>
          <a:stretch>
            <a:fillRect/>
          </a:stretch>
        </p:blipFill>
        <p:spPr>
          <a:xfrm flipH="false" flipV="false" rot="0">
            <a:off x="13655377" y="6809666"/>
            <a:ext cx="6229999" cy="6954669"/>
          </a:xfrm>
          <a:prstGeom prst="rect">
            <a:avLst/>
          </a:prstGeom>
        </p:spPr>
      </p:pic>
      <p:pic>
        <p:nvPicPr>
          <p:cNvPr name="Picture 3" id="3"/>
          <p:cNvPicPr>
            <a:picLocks noChangeAspect="true"/>
          </p:cNvPicPr>
          <p:nvPr/>
        </p:nvPicPr>
        <p:blipFill>
          <a:blip r:embed="rId3"/>
          <a:srcRect l="0" t="0" r="0" b="0"/>
          <a:stretch>
            <a:fillRect/>
          </a:stretch>
        </p:blipFill>
        <p:spPr>
          <a:xfrm flipH="false" flipV="false" rot="0">
            <a:off x="0" y="0"/>
            <a:ext cx="6925457" cy="4700654"/>
          </a:xfrm>
          <a:prstGeom prst="rect">
            <a:avLst/>
          </a:prstGeom>
        </p:spPr>
      </p:pic>
      <p:sp>
        <p:nvSpPr>
          <p:cNvPr name="TextBox 4" id="4"/>
          <p:cNvSpPr txBox="true"/>
          <p:nvPr/>
        </p:nvSpPr>
        <p:spPr>
          <a:xfrm rot="0">
            <a:off x="1135011" y="3571875"/>
            <a:ext cx="16017978" cy="313372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12360"/>
              </a:lnSpc>
            </a:pPr>
            <a:r>
              <a:rPr lang="en-US" sz="10300">
                <a:solidFill>
                  <a:srgbClr val="000000"/>
                </a:solidFill>
                <a:latin typeface="무궁화 고딕"/>
                <a:ea typeface="무궁화 고딕"/>
                <a:cs typeface="무궁화 고딕"/>
                <a:sym typeface="무궁화 고딕"/>
              </a:rPr>
              <a:t>을지문덕 장군이 승리한 전투는 무엇일까요?</a:t>
            </a:r>
          </a:p>
        </p:txBody>
      </p:sp>
    </p:spTree>
  </p:cSld>
  <p:clrMapOvr>
    <a:masterClrMapping/>
  </p:clrMapOvr>
</p:sld>
</file>

<file path=ppt/slides/slide18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bg>
      <p:bgPr>
        <a:solidFill>
          <a:srgbClr val="FFFAE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name="Picture 2" id="2"/>
          <p:cNvPicPr>
            <a:picLocks noChangeAspect="true"/>
          </p:cNvPicPr>
          <p:nvPr/>
        </p:nvPicPr>
        <p:blipFill>
          <a:blip r:embed="rId2"/>
          <a:srcRect l="0" t="0" r="0" b="0"/>
          <a:stretch>
            <a:fillRect/>
          </a:stretch>
        </p:blipFill>
        <p:spPr>
          <a:xfrm flipH="false" flipV="false" rot="0">
            <a:off x="13655377" y="6809666"/>
            <a:ext cx="6229999" cy="6954669"/>
          </a:xfrm>
          <a:prstGeom prst="rect">
            <a:avLst/>
          </a:prstGeom>
        </p:spPr>
      </p:pic>
      <p:pic>
        <p:nvPicPr>
          <p:cNvPr name="Picture 3" id="3"/>
          <p:cNvPicPr>
            <a:picLocks noChangeAspect="true"/>
          </p:cNvPicPr>
          <p:nvPr/>
        </p:nvPicPr>
        <p:blipFill>
          <a:blip r:embed="rId3"/>
          <a:srcRect l="0" t="0" r="0" b="0"/>
          <a:stretch>
            <a:fillRect/>
          </a:stretch>
        </p:blipFill>
        <p:spPr>
          <a:xfrm flipH="false" flipV="false" rot="0">
            <a:off x="0" y="0"/>
            <a:ext cx="6925457" cy="4700654"/>
          </a:xfrm>
          <a:prstGeom prst="rect">
            <a:avLst/>
          </a:prstGeom>
        </p:spPr>
      </p:pic>
      <p:sp>
        <p:nvSpPr>
          <p:cNvPr name="TextBox 4" id="4"/>
          <p:cNvSpPr txBox="true"/>
          <p:nvPr/>
        </p:nvSpPr>
        <p:spPr>
          <a:xfrm rot="0">
            <a:off x="2717556" y="4219575"/>
            <a:ext cx="12852888" cy="183832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14400"/>
              </a:lnSpc>
            </a:pPr>
            <a:r>
              <a:rPr lang="en-US" sz="12000">
                <a:solidFill>
                  <a:srgbClr val="000000"/>
                </a:solidFill>
                <a:latin typeface="무궁화 고딕"/>
                <a:ea typeface="무궁화 고딕"/>
                <a:cs typeface="무궁화 고딕"/>
                <a:sym typeface="무궁화 고딕"/>
              </a:rPr>
              <a:t>살수대첩</a:t>
            </a:r>
          </a:p>
        </p:txBody>
      </p:sp>
    </p:spTree>
  </p:cSld>
  <p:clrMapOvr>
    <a:masterClrMapping/>
  </p:clrMapOvr>
</p:sld>
</file>

<file path=ppt/slides/slide19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bg>
      <p:bgPr>
        <a:solidFill>
          <a:srgbClr val="FFFAE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name="Picture 2" id="2"/>
          <p:cNvPicPr>
            <a:picLocks noChangeAspect="true"/>
          </p:cNvPicPr>
          <p:nvPr/>
        </p:nvPicPr>
        <p:blipFill>
          <a:blip r:embed="rId2"/>
          <a:srcRect l="0" t="0" r="0" b="0"/>
          <a:stretch>
            <a:fillRect/>
          </a:stretch>
        </p:blipFill>
        <p:spPr>
          <a:xfrm flipH="false" flipV="false" rot="0">
            <a:off x="13655377" y="6809666"/>
            <a:ext cx="6229999" cy="6954669"/>
          </a:xfrm>
          <a:prstGeom prst="rect">
            <a:avLst/>
          </a:prstGeom>
        </p:spPr>
      </p:pic>
      <p:pic>
        <p:nvPicPr>
          <p:cNvPr name="Picture 3" id="3"/>
          <p:cNvPicPr>
            <a:picLocks noChangeAspect="true"/>
          </p:cNvPicPr>
          <p:nvPr/>
        </p:nvPicPr>
        <p:blipFill>
          <a:blip r:embed="rId3"/>
          <a:srcRect l="0" t="0" r="0" b="0"/>
          <a:stretch>
            <a:fillRect/>
          </a:stretch>
        </p:blipFill>
        <p:spPr>
          <a:xfrm flipH="false" flipV="false" rot="0">
            <a:off x="0" y="0"/>
            <a:ext cx="6925457" cy="4700654"/>
          </a:xfrm>
          <a:prstGeom prst="rect">
            <a:avLst/>
          </a:prstGeom>
        </p:spPr>
      </p:pic>
      <p:sp>
        <p:nvSpPr>
          <p:cNvPr name="TextBox 4" id="4"/>
          <p:cNvSpPr txBox="true"/>
          <p:nvPr/>
        </p:nvSpPr>
        <p:spPr>
          <a:xfrm rot="0">
            <a:off x="1135011" y="3457575"/>
            <a:ext cx="16017978" cy="336232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13200"/>
              </a:lnSpc>
            </a:pPr>
            <a:r>
              <a:rPr lang="en-US" sz="11000">
                <a:solidFill>
                  <a:srgbClr val="000000"/>
                </a:solidFill>
                <a:latin typeface="무궁화 고딕"/>
                <a:ea typeface="무궁화 고딕"/>
                <a:cs typeface="무궁화 고딕"/>
                <a:sym typeface="무궁화 고딕"/>
              </a:rPr>
              <a:t>안중근 의사가 저격한 인물은 누구일까요?</a:t>
            </a:r>
          </a:p>
        </p:txBody>
      </p:sp>
    </p:spTree>
  </p:cSld>
  <p:clrMapOvr>
    <a:masterClrMapping/>
  </p:clrMapOvr>
</p:sld>
</file>

<file path=ppt/slides/slide20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bg>
      <p:bgPr>
        <a:solidFill>
          <a:srgbClr val="FFFAE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name="Picture 2" id="2"/>
          <p:cNvPicPr>
            <a:picLocks noChangeAspect="true"/>
          </p:cNvPicPr>
          <p:nvPr/>
        </p:nvPicPr>
        <p:blipFill>
          <a:blip r:embed="rId2"/>
          <a:srcRect l="0" t="0" r="0" b="0"/>
          <a:stretch>
            <a:fillRect/>
          </a:stretch>
        </p:blipFill>
        <p:spPr>
          <a:xfrm flipH="false" flipV="false" rot="0">
            <a:off x="13655377" y="6809666"/>
            <a:ext cx="6229999" cy="6954669"/>
          </a:xfrm>
          <a:prstGeom prst="rect">
            <a:avLst/>
          </a:prstGeom>
        </p:spPr>
      </p:pic>
      <p:pic>
        <p:nvPicPr>
          <p:cNvPr name="Picture 3" id="3"/>
          <p:cNvPicPr>
            <a:picLocks noChangeAspect="true"/>
          </p:cNvPicPr>
          <p:nvPr/>
        </p:nvPicPr>
        <p:blipFill>
          <a:blip r:embed="rId3"/>
          <a:srcRect l="0" t="0" r="0" b="0"/>
          <a:stretch>
            <a:fillRect/>
          </a:stretch>
        </p:blipFill>
        <p:spPr>
          <a:xfrm flipH="false" flipV="false" rot="0">
            <a:off x="0" y="0"/>
            <a:ext cx="6925457" cy="4700654"/>
          </a:xfrm>
          <a:prstGeom prst="rect">
            <a:avLst/>
          </a:prstGeom>
        </p:spPr>
      </p:pic>
      <p:sp>
        <p:nvSpPr>
          <p:cNvPr name="TextBox 4" id="4"/>
          <p:cNvSpPr txBox="true"/>
          <p:nvPr/>
        </p:nvSpPr>
        <p:spPr>
          <a:xfrm rot="0">
            <a:off x="2717556" y="4219575"/>
            <a:ext cx="12852888" cy="183832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14400"/>
              </a:lnSpc>
            </a:pPr>
            <a:r>
              <a:rPr lang="en-US" sz="12000">
                <a:solidFill>
                  <a:srgbClr val="000000"/>
                </a:solidFill>
                <a:latin typeface="무궁화 고딕"/>
                <a:ea typeface="무궁화 고딕"/>
                <a:cs typeface="무궁화 고딕"/>
                <a:sym typeface="무궁화 고딕"/>
              </a:rPr>
              <a:t>이토 히로부미</a:t>
            </a:r>
          </a:p>
        </p:txBody>
      </p:sp>
    </p:spTree>
  </p:cSld>
  <p:clrMapOvr>
    <a:masterClrMapping/>
  </p:clrMapOvr>
</p:sld>
</file>

<file path=ppt/slides/slide21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bg>
      <p:bgPr>
        <a:solidFill>
          <a:srgbClr val="FFFAE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name="Picture 2" id="2"/>
          <p:cNvPicPr>
            <a:picLocks noChangeAspect="true"/>
          </p:cNvPicPr>
          <p:nvPr/>
        </p:nvPicPr>
        <p:blipFill>
          <a:blip r:embed="rId2"/>
          <a:srcRect l="0" t="0" r="0" b="0"/>
          <a:stretch>
            <a:fillRect/>
          </a:stretch>
        </p:blipFill>
        <p:spPr>
          <a:xfrm flipH="false" flipV="false" rot="0">
            <a:off x="13655377" y="6809666"/>
            <a:ext cx="6229999" cy="6954669"/>
          </a:xfrm>
          <a:prstGeom prst="rect">
            <a:avLst/>
          </a:prstGeom>
        </p:spPr>
      </p:pic>
      <p:pic>
        <p:nvPicPr>
          <p:cNvPr name="Picture 3" id="3"/>
          <p:cNvPicPr>
            <a:picLocks noChangeAspect="true"/>
          </p:cNvPicPr>
          <p:nvPr/>
        </p:nvPicPr>
        <p:blipFill>
          <a:blip r:embed="rId3"/>
          <a:srcRect l="0" t="0" r="0" b="0"/>
          <a:stretch>
            <a:fillRect/>
          </a:stretch>
        </p:blipFill>
        <p:spPr>
          <a:xfrm flipH="false" flipV="false" rot="0">
            <a:off x="0" y="0"/>
            <a:ext cx="6925457" cy="4700654"/>
          </a:xfrm>
          <a:prstGeom prst="rect">
            <a:avLst/>
          </a:prstGeom>
        </p:spPr>
      </p:pic>
      <p:sp>
        <p:nvSpPr>
          <p:cNvPr name="TextBox 4" id="4"/>
          <p:cNvSpPr txBox="true"/>
          <p:nvPr/>
        </p:nvSpPr>
        <p:spPr>
          <a:xfrm rot="0">
            <a:off x="1135011" y="3457575"/>
            <a:ext cx="16017978" cy="336232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13200"/>
              </a:lnSpc>
            </a:pPr>
            <a:r>
              <a:rPr lang="en-US" sz="11000">
                <a:solidFill>
                  <a:srgbClr val="000000"/>
                </a:solidFill>
                <a:latin typeface="무궁화 고딕"/>
                <a:ea typeface="무궁화 고딕"/>
                <a:cs typeface="무궁화 고딕"/>
                <a:sym typeface="무궁화 고딕"/>
              </a:rPr>
              <a:t>1000원짜리 지폐에 있는</a:t>
            </a:r>
          </a:p>
          <a:p>
            <a:pPr algn="ctr">
              <a:lnSpc>
                <a:spcPts val="13200"/>
              </a:lnSpc>
            </a:pPr>
            <a:r>
              <a:rPr lang="en-US" sz="11000">
                <a:solidFill>
                  <a:srgbClr val="000000"/>
                </a:solidFill>
                <a:latin typeface="무궁화 고딕"/>
                <a:ea typeface="무궁화 고딕"/>
                <a:cs typeface="무궁화 고딕"/>
                <a:sym typeface="무궁화 고딕"/>
              </a:rPr>
              <a:t>인물은 누구일까요?</a:t>
            </a:r>
          </a:p>
        </p:txBody>
      </p:sp>
    </p:spTree>
  </p:cSld>
  <p:clrMapOvr>
    <a:masterClrMapping/>
  </p:clrMapOvr>
</p:sld>
</file>

<file path=ppt/slides/slide22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bg>
      <p:bgPr>
        <a:solidFill>
          <a:srgbClr val="FFFAE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name="Picture 2" id="2"/>
          <p:cNvPicPr>
            <a:picLocks noChangeAspect="true"/>
          </p:cNvPicPr>
          <p:nvPr/>
        </p:nvPicPr>
        <p:blipFill>
          <a:blip r:embed="rId2"/>
          <a:srcRect l="0" t="0" r="0" b="0"/>
          <a:stretch>
            <a:fillRect/>
          </a:stretch>
        </p:blipFill>
        <p:spPr>
          <a:xfrm flipH="false" flipV="false" rot="0">
            <a:off x="13655377" y="6809666"/>
            <a:ext cx="6229999" cy="6954669"/>
          </a:xfrm>
          <a:prstGeom prst="rect">
            <a:avLst/>
          </a:prstGeom>
        </p:spPr>
      </p:pic>
      <p:pic>
        <p:nvPicPr>
          <p:cNvPr name="Picture 3" id="3"/>
          <p:cNvPicPr>
            <a:picLocks noChangeAspect="true"/>
          </p:cNvPicPr>
          <p:nvPr/>
        </p:nvPicPr>
        <p:blipFill>
          <a:blip r:embed="rId3"/>
          <a:srcRect l="0" t="0" r="0" b="0"/>
          <a:stretch>
            <a:fillRect/>
          </a:stretch>
        </p:blipFill>
        <p:spPr>
          <a:xfrm flipH="false" flipV="false" rot="0">
            <a:off x="0" y="0"/>
            <a:ext cx="6925457" cy="4700654"/>
          </a:xfrm>
          <a:prstGeom prst="rect">
            <a:avLst/>
          </a:prstGeom>
        </p:spPr>
      </p:pic>
      <p:sp>
        <p:nvSpPr>
          <p:cNvPr name="TextBox 4" id="4"/>
          <p:cNvSpPr txBox="true"/>
          <p:nvPr/>
        </p:nvSpPr>
        <p:spPr>
          <a:xfrm rot="0">
            <a:off x="2717556" y="4219575"/>
            <a:ext cx="12852888" cy="183832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14400"/>
              </a:lnSpc>
            </a:pPr>
            <a:r>
              <a:rPr lang="en-US" sz="12000">
                <a:solidFill>
                  <a:srgbClr val="000000"/>
                </a:solidFill>
                <a:latin typeface="무궁화 고딕"/>
                <a:ea typeface="무궁화 고딕"/>
                <a:cs typeface="무궁화 고딕"/>
                <a:sym typeface="무궁화 고딕"/>
              </a:rPr>
              <a:t>율곡 이이</a:t>
            </a:r>
          </a:p>
        </p:txBody>
      </p:sp>
    </p:spTree>
  </p:cSld>
  <p:clrMapOvr>
    <a:masterClrMapping/>
  </p:clrMapOvr>
</p:sld>
</file>

<file path=ppt/slides/slide23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bg>
      <p:bgPr>
        <a:solidFill>
          <a:srgbClr val="FFFAE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name="Picture 2" id="2"/>
          <p:cNvPicPr>
            <a:picLocks noChangeAspect="true"/>
          </p:cNvPicPr>
          <p:nvPr/>
        </p:nvPicPr>
        <p:blipFill>
          <a:blip r:embed="rId2"/>
          <a:srcRect l="0" t="0" r="0" b="0"/>
          <a:stretch>
            <a:fillRect/>
          </a:stretch>
        </p:blipFill>
        <p:spPr>
          <a:xfrm flipH="false" flipV="false" rot="0">
            <a:off x="13655377" y="6809666"/>
            <a:ext cx="6229999" cy="6954669"/>
          </a:xfrm>
          <a:prstGeom prst="rect">
            <a:avLst/>
          </a:prstGeom>
        </p:spPr>
      </p:pic>
      <p:pic>
        <p:nvPicPr>
          <p:cNvPr name="Picture 3" id="3"/>
          <p:cNvPicPr>
            <a:picLocks noChangeAspect="true"/>
          </p:cNvPicPr>
          <p:nvPr/>
        </p:nvPicPr>
        <p:blipFill>
          <a:blip r:embed="rId3"/>
          <a:srcRect l="0" t="0" r="0" b="0"/>
          <a:stretch>
            <a:fillRect/>
          </a:stretch>
        </p:blipFill>
        <p:spPr>
          <a:xfrm flipH="false" flipV="false" rot="0">
            <a:off x="0" y="0"/>
            <a:ext cx="6925457" cy="4700654"/>
          </a:xfrm>
          <a:prstGeom prst="rect">
            <a:avLst/>
          </a:prstGeom>
        </p:spPr>
      </p:pic>
      <p:sp>
        <p:nvSpPr>
          <p:cNvPr name="TextBox 4" id="4"/>
          <p:cNvSpPr txBox="true"/>
          <p:nvPr/>
        </p:nvSpPr>
        <p:spPr>
          <a:xfrm rot="0">
            <a:off x="1135011" y="4295775"/>
            <a:ext cx="16017978" cy="168592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13200"/>
              </a:lnSpc>
            </a:pPr>
            <a:r>
              <a:rPr lang="en-US" sz="11000">
                <a:solidFill>
                  <a:srgbClr val="000000"/>
                </a:solidFill>
                <a:latin typeface="무궁화 고딕"/>
                <a:ea typeface="무궁화 고딕"/>
                <a:cs typeface="무궁화 고딕"/>
                <a:sym typeface="무궁화 고딕"/>
              </a:rPr>
              <a:t>한글날은 몇 월 며칠일까요?</a:t>
            </a:r>
          </a:p>
        </p:txBody>
      </p:sp>
    </p:spTree>
  </p:cSld>
  <p:clrMapOvr>
    <a:masterClrMapping/>
  </p:clrMapOvr>
</p:sld>
</file>

<file path=ppt/slides/slide24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bg>
      <p:bgPr>
        <a:solidFill>
          <a:srgbClr val="FFFAE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name="Picture 2" id="2"/>
          <p:cNvPicPr>
            <a:picLocks noChangeAspect="true"/>
          </p:cNvPicPr>
          <p:nvPr/>
        </p:nvPicPr>
        <p:blipFill>
          <a:blip r:embed="rId2"/>
          <a:srcRect l="0" t="0" r="0" b="0"/>
          <a:stretch>
            <a:fillRect/>
          </a:stretch>
        </p:blipFill>
        <p:spPr>
          <a:xfrm flipH="false" flipV="false" rot="0">
            <a:off x="13655377" y="6809666"/>
            <a:ext cx="6229999" cy="6954669"/>
          </a:xfrm>
          <a:prstGeom prst="rect">
            <a:avLst/>
          </a:prstGeom>
        </p:spPr>
      </p:pic>
      <p:pic>
        <p:nvPicPr>
          <p:cNvPr name="Picture 3" id="3"/>
          <p:cNvPicPr>
            <a:picLocks noChangeAspect="true"/>
          </p:cNvPicPr>
          <p:nvPr/>
        </p:nvPicPr>
        <p:blipFill>
          <a:blip r:embed="rId3"/>
          <a:srcRect l="0" t="0" r="0" b="0"/>
          <a:stretch>
            <a:fillRect/>
          </a:stretch>
        </p:blipFill>
        <p:spPr>
          <a:xfrm flipH="false" flipV="false" rot="0">
            <a:off x="0" y="0"/>
            <a:ext cx="6925457" cy="4700654"/>
          </a:xfrm>
          <a:prstGeom prst="rect">
            <a:avLst/>
          </a:prstGeom>
        </p:spPr>
      </p:pic>
      <p:sp>
        <p:nvSpPr>
          <p:cNvPr name="TextBox 4" id="4"/>
          <p:cNvSpPr txBox="true"/>
          <p:nvPr/>
        </p:nvSpPr>
        <p:spPr>
          <a:xfrm rot="0">
            <a:off x="2717556" y="4219575"/>
            <a:ext cx="12852888" cy="183832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14400"/>
              </a:lnSpc>
            </a:pPr>
            <a:r>
              <a:rPr lang="en-US" sz="12000">
                <a:solidFill>
                  <a:srgbClr val="000000"/>
                </a:solidFill>
                <a:latin typeface="무궁화 고딕"/>
                <a:ea typeface="무궁화 고딕"/>
                <a:cs typeface="무궁화 고딕"/>
                <a:sym typeface="무궁화 고딕"/>
              </a:rPr>
              <a:t>10월 9일</a:t>
            </a:r>
          </a:p>
        </p:txBody>
      </p:sp>
    </p:spTree>
  </p:cSld>
  <p:clrMapOvr>
    <a:masterClrMapping/>
  </p:clrMapOvr>
</p:sld>
</file>

<file path=ppt/slides/slide25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bg>
      <p:bgPr>
        <a:solidFill>
          <a:srgbClr val="FFFAE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name="Picture 2" id="2"/>
          <p:cNvPicPr>
            <a:picLocks noChangeAspect="true"/>
          </p:cNvPicPr>
          <p:nvPr/>
        </p:nvPicPr>
        <p:blipFill>
          <a:blip r:embed="rId2"/>
          <a:srcRect l="0" t="0" r="0" b="0"/>
          <a:stretch>
            <a:fillRect/>
          </a:stretch>
        </p:blipFill>
        <p:spPr>
          <a:xfrm flipH="false" flipV="false" rot="0">
            <a:off x="13655377" y="6809666"/>
            <a:ext cx="6229999" cy="6954669"/>
          </a:xfrm>
          <a:prstGeom prst="rect">
            <a:avLst/>
          </a:prstGeom>
        </p:spPr>
      </p:pic>
      <p:pic>
        <p:nvPicPr>
          <p:cNvPr name="Picture 3" id="3"/>
          <p:cNvPicPr>
            <a:picLocks noChangeAspect="true"/>
          </p:cNvPicPr>
          <p:nvPr/>
        </p:nvPicPr>
        <p:blipFill>
          <a:blip r:embed="rId3"/>
          <a:srcRect l="0" t="0" r="0" b="0"/>
          <a:stretch>
            <a:fillRect/>
          </a:stretch>
        </p:blipFill>
        <p:spPr>
          <a:xfrm flipH="false" flipV="false" rot="0">
            <a:off x="0" y="0"/>
            <a:ext cx="6925457" cy="4700654"/>
          </a:xfrm>
          <a:prstGeom prst="rect">
            <a:avLst/>
          </a:prstGeom>
        </p:spPr>
      </p:pic>
      <p:sp>
        <p:nvSpPr>
          <p:cNvPr name="TextBox 4" id="4"/>
          <p:cNvSpPr txBox="true"/>
          <p:nvPr/>
        </p:nvSpPr>
        <p:spPr>
          <a:xfrm rot="0">
            <a:off x="1135011" y="4410075"/>
            <a:ext cx="16017978" cy="145732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11400"/>
              </a:lnSpc>
            </a:pPr>
            <a:r>
              <a:rPr lang="en-US" sz="9500">
                <a:solidFill>
                  <a:srgbClr val="000000"/>
                </a:solidFill>
                <a:latin typeface="무궁화 고딕"/>
                <a:ea typeface="무궁화 고딕"/>
                <a:cs typeface="무궁화 고딕"/>
                <a:sym typeface="무궁화 고딕"/>
              </a:rPr>
              <a:t>우리나라 국보 1호는 무엇일까요?</a:t>
            </a:r>
          </a:p>
        </p:txBody>
      </p:sp>
    </p:spTree>
  </p:cSld>
  <p:clrMapOvr>
    <a:masterClrMapping/>
  </p:clrMapOvr>
</p:sld>
</file>

<file path=ppt/slides/slide26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bg>
      <p:bgPr>
        <a:solidFill>
          <a:srgbClr val="FFFAE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name="Picture 2" id="2"/>
          <p:cNvPicPr>
            <a:picLocks noChangeAspect="true"/>
          </p:cNvPicPr>
          <p:nvPr/>
        </p:nvPicPr>
        <p:blipFill>
          <a:blip r:embed="rId2"/>
          <a:srcRect l="0" t="0" r="0" b="0"/>
          <a:stretch>
            <a:fillRect/>
          </a:stretch>
        </p:blipFill>
        <p:spPr>
          <a:xfrm flipH="false" flipV="false" rot="0">
            <a:off x="13655377" y="6809666"/>
            <a:ext cx="6229999" cy="6954669"/>
          </a:xfrm>
          <a:prstGeom prst="rect">
            <a:avLst/>
          </a:prstGeom>
        </p:spPr>
      </p:pic>
      <p:pic>
        <p:nvPicPr>
          <p:cNvPr name="Picture 3" id="3"/>
          <p:cNvPicPr>
            <a:picLocks noChangeAspect="true"/>
          </p:cNvPicPr>
          <p:nvPr/>
        </p:nvPicPr>
        <p:blipFill>
          <a:blip r:embed="rId3"/>
          <a:srcRect l="0" t="0" r="0" b="0"/>
          <a:stretch>
            <a:fillRect/>
          </a:stretch>
        </p:blipFill>
        <p:spPr>
          <a:xfrm flipH="false" flipV="false" rot="0">
            <a:off x="0" y="0"/>
            <a:ext cx="6925457" cy="4700654"/>
          </a:xfrm>
          <a:prstGeom prst="rect">
            <a:avLst/>
          </a:prstGeom>
        </p:spPr>
      </p:pic>
      <p:sp>
        <p:nvSpPr>
          <p:cNvPr name="TextBox 4" id="4"/>
          <p:cNvSpPr txBox="true"/>
          <p:nvPr/>
        </p:nvSpPr>
        <p:spPr>
          <a:xfrm rot="0">
            <a:off x="2717556" y="4219575"/>
            <a:ext cx="12852888" cy="183832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14400"/>
              </a:lnSpc>
            </a:pPr>
            <a:r>
              <a:rPr lang="en-US" sz="12000">
                <a:solidFill>
                  <a:srgbClr val="000000"/>
                </a:solidFill>
                <a:latin typeface="무궁화 고딕"/>
                <a:ea typeface="무궁화 고딕"/>
                <a:cs typeface="무궁화 고딕"/>
                <a:sym typeface="무궁화 고딕"/>
              </a:rPr>
              <a:t>숭례문</a:t>
            </a:r>
          </a:p>
        </p:txBody>
      </p:sp>
    </p:spTree>
  </p:cSld>
  <p:clrMapOvr>
    <a:masterClrMapping/>
  </p:clrMapOvr>
</p:sld>
</file>

<file path=ppt/slides/slide27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bg>
      <p:bgPr>
        <a:solidFill>
          <a:srgbClr val="FFFAE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name="Picture 2" id="2"/>
          <p:cNvPicPr>
            <a:picLocks noChangeAspect="true"/>
          </p:cNvPicPr>
          <p:nvPr/>
        </p:nvPicPr>
        <p:blipFill>
          <a:blip r:embed="rId2"/>
          <a:srcRect l="0" t="0" r="0" b="0"/>
          <a:stretch>
            <a:fillRect/>
          </a:stretch>
        </p:blipFill>
        <p:spPr>
          <a:xfrm flipH="false" flipV="false" rot="0">
            <a:off x="13655377" y="6809666"/>
            <a:ext cx="6229999" cy="6954669"/>
          </a:xfrm>
          <a:prstGeom prst="rect">
            <a:avLst/>
          </a:prstGeom>
        </p:spPr>
      </p:pic>
      <p:pic>
        <p:nvPicPr>
          <p:cNvPr name="Picture 3" id="3"/>
          <p:cNvPicPr>
            <a:picLocks noChangeAspect="true"/>
          </p:cNvPicPr>
          <p:nvPr/>
        </p:nvPicPr>
        <p:blipFill>
          <a:blip r:embed="rId3"/>
          <a:srcRect l="0" t="0" r="0" b="0"/>
          <a:stretch>
            <a:fillRect/>
          </a:stretch>
        </p:blipFill>
        <p:spPr>
          <a:xfrm flipH="false" flipV="false" rot="0">
            <a:off x="0" y="0"/>
            <a:ext cx="6925457" cy="4700654"/>
          </a:xfrm>
          <a:prstGeom prst="rect">
            <a:avLst/>
          </a:prstGeom>
        </p:spPr>
      </p:pic>
      <p:sp>
        <p:nvSpPr>
          <p:cNvPr name="TextBox 4" id="4"/>
          <p:cNvSpPr txBox="true"/>
          <p:nvPr/>
        </p:nvSpPr>
        <p:spPr>
          <a:xfrm rot="0">
            <a:off x="1135011" y="4410075"/>
            <a:ext cx="16017978" cy="145732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11400"/>
              </a:lnSpc>
            </a:pPr>
            <a:r>
              <a:rPr lang="en-US" sz="9500">
                <a:solidFill>
                  <a:srgbClr val="000000"/>
                </a:solidFill>
                <a:latin typeface="무궁화 고딕"/>
                <a:ea typeface="무궁화 고딕"/>
                <a:cs typeface="무궁화 고딕"/>
                <a:sym typeface="무궁화 고딕"/>
              </a:rPr>
              <a:t>독도는 어느 도에 속해 있을까요?</a:t>
            </a:r>
          </a:p>
        </p:txBody>
      </p:sp>
    </p:spTree>
  </p:cSld>
  <p:clrMapOvr>
    <a:masterClrMapping/>
  </p:clrMapOvr>
</p:sld>
</file>

<file path=ppt/slides/slide28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bg>
      <p:bgPr>
        <a:solidFill>
          <a:srgbClr val="FFFAE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name="Picture 2" id="2"/>
          <p:cNvPicPr>
            <a:picLocks noChangeAspect="true"/>
          </p:cNvPicPr>
          <p:nvPr/>
        </p:nvPicPr>
        <p:blipFill>
          <a:blip r:embed="rId2"/>
          <a:srcRect l="0" t="0" r="0" b="0"/>
          <a:stretch>
            <a:fillRect/>
          </a:stretch>
        </p:blipFill>
        <p:spPr>
          <a:xfrm flipH="false" flipV="false" rot="0">
            <a:off x="13655377" y="6809666"/>
            <a:ext cx="6229999" cy="6954669"/>
          </a:xfrm>
          <a:prstGeom prst="rect">
            <a:avLst/>
          </a:prstGeom>
        </p:spPr>
      </p:pic>
      <p:pic>
        <p:nvPicPr>
          <p:cNvPr name="Picture 3" id="3"/>
          <p:cNvPicPr>
            <a:picLocks noChangeAspect="true"/>
          </p:cNvPicPr>
          <p:nvPr/>
        </p:nvPicPr>
        <p:blipFill>
          <a:blip r:embed="rId3"/>
          <a:srcRect l="0" t="0" r="0" b="0"/>
          <a:stretch>
            <a:fillRect/>
          </a:stretch>
        </p:blipFill>
        <p:spPr>
          <a:xfrm flipH="false" flipV="false" rot="0">
            <a:off x="0" y="0"/>
            <a:ext cx="6925457" cy="4700654"/>
          </a:xfrm>
          <a:prstGeom prst="rect">
            <a:avLst/>
          </a:prstGeom>
        </p:spPr>
      </p:pic>
      <p:sp>
        <p:nvSpPr>
          <p:cNvPr name="TextBox 4" id="4"/>
          <p:cNvSpPr txBox="true"/>
          <p:nvPr/>
        </p:nvSpPr>
        <p:spPr>
          <a:xfrm rot="0">
            <a:off x="2717556" y="4219575"/>
            <a:ext cx="12852888" cy="183832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14400"/>
              </a:lnSpc>
            </a:pPr>
            <a:r>
              <a:rPr lang="en-US" sz="12000">
                <a:solidFill>
                  <a:srgbClr val="000000"/>
                </a:solidFill>
                <a:latin typeface="무궁화 고딕"/>
                <a:ea typeface="무궁화 고딕"/>
                <a:cs typeface="무궁화 고딕"/>
                <a:sym typeface="무궁화 고딕"/>
              </a:rPr>
              <a:t>경상북도</a:t>
            </a:r>
          </a:p>
        </p:txBody>
      </p:sp>
    </p:spTree>
  </p:cSld>
  <p:clrMapOvr>
    <a:masterClrMapping/>
  </p:clrMapOvr>
</p:sld>
</file>

<file path=ppt/slides/slide29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bg>
      <p:bgPr>
        <a:solidFill>
          <a:srgbClr val="FFFAE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name="Picture 2" id="2"/>
          <p:cNvPicPr>
            <a:picLocks noChangeAspect="true"/>
          </p:cNvPicPr>
          <p:nvPr/>
        </p:nvPicPr>
        <p:blipFill>
          <a:blip r:embed="rId2"/>
          <a:srcRect l="0" t="0" r="0" b="0"/>
          <a:stretch>
            <a:fillRect/>
          </a:stretch>
        </p:blipFill>
        <p:spPr>
          <a:xfrm flipH="false" flipV="false" rot="0">
            <a:off x="13655377" y="6809666"/>
            <a:ext cx="6229999" cy="6954669"/>
          </a:xfrm>
          <a:prstGeom prst="rect">
            <a:avLst/>
          </a:prstGeom>
        </p:spPr>
      </p:pic>
      <p:pic>
        <p:nvPicPr>
          <p:cNvPr name="Picture 3" id="3"/>
          <p:cNvPicPr>
            <a:picLocks noChangeAspect="true"/>
          </p:cNvPicPr>
          <p:nvPr/>
        </p:nvPicPr>
        <p:blipFill>
          <a:blip r:embed="rId3"/>
          <a:srcRect l="0" t="0" r="0" b="0"/>
          <a:stretch>
            <a:fillRect/>
          </a:stretch>
        </p:blipFill>
        <p:spPr>
          <a:xfrm flipH="false" flipV="false" rot="0">
            <a:off x="0" y="0"/>
            <a:ext cx="6925457" cy="4700654"/>
          </a:xfrm>
          <a:prstGeom prst="rect">
            <a:avLst/>
          </a:prstGeom>
        </p:spPr>
      </p:pic>
      <p:sp>
        <p:nvSpPr>
          <p:cNvPr name="TextBox 4" id="4"/>
          <p:cNvSpPr txBox="true"/>
          <p:nvPr/>
        </p:nvSpPr>
        <p:spPr>
          <a:xfrm rot="0">
            <a:off x="1135011" y="3457575"/>
            <a:ext cx="16017978" cy="336232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13200"/>
              </a:lnSpc>
            </a:pPr>
            <a:r>
              <a:rPr lang="en-US" sz="11000">
                <a:solidFill>
                  <a:srgbClr val="000000"/>
                </a:solidFill>
                <a:latin typeface="무궁화 고딕"/>
                <a:ea typeface="무궁화 고딕"/>
                <a:cs typeface="무궁화 고딕"/>
                <a:sym typeface="무궁화 고딕"/>
              </a:rPr>
              <a:t>대한민국의 초대 대통령은</a:t>
            </a:r>
          </a:p>
          <a:p>
            <a:pPr algn="ctr">
              <a:lnSpc>
                <a:spcPts val="13200"/>
              </a:lnSpc>
            </a:pPr>
            <a:r>
              <a:rPr lang="en-US" sz="11000">
                <a:solidFill>
                  <a:srgbClr val="000000"/>
                </a:solidFill>
                <a:latin typeface="무궁화 고딕"/>
                <a:ea typeface="무궁화 고딕"/>
                <a:cs typeface="무궁화 고딕"/>
                <a:sym typeface="무궁화 고딕"/>
              </a:rPr>
              <a:t>누구일까요?</a:t>
            </a:r>
          </a:p>
        </p:txBody>
      </p:sp>
    </p:spTree>
  </p:cSld>
  <p:clrMapOvr>
    <a:masterClrMapping/>
  </p:clrMapOvr>
</p:sld>
</file>

<file path=ppt/slides/slide30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bg>
      <p:bgPr>
        <a:solidFill>
          <a:srgbClr val="FFFAE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name="Picture 2" id="2"/>
          <p:cNvPicPr>
            <a:picLocks noChangeAspect="true"/>
          </p:cNvPicPr>
          <p:nvPr/>
        </p:nvPicPr>
        <p:blipFill>
          <a:blip r:embed="rId2"/>
          <a:srcRect l="0" t="0" r="0" b="0"/>
          <a:stretch>
            <a:fillRect/>
          </a:stretch>
        </p:blipFill>
        <p:spPr>
          <a:xfrm flipH="false" flipV="false" rot="0">
            <a:off x="13655377" y="6809666"/>
            <a:ext cx="6229999" cy="6954669"/>
          </a:xfrm>
          <a:prstGeom prst="rect">
            <a:avLst/>
          </a:prstGeom>
        </p:spPr>
      </p:pic>
      <p:pic>
        <p:nvPicPr>
          <p:cNvPr name="Picture 3" id="3"/>
          <p:cNvPicPr>
            <a:picLocks noChangeAspect="true"/>
          </p:cNvPicPr>
          <p:nvPr/>
        </p:nvPicPr>
        <p:blipFill>
          <a:blip r:embed="rId3"/>
          <a:srcRect l="0" t="0" r="0" b="0"/>
          <a:stretch>
            <a:fillRect/>
          </a:stretch>
        </p:blipFill>
        <p:spPr>
          <a:xfrm flipH="false" flipV="false" rot="0">
            <a:off x="0" y="0"/>
            <a:ext cx="6925457" cy="4700654"/>
          </a:xfrm>
          <a:prstGeom prst="rect">
            <a:avLst/>
          </a:prstGeom>
        </p:spPr>
      </p:pic>
      <p:sp>
        <p:nvSpPr>
          <p:cNvPr name="TextBox 4" id="4"/>
          <p:cNvSpPr txBox="true"/>
          <p:nvPr/>
        </p:nvSpPr>
        <p:spPr>
          <a:xfrm rot="0">
            <a:off x="2717556" y="4219575"/>
            <a:ext cx="12852888" cy="183832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14400"/>
              </a:lnSpc>
            </a:pPr>
            <a:r>
              <a:rPr lang="en-US" sz="12000">
                <a:solidFill>
                  <a:srgbClr val="000000"/>
                </a:solidFill>
                <a:latin typeface="무궁화 고딕"/>
                <a:ea typeface="무궁화 고딕"/>
                <a:cs typeface="무궁화 고딕"/>
                <a:sym typeface="무궁화 고딕"/>
              </a:rPr>
              <a:t>이승만</a:t>
            </a:r>
          </a:p>
        </p:txBody>
      </p:sp>
    </p:spTree>
  </p:cSld>
  <p:clrMapOvr>
    <a:masterClrMapping/>
  </p:clrMapOvr>
</p:sld>
</file>

<file path=ppt/slides/slide31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bg>
      <p:bgPr>
        <a:solidFill>
          <a:srgbClr val="FFFAE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name="Picture 2" id="2"/>
          <p:cNvPicPr>
            <a:picLocks noChangeAspect="true"/>
          </p:cNvPicPr>
          <p:nvPr/>
        </p:nvPicPr>
        <p:blipFill>
          <a:blip r:embed="rId2"/>
          <a:srcRect l="0" t="0" r="0" b="0"/>
          <a:stretch>
            <a:fillRect/>
          </a:stretch>
        </p:blipFill>
        <p:spPr>
          <a:xfrm flipH="false" flipV="false" rot="0">
            <a:off x="13655377" y="6809666"/>
            <a:ext cx="6229999" cy="6954669"/>
          </a:xfrm>
          <a:prstGeom prst="rect">
            <a:avLst/>
          </a:prstGeom>
        </p:spPr>
      </p:pic>
      <p:pic>
        <p:nvPicPr>
          <p:cNvPr name="Picture 3" id="3"/>
          <p:cNvPicPr>
            <a:picLocks noChangeAspect="true"/>
          </p:cNvPicPr>
          <p:nvPr/>
        </p:nvPicPr>
        <p:blipFill>
          <a:blip r:embed="rId3"/>
          <a:srcRect l="0" t="0" r="0" b="0"/>
          <a:stretch>
            <a:fillRect/>
          </a:stretch>
        </p:blipFill>
        <p:spPr>
          <a:xfrm flipH="false" flipV="false" rot="0">
            <a:off x="0" y="0"/>
            <a:ext cx="6925457" cy="4700654"/>
          </a:xfrm>
          <a:prstGeom prst="rect">
            <a:avLst/>
          </a:prstGeom>
        </p:spPr>
      </p:pic>
      <p:sp>
        <p:nvSpPr>
          <p:cNvPr name="TextBox 4" id="4"/>
          <p:cNvSpPr txBox="true"/>
          <p:nvPr/>
        </p:nvSpPr>
        <p:spPr>
          <a:xfrm rot="0">
            <a:off x="1135011" y="4343400"/>
            <a:ext cx="16017978" cy="159067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12480"/>
              </a:lnSpc>
            </a:pPr>
            <a:r>
              <a:rPr lang="en-US" sz="10400">
                <a:solidFill>
                  <a:srgbClr val="000000"/>
                </a:solidFill>
                <a:latin typeface="무궁화 고딕"/>
                <a:ea typeface="무궁화 고딕"/>
                <a:cs typeface="무궁화 고딕"/>
                <a:sym typeface="무궁화 고딕"/>
              </a:rPr>
              <a:t>서울의 옛 이름은 무엇일까요?</a:t>
            </a:r>
          </a:p>
        </p:txBody>
      </p:sp>
    </p:spTree>
  </p:cSld>
  <p:clrMapOvr>
    <a:masterClrMapping/>
  </p:clrMapOvr>
</p:sld>
</file>

<file path=ppt/slides/slide32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bg>
      <p:bgPr>
        <a:solidFill>
          <a:srgbClr val="FFFAE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name="Picture 2" id="2"/>
          <p:cNvPicPr>
            <a:picLocks noChangeAspect="true"/>
          </p:cNvPicPr>
          <p:nvPr/>
        </p:nvPicPr>
        <p:blipFill>
          <a:blip r:embed="rId2"/>
          <a:srcRect l="0" t="0" r="0" b="0"/>
          <a:stretch>
            <a:fillRect/>
          </a:stretch>
        </p:blipFill>
        <p:spPr>
          <a:xfrm flipH="false" flipV="false" rot="0">
            <a:off x="13655377" y="6809666"/>
            <a:ext cx="6229999" cy="6954669"/>
          </a:xfrm>
          <a:prstGeom prst="rect">
            <a:avLst/>
          </a:prstGeom>
        </p:spPr>
      </p:pic>
      <p:pic>
        <p:nvPicPr>
          <p:cNvPr name="Picture 3" id="3"/>
          <p:cNvPicPr>
            <a:picLocks noChangeAspect="true"/>
          </p:cNvPicPr>
          <p:nvPr/>
        </p:nvPicPr>
        <p:blipFill>
          <a:blip r:embed="rId3"/>
          <a:srcRect l="0" t="0" r="0" b="0"/>
          <a:stretch>
            <a:fillRect/>
          </a:stretch>
        </p:blipFill>
        <p:spPr>
          <a:xfrm flipH="false" flipV="false" rot="0">
            <a:off x="0" y="0"/>
            <a:ext cx="6925457" cy="4700654"/>
          </a:xfrm>
          <a:prstGeom prst="rect">
            <a:avLst/>
          </a:prstGeom>
        </p:spPr>
      </p:pic>
      <p:sp>
        <p:nvSpPr>
          <p:cNvPr name="TextBox 4" id="4"/>
          <p:cNvSpPr txBox="true"/>
          <p:nvPr/>
        </p:nvSpPr>
        <p:spPr>
          <a:xfrm rot="0">
            <a:off x="2717556" y="4219575"/>
            <a:ext cx="12852888" cy="183832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14400"/>
              </a:lnSpc>
            </a:pPr>
            <a:r>
              <a:rPr lang="en-US" sz="12000">
                <a:solidFill>
                  <a:srgbClr val="000000"/>
                </a:solidFill>
                <a:latin typeface="무궁화 고딕"/>
                <a:ea typeface="무궁화 고딕"/>
                <a:cs typeface="무궁화 고딕"/>
                <a:sym typeface="무궁화 고딕"/>
              </a:rPr>
              <a:t>한양</a:t>
            </a:r>
          </a:p>
        </p:txBody>
      </p:sp>
    </p:spTree>
  </p:cSld>
  <p:clrMapOvr>
    <a:masterClrMapping/>
  </p:clrMapOvr>
</p:sld>
</file>

<file path=ppt/slides/slide33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bg>
      <p:bgPr>
        <a:solidFill>
          <a:srgbClr val="FFFAE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name="Picture 2" id="2"/>
          <p:cNvPicPr>
            <a:picLocks noChangeAspect="true"/>
          </p:cNvPicPr>
          <p:nvPr/>
        </p:nvPicPr>
        <p:blipFill>
          <a:blip r:embed="rId2"/>
          <a:srcRect l="0" t="0" r="0" b="0"/>
          <a:stretch>
            <a:fillRect/>
          </a:stretch>
        </p:blipFill>
        <p:spPr>
          <a:xfrm flipH="false" flipV="false" rot="0">
            <a:off x="13655377" y="6809666"/>
            <a:ext cx="6229999" cy="6954669"/>
          </a:xfrm>
          <a:prstGeom prst="rect">
            <a:avLst/>
          </a:prstGeom>
        </p:spPr>
      </p:pic>
      <p:pic>
        <p:nvPicPr>
          <p:cNvPr name="Picture 3" id="3"/>
          <p:cNvPicPr>
            <a:picLocks noChangeAspect="true"/>
          </p:cNvPicPr>
          <p:nvPr/>
        </p:nvPicPr>
        <p:blipFill>
          <a:blip r:embed="rId3"/>
          <a:srcRect l="0" t="0" r="0" b="0"/>
          <a:stretch>
            <a:fillRect/>
          </a:stretch>
        </p:blipFill>
        <p:spPr>
          <a:xfrm flipH="false" flipV="false" rot="0">
            <a:off x="0" y="0"/>
            <a:ext cx="6925457" cy="4700654"/>
          </a:xfrm>
          <a:prstGeom prst="rect">
            <a:avLst/>
          </a:prstGeom>
        </p:spPr>
      </p:pic>
      <p:sp>
        <p:nvSpPr>
          <p:cNvPr name="TextBox 4" id="4"/>
          <p:cNvSpPr txBox="true"/>
          <p:nvPr/>
        </p:nvSpPr>
        <p:spPr>
          <a:xfrm rot="0">
            <a:off x="1135011" y="3457575"/>
            <a:ext cx="16017978" cy="336232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13200"/>
              </a:lnSpc>
            </a:pPr>
            <a:r>
              <a:rPr lang="en-US" sz="11000">
                <a:solidFill>
                  <a:srgbClr val="000000"/>
                </a:solidFill>
                <a:latin typeface="무궁화 고딕"/>
                <a:ea typeface="무궁화 고딕"/>
                <a:cs typeface="무궁화 고딕"/>
                <a:sym typeface="무궁화 고딕"/>
              </a:rPr>
              <a:t>태극기의 네 모서리 괘를</a:t>
            </a:r>
          </a:p>
          <a:p>
            <a:pPr algn="ctr">
              <a:lnSpc>
                <a:spcPts val="13200"/>
              </a:lnSpc>
            </a:pPr>
            <a:r>
              <a:rPr lang="en-US" sz="11000">
                <a:solidFill>
                  <a:srgbClr val="000000"/>
                </a:solidFill>
                <a:latin typeface="무궁화 고딕"/>
                <a:ea typeface="무궁화 고딕"/>
                <a:cs typeface="무궁화 고딕"/>
                <a:sym typeface="무궁화 고딕"/>
              </a:rPr>
              <a:t>뭐라고 할까요?</a:t>
            </a:r>
          </a:p>
        </p:txBody>
      </p:sp>
    </p:spTree>
  </p:cSld>
  <p:clrMapOvr>
    <a:masterClrMapping/>
  </p:clrMapOvr>
</p:sld>
</file>

<file path=ppt/slides/slide34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bg>
      <p:bgPr>
        <a:solidFill>
          <a:srgbClr val="FFFAE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name="Picture 2" id="2"/>
          <p:cNvPicPr>
            <a:picLocks noChangeAspect="true"/>
          </p:cNvPicPr>
          <p:nvPr/>
        </p:nvPicPr>
        <p:blipFill>
          <a:blip r:embed="rId2"/>
          <a:srcRect l="0" t="0" r="0" b="0"/>
          <a:stretch>
            <a:fillRect/>
          </a:stretch>
        </p:blipFill>
        <p:spPr>
          <a:xfrm flipH="false" flipV="false" rot="0">
            <a:off x="13655377" y="6809666"/>
            <a:ext cx="6229999" cy="6954669"/>
          </a:xfrm>
          <a:prstGeom prst="rect">
            <a:avLst/>
          </a:prstGeom>
        </p:spPr>
      </p:pic>
      <p:pic>
        <p:nvPicPr>
          <p:cNvPr name="Picture 3" id="3"/>
          <p:cNvPicPr>
            <a:picLocks noChangeAspect="true"/>
          </p:cNvPicPr>
          <p:nvPr/>
        </p:nvPicPr>
        <p:blipFill>
          <a:blip r:embed="rId3"/>
          <a:srcRect l="0" t="0" r="0" b="0"/>
          <a:stretch>
            <a:fillRect/>
          </a:stretch>
        </p:blipFill>
        <p:spPr>
          <a:xfrm flipH="false" flipV="false" rot="0">
            <a:off x="0" y="0"/>
            <a:ext cx="6925457" cy="4700654"/>
          </a:xfrm>
          <a:prstGeom prst="rect">
            <a:avLst/>
          </a:prstGeom>
        </p:spPr>
      </p:pic>
      <p:sp>
        <p:nvSpPr>
          <p:cNvPr name="TextBox 4" id="4"/>
          <p:cNvSpPr txBox="true"/>
          <p:nvPr/>
        </p:nvSpPr>
        <p:spPr>
          <a:xfrm rot="0">
            <a:off x="2717556" y="4219575"/>
            <a:ext cx="12852888" cy="183832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14400"/>
              </a:lnSpc>
            </a:pPr>
            <a:r>
              <a:rPr lang="en-US" sz="12000">
                <a:solidFill>
                  <a:srgbClr val="000000"/>
                </a:solidFill>
                <a:latin typeface="무궁화 고딕"/>
                <a:ea typeface="무궁화 고딕"/>
                <a:cs typeface="무궁화 고딕"/>
                <a:sym typeface="무궁화 고딕"/>
              </a:rPr>
              <a:t>건곤감리</a:t>
            </a:r>
          </a:p>
        </p:txBody>
      </p:sp>
    </p:spTree>
  </p:cSld>
  <p:clrMapOvr>
    <a:masterClrMapping/>
  </p:clrMapOvr>
</p:sld>
</file>

<file path=ppt/slides/slide35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bg>
      <p:bgPr>
        <a:solidFill>
          <a:srgbClr val="FFFAE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name="Picture 2" id="2"/>
          <p:cNvPicPr>
            <a:picLocks noChangeAspect="true"/>
          </p:cNvPicPr>
          <p:nvPr/>
        </p:nvPicPr>
        <p:blipFill>
          <a:blip r:embed="rId2"/>
          <a:srcRect l="0" t="0" r="0" b="0"/>
          <a:stretch>
            <a:fillRect/>
          </a:stretch>
        </p:blipFill>
        <p:spPr>
          <a:xfrm flipH="false" flipV="false" rot="0">
            <a:off x="13655377" y="6809666"/>
            <a:ext cx="6229999" cy="6954669"/>
          </a:xfrm>
          <a:prstGeom prst="rect">
            <a:avLst/>
          </a:prstGeom>
        </p:spPr>
      </p:pic>
      <p:pic>
        <p:nvPicPr>
          <p:cNvPr name="Picture 3" id="3"/>
          <p:cNvPicPr>
            <a:picLocks noChangeAspect="true"/>
          </p:cNvPicPr>
          <p:nvPr/>
        </p:nvPicPr>
        <p:blipFill>
          <a:blip r:embed="rId3"/>
          <a:srcRect l="0" t="0" r="0" b="0"/>
          <a:stretch>
            <a:fillRect/>
          </a:stretch>
        </p:blipFill>
        <p:spPr>
          <a:xfrm flipH="false" flipV="false" rot="0">
            <a:off x="0" y="0"/>
            <a:ext cx="6925457" cy="4700654"/>
          </a:xfrm>
          <a:prstGeom prst="rect">
            <a:avLst/>
          </a:prstGeom>
        </p:spPr>
      </p:pic>
      <p:sp>
        <p:nvSpPr>
          <p:cNvPr name="TextBox 4" id="4"/>
          <p:cNvSpPr txBox="true"/>
          <p:nvPr/>
        </p:nvSpPr>
        <p:spPr>
          <a:xfrm rot="0">
            <a:off x="1135011" y="3457575"/>
            <a:ext cx="16017978" cy="336232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13200"/>
              </a:lnSpc>
            </a:pPr>
            <a:r>
              <a:rPr lang="en-US" sz="11000">
                <a:solidFill>
                  <a:srgbClr val="000000"/>
                </a:solidFill>
                <a:latin typeface="무궁화 고딕"/>
                <a:ea typeface="무궁화 고딕"/>
                <a:cs typeface="무궁화 고딕"/>
                <a:sym typeface="무궁화 고딕"/>
              </a:rPr>
              <a:t>우리나라에서 가장 높은 산은 무엇일까요?</a:t>
            </a:r>
          </a:p>
        </p:txBody>
      </p:sp>
    </p:spTree>
  </p:cSld>
  <p:clrMapOvr>
    <a:masterClrMapping/>
  </p:clrMapOvr>
</p:sld>
</file>

<file path=ppt/slides/slide36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bg>
      <p:bgPr>
        <a:solidFill>
          <a:srgbClr val="FFFAE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name="Picture 2" id="2"/>
          <p:cNvPicPr>
            <a:picLocks noChangeAspect="true"/>
          </p:cNvPicPr>
          <p:nvPr/>
        </p:nvPicPr>
        <p:blipFill>
          <a:blip r:embed="rId2"/>
          <a:srcRect l="0" t="0" r="0" b="0"/>
          <a:stretch>
            <a:fillRect/>
          </a:stretch>
        </p:blipFill>
        <p:spPr>
          <a:xfrm flipH="false" flipV="false" rot="0">
            <a:off x="13655377" y="6809666"/>
            <a:ext cx="6229999" cy="6954669"/>
          </a:xfrm>
          <a:prstGeom prst="rect">
            <a:avLst/>
          </a:prstGeom>
        </p:spPr>
      </p:pic>
      <p:pic>
        <p:nvPicPr>
          <p:cNvPr name="Picture 3" id="3"/>
          <p:cNvPicPr>
            <a:picLocks noChangeAspect="true"/>
          </p:cNvPicPr>
          <p:nvPr/>
        </p:nvPicPr>
        <p:blipFill>
          <a:blip r:embed="rId3"/>
          <a:srcRect l="0" t="0" r="0" b="0"/>
          <a:stretch>
            <a:fillRect/>
          </a:stretch>
        </p:blipFill>
        <p:spPr>
          <a:xfrm flipH="false" flipV="false" rot="0">
            <a:off x="0" y="0"/>
            <a:ext cx="6925457" cy="4700654"/>
          </a:xfrm>
          <a:prstGeom prst="rect">
            <a:avLst/>
          </a:prstGeom>
        </p:spPr>
      </p:pic>
      <p:sp>
        <p:nvSpPr>
          <p:cNvPr name="TextBox 4" id="4"/>
          <p:cNvSpPr txBox="true"/>
          <p:nvPr/>
        </p:nvSpPr>
        <p:spPr>
          <a:xfrm rot="0">
            <a:off x="2717556" y="4219575"/>
            <a:ext cx="12852888" cy="183832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14400"/>
              </a:lnSpc>
            </a:pPr>
            <a:r>
              <a:rPr lang="en-US" sz="12000">
                <a:solidFill>
                  <a:srgbClr val="000000"/>
                </a:solidFill>
                <a:latin typeface="무궁화 고딕"/>
                <a:ea typeface="무궁화 고딕"/>
                <a:cs typeface="무궁화 고딕"/>
                <a:sym typeface="무궁화 고딕"/>
              </a:rPr>
              <a:t>한라산(1947m)</a:t>
            </a:r>
          </a:p>
        </p:txBody>
      </p:sp>
    </p:spTree>
  </p:cSld>
  <p:clrMapOvr>
    <a:masterClrMapping/>
  </p:clrMapOvr>
</p:sld>
</file>

<file path=ppt/slides/slide37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bg>
      <p:bgPr>
        <a:solidFill>
          <a:srgbClr val="FFFAE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name="Picture 2" id="2"/>
          <p:cNvPicPr>
            <a:picLocks noChangeAspect="true"/>
          </p:cNvPicPr>
          <p:nvPr/>
        </p:nvPicPr>
        <p:blipFill>
          <a:blip r:embed="rId2"/>
          <a:srcRect l="0" t="0" r="0" b="0"/>
          <a:stretch>
            <a:fillRect/>
          </a:stretch>
        </p:blipFill>
        <p:spPr>
          <a:xfrm flipH="false" flipV="false" rot="0">
            <a:off x="13655377" y="6809666"/>
            <a:ext cx="6229999" cy="6954669"/>
          </a:xfrm>
          <a:prstGeom prst="rect">
            <a:avLst/>
          </a:prstGeom>
        </p:spPr>
      </p:pic>
      <p:pic>
        <p:nvPicPr>
          <p:cNvPr name="Picture 3" id="3"/>
          <p:cNvPicPr>
            <a:picLocks noChangeAspect="true"/>
          </p:cNvPicPr>
          <p:nvPr/>
        </p:nvPicPr>
        <p:blipFill>
          <a:blip r:embed="rId3"/>
          <a:srcRect l="0" t="0" r="0" b="0"/>
          <a:stretch>
            <a:fillRect/>
          </a:stretch>
        </p:blipFill>
        <p:spPr>
          <a:xfrm flipH="false" flipV="false" rot="0">
            <a:off x="0" y="0"/>
            <a:ext cx="6925457" cy="4700654"/>
          </a:xfrm>
          <a:prstGeom prst="rect">
            <a:avLst/>
          </a:prstGeom>
        </p:spPr>
      </p:pic>
      <p:sp>
        <p:nvSpPr>
          <p:cNvPr name="TextBox 4" id="4"/>
          <p:cNvSpPr txBox="true"/>
          <p:nvPr/>
        </p:nvSpPr>
        <p:spPr>
          <a:xfrm rot="0">
            <a:off x="1135011" y="3457575"/>
            <a:ext cx="16017978" cy="336232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13200"/>
              </a:lnSpc>
            </a:pPr>
            <a:r>
              <a:rPr lang="en-US" sz="11000">
                <a:solidFill>
                  <a:srgbClr val="000000"/>
                </a:solidFill>
                <a:latin typeface="무궁화 고딕"/>
                <a:ea typeface="무궁화 고딕"/>
                <a:cs typeface="무궁화 고딕"/>
                <a:sym typeface="무궁화 고딕"/>
              </a:rPr>
              <a:t>만리장성을 처음 만든 황제는 누구일까요?</a:t>
            </a:r>
          </a:p>
        </p:txBody>
      </p:sp>
    </p:spTree>
  </p:cSld>
  <p:clrMapOvr>
    <a:masterClrMapping/>
  </p:clrMapOvr>
</p:sld>
</file>

<file path=ppt/slides/slide38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bg>
      <p:bgPr>
        <a:solidFill>
          <a:srgbClr val="FFFAE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name="Picture 2" id="2"/>
          <p:cNvPicPr>
            <a:picLocks noChangeAspect="true"/>
          </p:cNvPicPr>
          <p:nvPr/>
        </p:nvPicPr>
        <p:blipFill>
          <a:blip r:embed="rId2"/>
          <a:srcRect l="0" t="0" r="0" b="0"/>
          <a:stretch>
            <a:fillRect/>
          </a:stretch>
        </p:blipFill>
        <p:spPr>
          <a:xfrm flipH="false" flipV="false" rot="0">
            <a:off x="13655377" y="6809666"/>
            <a:ext cx="6229999" cy="6954669"/>
          </a:xfrm>
          <a:prstGeom prst="rect">
            <a:avLst/>
          </a:prstGeom>
        </p:spPr>
      </p:pic>
      <p:pic>
        <p:nvPicPr>
          <p:cNvPr name="Picture 3" id="3"/>
          <p:cNvPicPr>
            <a:picLocks noChangeAspect="true"/>
          </p:cNvPicPr>
          <p:nvPr/>
        </p:nvPicPr>
        <p:blipFill>
          <a:blip r:embed="rId3"/>
          <a:srcRect l="0" t="0" r="0" b="0"/>
          <a:stretch>
            <a:fillRect/>
          </a:stretch>
        </p:blipFill>
        <p:spPr>
          <a:xfrm flipH="false" flipV="false" rot="0">
            <a:off x="0" y="0"/>
            <a:ext cx="6925457" cy="4700654"/>
          </a:xfrm>
          <a:prstGeom prst="rect">
            <a:avLst/>
          </a:prstGeom>
        </p:spPr>
      </p:pic>
      <p:sp>
        <p:nvSpPr>
          <p:cNvPr name="TextBox 4" id="4"/>
          <p:cNvSpPr txBox="true"/>
          <p:nvPr/>
        </p:nvSpPr>
        <p:spPr>
          <a:xfrm rot="0">
            <a:off x="2717556" y="4219575"/>
            <a:ext cx="12852888" cy="183832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14400"/>
              </a:lnSpc>
            </a:pPr>
            <a:r>
              <a:rPr lang="en-US" sz="12000">
                <a:solidFill>
                  <a:srgbClr val="000000"/>
                </a:solidFill>
                <a:latin typeface="무궁화 고딕"/>
                <a:ea typeface="무궁화 고딕"/>
                <a:cs typeface="무궁화 고딕"/>
                <a:sym typeface="무궁화 고딕"/>
              </a:rPr>
              <a:t>진시황</a:t>
            </a:r>
          </a:p>
        </p:txBody>
      </p:sp>
    </p:spTree>
  </p:cSld>
  <p:clrMapOvr>
    <a:masterClrMapping/>
  </p:clrMapOvr>
</p:sld>
</file>

<file path=ppt/slides/slide39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bg>
      <p:bgPr>
        <a:solidFill>
          <a:srgbClr val="FFFAE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name="Picture 2" id="2"/>
          <p:cNvPicPr>
            <a:picLocks noChangeAspect="true"/>
          </p:cNvPicPr>
          <p:nvPr/>
        </p:nvPicPr>
        <p:blipFill>
          <a:blip r:embed="rId2"/>
          <a:srcRect l="0" t="0" r="0" b="0"/>
          <a:stretch>
            <a:fillRect/>
          </a:stretch>
        </p:blipFill>
        <p:spPr>
          <a:xfrm flipH="false" flipV="false" rot="0">
            <a:off x="13655377" y="6809666"/>
            <a:ext cx="6229999" cy="6954669"/>
          </a:xfrm>
          <a:prstGeom prst="rect">
            <a:avLst/>
          </a:prstGeom>
        </p:spPr>
      </p:pic>
      <p:pic>
        <p:nvPicPr>
          <p:cNvPr name="Picture 3" id="3"/>
          <p:cNvPicPr>
            <a:picLocks noChangeAspect="true"/>
          </p:cNvPicPr>
          <p:nvPr/>
        </p:nvPicPr>
        <p:blipFill>
          <a:blip r:embed="rId3"/>
          <a:srcRect l="0" t="0" r="0" b="0"/>
          <a:stretch>
            <a:fillRect/>
          </a:stretch>
        </p:blipFill>
        <p:spPr>
          <a:xfrm flipH="false" flipV="false" rot="0">
            <a:off x="0" y="0"/>
            <a:ext cx="6925457" cy="4700654"/>
          </a:xfrm>
          <a:prstGeom prst="rect">
            <a:avLst/>
          </a:prstGeom>
        </p:spPr>
      </p:pic>
      <p:sp>
        <p:nvSpPr>
          <p:cNvPr name="TextBox 4" id="4"/>
          <p:cNvSpPr txBox="true"/>
          <p:nvPr/>
        </p:nvSpPr>
        <p:spPr>
          <a:xfrm rot="0">
            <a:off x="1135011" y="3457575"/>
            <a:ext cx="16017978" cy="336232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13200"/>
              </a:lnSpc>
            </a:pPr>
            <a:r>
              <a:rPr lang="en-US" sz="11000">
                <a:solidFill>
                  <a:srgbClr val="000000"/>
                </a:solidFill>
                <a:latin typeface="무궁화 고딕"/>
                <a:ea typeface="무궁화 고딕"/>
                <a:cs typeface="무궁화 고딕"/>
                <a:sym typeface="무궁화 고딕"/>
              </a:rPr>
              <a:t>최초로 비행기를 만든 사람은 누구일까요?</a:t>
            </a:r>
          </a:p>
        </p:txBody>
      </p:sp>
    </p:spTree>
  </p:cSld>
  <p:clrMapOvr>
    <a:masterClrMapping/>
  </p:clrMapOvr>
</p:sld>
</file>

<file path=ppt/slides/slide40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bg>
      <p:bgPr>
        <a:solidFill>
          <a:srgbClr val="FFFAE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name="Picture 2" id="2"/>
          <p:cNvPicPr>
            <a:picLocks noChangeAspect="true"/>
          </p:cNvPicPr>
          <p:nvPr/>
        </p:nvPicPr>
        <p:blipFill>
          <a:blip r:embed="rId2"/>
          <a:srcRect l="0" t="0" r="0" b="0"/>
          <a:stretch>
            <a:fillRect/>
          </a:stretch>
        </p:blipFill>
        <p:spPr>
          <a:xfrm flipH="false" flipV="false" rot="0">
            <a:off x="13655377" y="6809666"/>
            <a:ext cx="6229999" cy="6954669"/>
          </a:xfrm>
          <a:prstGeom prst="rect">
            <a:avLst/>
          </a:prstGeom>
        </p:spPr>
      </p:pic>
      <p:pic>
        <p:nvPicPr>
          <p:cNvPr name="Picture 3" id="3"/>
          <p:cNvPicPr>
            <a:picLocks noChangeAspect="true"/>
          </p:cNvPicPr>
          <p:nvPr/>
        </p:nvPicPr>
        <p:blipFill>
          <a:blip r:embed="rId3"/>
          <a:srcRect l="0" t="0" r="0" b="0"/>
          <a:stretch>
            <a:fillRect/>
          </a:stretch>
        </p:blipFill>
        <p:spPr>
          <a:xfrm flipH="false" flipV="false" rot="0">
            <a:off x="0" y="0"/>
            <a:ext cx="6925457" cy="4700654"/>
          </a:xfrm>
          <a:prstGeom prst="rect">
            <a:avLst/>
          </a:prstGeom>
        </p:spPr>
      </p:pic>
      <p:sp>
        <p:nvSpPr>
          <p:cNvPr name="TextBox 4" id="4"/>
          <p:cNvSpPr txBox="true"/>
          <p:nvPr/>
        </p:nvSpPr>
        <p:spPr>
          <a:xfrm rot="0">
            <a:off x="2717556" y="4219575"/>
            <a:ext cx="12852888" cy="183832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14400"/>
              </a:lnSpc>
            </a:pPr>
            <a:r>
              <a:rPr lang="en-US" sz="12000">
                <a:solidFill>
                  <a:srgbClr val="000000"/>
                </a:solidFill>
                <a:latin typeface="무궁화 고딕"/>
                <a:ea typeface="무궁화 고딕"/>
                <a:cs typeface="무궁화 고딕"/>
                <a:sym typeface="무궁화 고딕"/>
              </a:rPr>
              <a:t>라이트 형제</a:t>
            </a:r>
          </a:p>
        </p:txBody>
      </p:sp>
    </p:spTree>
  </p:cSld>
  <p:clrMapOvr>
    <a:masterClrMapping/>
  </p:clrMapOvr>
</p:sld>
</file>

<file path=ppt/slides/slide41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bg>
      <p:bgPr>
        <a:solidFill>
          <a:srgbClr val="FFFAE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name="Picture 2" id="2"/>
          <p:cNvPicPr>
            <a:picLocks noChangeAspect="true"/>
          </p:cNvPicPr>
          <p:nvPr/>
        </p:nvPicPr>
        <p:blipFill>
          <a:blip r:embed="rId2"/>
          <a:srcRect l="0" t="0" r="0" b="0"/>
          <a:stretch>
            <a:fillRect/>
          </a:stretch>
        </p:blipFill>
        <p:spPr>
          <a:xfrm flipH="false" flipV="false" rot="0">
            <a:off x="13655377" y="6809666"/>
            <a:ext cx="6229999" cy="6954669"/>
          </a:xfrm>
          <a:prstGeom prst="rect">
            <a:avLst/>
          </a:prstGeom>
        </p:spPr>
      </p:pic>
      <p:pic>
        <p:nvPicPr>
          <p:cNvPr name="Picture 3" id="3"/>
          <p:cNvPicPr>
            <a:picLocks noChangeAspect="true"/>
          </p:cNvPicPr>
          <p:nvPr/>
        </p:nvPicPr>
        <p:blipFill>
          <a:blip r:embed="rId3"/>
          <a:srcRect l="0" t="0" r="0" b="0"/>
          <a:stretch>
            <a:fillRect/>
          </a:stretch>
        </p:blipFill>
        <p:spPr>
          <a:xfrm flipH="false" flipV="false" rot="0">
            <a:off x="0" y="0"/>
            <a:ext cx="6925457" cy="4700654"/>
          </a:xfrm>
          <a:prstGeom prst="rect">
            <a:avLst/>
          </a:prstGeom>
        </p:spPr>
      </p:pic>
      <p:sp>
        <p:nvSpPr>
          <p:cNvPr name="TextBox 4" id="4"/>
          <p:cNvSpPr txBox="true"/>
          <p:nvPr/>
        </p:nvSpPr>
        <p:spPr>
          <a:xfrm rot="0">
            <a:off x="1135011" y="3457575"/>
            <a:ext cx="16017978" cy="336232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13200"/>
              </a:lnSpc>
            </a:pPr>
            <a:r>
              <a:rPr lang="en-US" sz="11000">
                <a:solidFill>
                  <a:srgbClr val="000000"/>
                </a:solidFill>
                <a:latin typeface="무궁화 고딕"/>
                <a:ea typeface="무궁화 고딕"/>
                <a:cs typeface="무궁화 고딕"/>
                <a:sym typeface="무궁화 고딕"/>
              </a:rPr>
              <a:t>모나리자를 그린 화가는</a:t>
            </a:r>
          </a:p>
          <a:p>
            <a:pPr algn="ctr">
              <a:lnSpc>
                <a:spcPts val="13200"/>
              </a:lnSpc>
            </a:pPr>
            <a:r>
              <a:rPr lang="en-US" sz="11000">
                <a:solidFill>
                  <a:srgbClr val="000000"/>
                </a:solidFill>
                <a:latin typeface="무궁화 고딕"/>
                <a:ea typeface="무궁화 고딕"/>
                <a:cs typeface="무궁화 고딕"/>
                <a:sym typeface="무궁화 고딕"/>
              </a:rPr>
              <a:t>누구일까요?</a:t>
            </a:r>
          </a:p>
        </p:txBody>
      </p:sp>
    </p:spTree>
  </p:cSld>
  <p:clrMapOvr>
    <a:masterClrMapping/>
  </p:clrMapOvr>
</p:sld>
</file>

<file path=ppt/slides/slide42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bg>
      <p:bgPr>
        <a:solidFill>
          <a:srgbClr val="FFFAE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name="Picture 2" id="2"/>
          <p:cNvPicPr>
            <a:picLocks noChangeAspect="true"/>
          </p:cNvPicPr>
          <p:nvPr/>
        </p:nvPicPr>
        <p:blipFill>
          <a:blip r:embed="rId2"/>
          <a:srcRect l="0" t="0" r="0" b="0"/>
          <a:stretch>
            <a:fillRect/>
          </a:stretch>
        </p:blipFill>
        <p:spPr>
          <a:xfrm flipH="false" flipV="false" rot="0">
            <a:off x="13655377" y="6809666"/>
            <a:ext cx="6229999" cy="6954669"/>
          </a:xfrm>
          <a:prstGeom prst="rect">
            <a:avLst/>
          </a:prstGeom>
        </p:spPr>
      </p:pic>
      <p:pic>
        <p:nvPicPr>
          <p:cNvPr name="Picture 3" id="3"/>
          <p:cNvPicPr>
            <a:picLocks noChangeAspect="true"/>
          </p:cNvPicPr>
          <p:nvPr/>
        </p:nvPicPr>
        <p:blipFill>
          <a:blip r:embed="rId3"/>
          <a:srcRect l="0" t="0" r="0" b="0"/>
          <a:stretch>
            <a:fillRect/>
          </a:stretch>
        </p:blipFill>
        <p:spPr>
          <a:xfrm flipH="false" flipV="false" rot="0">
            <a:off x="0" y="0"/>
            <a:ext cx="6925457" cy="4700654"/>
          </a:xfrm>
          <a:prstGeom prst="rect">
            <a:avLst/>
          </a:prstGeom>
        </p:spPr>
      </p:pic>
      <p:sp>
        <p:nvSpPr>
          <p:cNvPr name="TextBox 4" id="4"/>
          <p:cNvSpPr txBox="true"/>
          <p:nvPr/>
        </p:nvSpPr>
        <p:spPr>
          <a:xfrm rot="0">
            <a:off x="2717556" y="4219575"/>
            <a:ext cx="12852888" cy="183832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14400"/>
              </a:lnSpc>
            </a:pPr>
            <a:r>
              <a:rPr lang="en-US" sz="12000">
                <a:solidFill>
                  <a:srgbClr val="000000"/>
                </a:solidFill>
                <a:latin typeface="무궁화 고딕"/>
                <a:ea typeface="무궁화 고딕"/>
                <a:cs typeface="무궁화 고딕"/>
                <a:sym typeface="무궁화 고딕"/>
              </a:rPr>
              <a:t>레오나르도 다빈치</a:t>
            </a:r>
          </a:p>
        </p:txBody>
      </p:sp>
    </p:spTree>
  </p:cSld>
  <p:clrMapOvr>
    <a:masterClrMapping/>
  </p:clrMapOvr>
</p:sld>
</file>

<file path=ppt/slides/slide43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bg>
      <p:bgPr>
        <a:solidFill>
          <a:srgbClr val="FFFAE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name="Picture 2" id="2"/>
          <p:cNvPicPr>
            <a:picLocks noChangeAspect="true"/>
          </p:cNvPicPr>
          <p:nvPr/>
        </p:nvPicPr>
        <p:blipFill>
          <a:blip r:embed="rId2"/>
          <a:srcRect l="0" t="0" r="0" b="0"/>
          <a:stretch>
            <a:fillRect/>
          </a:stretch>
        </p:blipFill>
        <p:spPr>
          <a:xfrm flipH="false" flipV="false" rot="0">
            <a:off x="13655377" y="6809666"/>
            <a:ext cx="6229999" cy="6954669"/>
          </a:xfrm>
          <a:prstGeom prst="rect">
            <a:avLst/>
          </a:prstGeom>
        </p:spPr>
      </p:pic>
      <p:pic>
        <p:nvPicPr>
          <p:cNvPr name="Picture 3" id="3"/>
          <p:cNvPicPr>
            <a:picLocks noChangeAspect="true"/>
          </p:cNvPicPr>
          <p:nvPr/>
        </p:nvPicPr>
        <p:blipFill>
          <a:blip r:embed="rId3"/>
          <a:srcRect l="0" t="0" r="0" b="0"/>
          <a:stretch>
            <a:fillRect/>
          </a:stretch>
        </p:blipFill>
        <p:spPr>
          <a:xfrm flipH="false" flipV="false" rot="0">
            <a:off x="0" y="0"/>
            <a:ext cx="6925457" cy="4700654"/>
          </a:xfrm>
          <a:prstGeom prst="rect">
            <a:avLst/>
          </a:prstGeom>
        </p:spPr>
      </p:pic>
      <p:sp>
        <p:nvSpPr>
          <p:cNvPr name="TextBox 4" id="4"/>
          <p:cNvSpPr txBox="true"/>
          <p:nvPr/>
        </p:nvSpPr>
        <p:spPr>
          <a:xfrm rot="0">
            <a:off x="1135011" y="3457575"/>
            <a:ext cx="16017978" cy="336232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13200"/>
              </a:lnSpc>
            </a:pPr>
            <a:r>
              <a:rPr lang="en-US" sz="11000">
                <a:solidFill>
                  <a:srgbClr val="000000"/>
                </a:solidFill>
                <a:latin typeface="무궁화 고딕"/>
                <a:ea typeface="무궁화 고딕"/>
                <a:cs typeface="무궁화 고딕"/>
                <a:sym typeface="무궁화 고딕"/>
              </a:rPr>
              <a:t>올림픽이 처음 시작된 나라는</a:t>
            </a:r>
          </a:p>
          <a:p>
            <a:pPr algn="ctr">
              <a:lnSpc>
                <a:spcPts val="13200"/>
              </a:lnSpc>
            </a:pPr>
            <a:r>
              <a:rPr lang="en-US" sz="11000">
                <a:solidFill>
                  <a:srgbClr val="000000"/>
                </a:solidFill>
                <a:latin typeface="무궁화 고딕"/>
                <a:ea typeface="무궁화 고딕"/>
                <a:cs typeface="무궁화 고딕"/>
                <a:sym typeface="무궁화 고딕"/>
              </a:rPr>
              <a:t>어디일까요?</a:t>
            </a:r>
          </a:p>
        </p:txBody>
      </p:sp>
    </p:spTree>
  </p:cSld>
  <p:clrMapOvr>
    <a:masterClrMapping/>
  </p:clrMapOvr>
</p:sld>
</file>

<file path=ppt/slides/slide44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bg>
      <p:bgPr>
        <a:solidFill>
          <a:srgbClr val="FFFAE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name="Picture 2" id="2"/>
          <p:cNvPicPr>
            <a:picLocks noChangeAspect="true"/>
          </p:cNvPicPr>
          <p:nvPr/>
        </p:nvPicPr>
        <p:blipFill>
          <a:blip r:embed="rId2"/>
          <a:srcRect l="0" t="0" r="0" b="0"/>
          <a:stretch>
            <a:fillRect/>
          </a:stretch>
        </p:blipFill>
        <p:spPr>
          <a:xfrm flipH="false" flipV="false" rot="0">
            <a:off x="13655377" y="6809666"/>
            <a:ext cx="6229999" cy="6954669"/>
          </a:xfrm>
          <a:prstGeom prst="rect">
            <a:avLst/>
          </a:prstGeom>
        </p:spPr>
      </p:pic>
      <p:pic>
        <p:nvPicPr>
          <p:cNvPr name="Picture 3" id="3"/>
          <p:cNvPicPr>
            <a:picLocks noChangeAspect="true"/>
          </p:cNvPicPr>
          <p:nvPr/>
        </p:nvPicPr>
        <p:blipFill>
          <a:blip r:embed="rId3"/>
          <a:srcRect l="0" t="0" r="0" b="0"/>
          <a:stretch>
            <a:fillRect/>
          </a:stretch>
        </p:blipFill>
        <p:spPr>
          <a:xfrm flipH="false" flipV="false" rot="0">
            <a:off x="0" y="0"/>
            <a:ext cx="6925457" cy="4700654"/>
          </a:xfrm>
          <a:prstGeom prst="rect">
            <a:avLst/>
          </a:prstGeom>
        </p:spPr>
      </p:pic>
      <p:sp>
        <p:nvSpPr>
          <p:cNvPr name="TextBox 4" id="4"/>
          <p:cNvSpPr txBox="true"/>
          <p:nvPr/>
        </p:nvSpPr>
        <p:spPr>
          <a:xfrm rot="0">
            <a:off x="2717556" y="4219575"/>
            <a:ext cx="12852888" cy="183832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14400"/>
              </a:lnSpc>
            </a:pPr>
            <a:r>
              <a:rPr lang="en-US" sz="12000">
                <a:solidFill>
                  <a:srgbClr val="000000"/>
                </a:solidFill>
                <a:latin typeface="무궁화 고딕"/>
                <a:ea typeface="무궁화 고딕"/>
                <a:cs typeface="무궁화 고딕"/>
                <a:sym typeface="무궁화 고딕"/>
              </a:rPr>
              <a:t>그리스</a:t>
            </a:r>
          </a:p>
        </p:txBody>
      </p:sp>
    </p:spTree>
  </p:cSld>
  <p:clrMapOvr>
    <a:masterClrMapping/>
  </p:clrMapOvr>
</p:sld>
</file>

<file path=ppt/slides/slide45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bg>
      <p:bgPr>
        <a:solidFill>
          <a:srgbClr val="FFFAE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name="Picture 2" id="2"/>
          <p:cNvPicPr>
            <a:picLocks noChangeAspect="true"/>
          </p:cNvPicPr>
          <p:nvPr/>
        </p:nvPicPr>
        <p:blipFill>
          <a:blip r:embed="rId2"/>
          <a:srcRect l="0" t="0" r="0" b="0"/>
          <a:stretch>
            <a:fillRect/>
          </a:stretch>
        </p:blipFill>
        <p:spPr>
          <a:xfrm flipH="false" flipV="false" rot="-7408585">
            <a:off x="4499355" y="-533795"/>
            <a:ext cx="9289290" cy="10369815"/>
          </a:xfrm>
          <a:prstGeom prst="rect">
            <a:avLst/>
          </a:prstGeom>
        </p:spPr>
      </p:pic>
      <p:sp>
        <p:nvSpPr>
          <p:cNvPr name="TextBox 3" id="3"/>
          <p:cNvSpPr txBox="true"/>
          <p:nvPr/>
        </p:nvSpPr>
        <p:spPr>
          <a:xfrm rot="0">
            <a:off x="4421807" y="4181475"/>
            <a:ext cx="9444385" cy="191452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15000"/>
              </a:lnSpc>
            </a:pPr>
            <a:r>
              <a:rPr lang="en-US" sz="12500">
                <a:solidFill>
                  <a:srgbClr val="000000"/>
                </a:solidFill>
                <a:latin typeface="무궁화 고딕"/>
                <a:ea typeface="무궁화 고딕"/>
                <a:cs typeface="무궁화 고딕"/>
                <a:sym typeface="무궁화 고딕"/>
              </a:rPr>
              <a:t>감사합니다!</a:t>
            </a:r>
          </a:p>
        </p:txBody>
      </p:sp>
      <p:pic>
        <p:nvPicPr>
          <p:cNvPr name="Picture 4" id="4"/>
          <p:cNvPicPr>
            <a:picLocks noChangeAspect="true"/>
          </p:cNvPicPr>
          <p:nvPr/>
        </p:nvPicPr>
        <p:blipFill>
          <a:blip r:embed="rId3"/>
          <a:srcRect l="62989" t="67035" r="0" b="0"/>
          <a:stretch>
            <a:fillRect/>
          </a:stretch>
        </p:blipFill>
        <p:spPr>
          <a:xfrm flipH="false" flipV="false" rot="5400000">
            <a:off x="-202103" y="6179918"/>
            <a:ext cx="4312936" cy="3841377"/>
          </a:xfrm>
          <a:prstGeom prst="rect">
            <a:avLst/>
          </a:prstGeom>
        </p:spPr>
      </p:pic>
      <p:pic>
        <p:nvPicPr>
          <p:cNvPr name="Picture 5" id="5"/>
          <p:cNvPicPr>
            <a:picLocks noChangeAspect="true"/>
          </p:cNvPicPr>
          <p:nvPr/>
        </p:nvPicPr>
        <p:blipFill>
          <a:blip r:embed="rId4"/>
          <a:srcRect l="0" t="0" r="0" b="0"/>
          <a:stretch>
            <a:fillRect/>
          </a:stretch>
        </p:blipFill>
        <p:spPr>
          <a:xfrm flipH="false" flipV="false" rot="0">
            <a:off x="11640279" y="-4239083"/>
            <a:ext cx="8152651" cy="8478165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Company/>
  <LinksUpToDate>false</LinksUpToDate>
  <SharedDoc>false</SharedDoc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xsi="http://www.w3.org/2001/XMLSchema-instance">
  <dcterms:created xsi:type="dcterms:W3CDTF">2006-08-16T00:00:00Z</dcterms:created>
  <dc:identifier>DAHH9MYqyjQ</dc:identifier>
  <dcterms:modified xsi:type="dcterms:W3CDTF">2011-08-01T06:04:30Z</dcterms:modified>
  <cp:revision>1</cp:revision>
  <dc:title>[Sunday Play] 역사 퀴즈(ppt)</dc:title>
</cp:coreProperties>
</file>