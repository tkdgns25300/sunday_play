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꼬리 잡기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팀별 대표를 정합니다.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대표는 허리 뒤에 꼬리를 꽂습니다.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9747" y="8200435"/>
            <a:ext cx="8487123" cy="1778769"/>
            <a:chOff x="0" y="0"/>
            <a:chExt cx="11316164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143161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마지막까지 꼬리를 지킨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316164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60837" y="4209119"/>
            <a:ext cx="8612946" cy="2570047"/>
            <a:chOff x="0" y="0"/>
            <a:chExt cx="11483928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1483928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팀원은 대표를 보호하면서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상대팀 대표의 꼬리를 잡으세요!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079955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꼬리 잡기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DAHGpfUD07Q</dc:identifier>
  <dcterms:modified xsi:type="dcterms:W3CDTF">2011-08-01T06:04:30Z</dcterms:modified>
  <cp:revision>1</cp:revision>
  <dc:title>[Sunday Play] 꼬리 잡기</dc:title>
</cp:coreProperties>
</file>