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slide+xml" PartName="/ppt/slides/slide98.xml"/>
  <Override ContentType="application/vnd.openxmlformats-officedocument.presentationml.slide+xml" PartName="/ppt/slides/slide99.xml"/>
  <Override ContentType="application/vnd.openxmlformats-officedocument.presentationml.slide+xml" PartName="/ppt/slides/slide100.xml"/>
  <Override ContentType="application/vnd.openxmlformats-officedocument.presentationml.slide+xml" PartName="/ppt/slides/slide101.xml"/>
  <Override ContentType="application/vnd.openxmlformats-officedocument.presentationml.slide+xml" PartName="/ppt/slides/slide102.xml"/>
  <Override ContentType="application/vnd.openxmlformats-officedocument.presentationml.slide+xml" PartName="/ppt/slides/slide103.xml"/>
  <Override ContentType="application/vnd.openxmlformats-officedocument.presentationml.slide+xml" PartName="/ppt/slides/slide104.xml"/>
  <Override ContentType="application/vnd.openxmlformats-officedocument.presentationml.slide+xml" PartName="/ppt/slides/slide10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</p:sldIdLst>
  <p:sldSz cx="18288000" cy="10287000"/>
  <p:notesSz cx="6858000" cy="9144000"/>
  <p:embeddedFontLst>
    <p:embeddedFont>
      <p:font typeface="무궁화 고딕" charset="1" panose="02020603020101020101"/>
      <p:regular r:id="rId111"/>
    </p:embeddedFont>
    <p:embeddedFont>
      <p:font typeface="무궁화 고딕 Bold" charset="1" panose="02020603020101020101"/>
      <p:regular r:id="rId1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slides/slide95.xml" Type="http://schemas.openxmlformats.org/officeDocument/2006/relationships/slide"/><Relationship Id="rId101" Target="slides/slide96.xml" Type="http://schemas.openxmlformats.org/officeDocument/2006/relationships/slide"/><Relationship Id="rId102" Target="slides/slide97.xml" Type="http://schemas.openxmlformats.org/officeDocument/2006/relationships/slide"/><Relationship Id="rId103" Target="slides/slide98.xml" Type="http://schemas.openxmlformats.org/officeDocument/2006/relationships/slide"/><Relationship Id="rId104" Target="slides/slide99.xml" Type="http://schemas.openxmlformats.org/officeDocument/2006/relationships/slide"/><Relationship Id="rId105" Target="slides/slide100.xml" Type="http://schemas.openxmlformats.org/officeDocument/2006/relationships/slide"/><Relationship Id="rId106" Target="slides/slide101.xml" Type="http://schemas.openxmlformats.org/officeDocument/2006/relationships/slide"/><Relationship Id="rId107" Target="slides/slide102.xml" Type="http://schemas.openxmlformats.org/officeDocument/2006/relationships/slide"/><Relationship Id="rId108" Target="slides/slide103.xml" Type="http://schemas.openxmlformats.org/officeDocument/2006/relationships/slide"/><Relationship Id="rId109" Target="slides/slide104.xml" Type="http://schemas.openxmlformats.org/officeDocument/2006/relationships/slide"/><Relationship Id="rId11" Target="slides/slide6.xml" Type="http://schemas.openxmlformats.org/officeDocument/2006/relationships/slide"/><Relationship Id="rId110" Target="slides/slide105.xml" Type="http://schemas.openxmlformats.org/officeDocument/2006/relationships/slide"/><Relationship Id="rId111" Target="fonts/font111.fntdata" Type="http://schemas.openxmlformats.org/officeDocument/2006/relationships/font"/><Relationship Id="rId112" Target="fonts/font112.fntdata" Type="http://schemas.openxmlformats.org/officeDocument/2006/relationships/font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slides/slide89.xml" Type="http://schemas.openxmlformats.org/officeDocument/2006/relationships/slide"/><Relationship Id="rId95" Target="slides/slide90.xml" Type="http://schemas.openxmlformats.org/officeDocument/2006/relationships/slide"/><Relationship Id="rId96" Target="slides/slide91.xml" Type="http://schemas.openxmlformats.org/officeDocument/2006/relationships/slide"/><Relationship Id="rId97" Target="slides/slide92.xml" Type="http://schemas.openxmlformats.org/officeDocument/2006/relationships/slide"/><Relationship Id="rId98" Target="slides/slide93.xml" Type="http://schemas.openxmlformats.org/officeDocument/2006/relationships/slide"/><Relationship Id="rId99" Target="slides/slide9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/Relationships>
</file>

<file path=ppt/slides/_rels/slide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_rels/slide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/Relationships>
</file>

<file path=ppt/slides/_rels/slide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/Relationships>
</file>

<file path=ppt/slides/_rels/slide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/Relationships>
</file>

<file path=ppt/slides/_rels/slide1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/Relationships>
</file>

<file path=ppt/slides/_rels/slide1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/Relationships>
</file>

<file path=ppt/slides/_rels/slide10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57.gif" Type="http://schemas.openxmlformats.org/officeDocument/2006/relationships/image"/><Relationship Id="rId4" Target="../media/image5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인물 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02803" y="9822180"/>
            <a:ext cx="339997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1933749" cy="1982794"/>
            <a:chOff x="0" y="0"/>
            <a:chExt cx="15911666" cy="264372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634076"/>
              <a:ext cx="15911666" cy="1009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팀별로 화면을 바라보며 가로로 나란히 섭니다.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10684245" cy="1263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799"/>
                </a:lnSpc>
              </a:pPr>
              <a:r>
                <a:rPr lang="en-US" sz="59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392761" y="7809938"/>
            <a:ext cx="6694713" cy="1977930"/>
            <a:chOff x="0" y="0"/>
            <a:chExt cx="8926284" cy="263724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627591"/>
              <a:ext cx="8785636" cy="1009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끝까지 살아남은 팀이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8926284" cy="1263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799"/>
                </a:lnSpc>
              </a:pPr>
              <a:r>
                <a:rPr lang="en-US" sz="59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742699" y="3616407"/>
            <a:ext cx="8802602" cy="2778030"/>
            <a:chOff x="0" y="0"/>
            <a:chExt cx="11736802" cy="370404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627590"/>
              <a:ext cx="11736802" cy="2076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한 명씩 인물 사진이 나타납니다.</a:t>
              </a:r>
            </a:p>
            <a:p>
              <a:pPr algn="l">
                <a:lnSpc>
                  <a:spcPts val="6299"/>
                </a:lnSpc>
              </a:pPr>
              <a:r>
                <a:rPr lang="en-US" sz="45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3초 안에 맞추면 성공, 틀리면 탈락!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7235855" cy="1263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799"/>
                </a:lnSpc>
              </a:pPr>
              <a:r>
                <a:rPr lang="en-US" sz="599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인물 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02803" y="9822180"/>
            <a:ext cx="339997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05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오바마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78263" y="0"/>
            <a:ext cx="9131474" cy="10287000"/>
          </a:xfrm>
          <a:custGeom>
            <a:avLst/>
            <a:gdLst/>
            <a:ahLst/>
            <a:cxnLst/>
            <a:rect r="r" b="b" t="t" l="l"/>
            <a:pathLst>
              <a:path h="10287000" w="9131474">
                <a:moveTo>
                  <a:pt x="0" y="0"/>
                </a:moveTo>
                <a:lnTo>
                  <a:pt x="9131474" y="0"/>
                </a:lnTo>
                <a:lnTo>
                  <a:pt x="913147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추신수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567" y="0"/>
            <a:ext cx="18301567" cy="10279380"/>
          </a:xfrm>
          <a:custGeom>
            <a:avLst/>
            <a:gdLst/>
            <a:ahLst/>
            <a:cxnLst/>
            <a:rect r="r" b="b" t="t" l="l"/>
            <a:pathLst>
              <a:path h="10279380" w="18301567">
                <a:moveTo>
                  <a:pt x="0" y="0"/>
                </a:moveTo>
                <a:lnTo>
                  <a:pt x="18301567" y="0"/>
                </a:lnTo>
                <a:lnTo>
                  <a:pt x="18301567" y="10279380"/>
                </a:lnTo>
                <a:lnTo>
                  <a:pt x="0" y="102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모차르트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50716" y="0"/>
            <a:ext cx="8986568" cy="10287000"/>
          </a:xfrm>
          <a:custGeom>
            <a:avLst/>
            <a:gdLst/>
            <a:ahLst/>
            <a:cxnLst/>
            <a:rect r="r" b="b" t="t" l="l"/>
            <a:pathLst>
              <a:path h="10287000" w="8986568">
                <a:moveTo>
                  <a:pt x="0" y="0"/>
                </a:moveTo>
                <a:lnTo>
                  <a:pt x="8986568" y="0"/>
                </a:lnTo>
                <a:lnTo>
                  <a:pt x="89865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유재석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69426" y="0"/>
            <a:ext cx="8949148" cy="10287000"/>
          </a:xfrm>
          <a:custGeom>
            <a:avLst/>
            <a:gdLst/>
            <a:ahLst/>
            <a:cxnLst/>
            <a:rect r="r" b="b" t="t" l="l"/>
            <a:pathLst>
              <a:path h="10287000" w="8949148">
                <a:moveTo>
                  <a:pt x="0" y="0"/>
                </a:moveTo>
                <a:lnTo>
                  <a:pt x="8949148" y="0"/>
                </a:lnTo>
                <a:lnTo>
                  <a:pt x="89491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아이유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63355" y="0"/>
            <a:ext cx="7161290" cy="10301535"/>
          </a:xfrm>
          <a:custGeom>
            <a:avLst/>
            <a:gdLst/>
            <a:ahLst/>
            <a:cxnLst/>
            <a:rect r="r" b="b" t="t" l="l"/>
            <a:pathLst>
              <a:path h="10301535" w="7161290">
                <a:moveTo>
                  <a:pt x="0" y="0"/>
                </a:moveTo>
                <a:lnTo>
                  <a:pt x="7161290" y="0"/>
                </a:lnTo>
                <a:lnTo>
                  <a:pt x="7161290" y="10301535"/>
                </a:lnTo>
                <a:lnTo>
                  <a:pt x="0" y="10301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BTS 정국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05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이광수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4697" y="0"/>
            <a:ext cx="15458607" cy="10287000"/>
          </a:xfrm>
          <a:custGeom>
            <a:avLst/>
            <a:gdLst/>
            <a:ahLst/>
            <a:cxnLst/>
            <a:rect r="r" b="b" t="t" l="l"/>
            <a:pathLst>
              <a:path h="10287000" w="15458607">
                <a:moveTo>
                  <a:pt x="0" y="0"/>
                </a:moveTo>
                <a:lnTo>
                  <a:pt x="15458606" y="0"/>
                </a:lnTo>
                <a:lnTo>
                  <a:pt x="154586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송강호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88908" y="21630"/>
            <a:ext cx="8310183" cy="10243741"/>
          </a:xfrm>
          <a:custGeom>
            <a:avLst/>
            <a:gdLst/>
            <a:ahLst/>
            <a:cxnLst/>
            <a:rect r="r" b="b" t="t" l="l"/>
            <a:pathLst>
              <a:path h="10243741" w="8310183">
                <a:moveTo>
                  <a:pt x="0" y="0"/>
                </a:moveTo>
                <a:lnTo>
                  <a:pt x="8310184" y="0"/>
                </a:lnTo>
                <a:lnTo>
                  <a:pt x="8310184" y="10243740"/>
                </a:lnTo>
                <a:lnTo>
                  <a:pt x="0" y="10243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마동석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71481" y="0"/>
            <a:ext cx="7745039" cy="10287000"/>
          </a:xfrm>
          <a:custGeom>
            <a:avLst/>
            <a:gdLst/>
            <a:ahLst/>
            <a:cxnLst/>
            <a:rect r="r" b="b" t="t" l="l"/>
            <a:pathLst>
              <a:path h="10287000" w="7745039">
                <a:moveTo>
                  <a:pt x="0" y="0"/>
                </a:moveTo>
                <a:lnTo>
                  <a:pt x="7745038" y="0"/>
                </a:lnTo>
                <a:lnTo>
                  <a:pt x="77450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전지현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21235" y="0"/>
            <a:ext cx="6845531" cy="10287000"/>
          </a:xfrm>
          <a:custGeom>
            <a:avLst/>
            <a:gdLst/>
            <a:ahLst/>
            <a:cxnLst/>
            <a:rect r="r" b="b" t="t" l="l"/>
            <a:pathLst>
              <a:path h="10287000" w="6845531">
                <a:moveTo>
                  <a:pt x="0" y="0"/>
                </a:moveTo>
                <a:lnTo>
                  <a:pt x="6845530" y="0"/>
                </a:lnTo>
                <a:lnTo>
                  <a:pt x="68455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강호동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25102" y="0"/>
            <a:ext cx="8237797" cy="10287000"/>
          </a:xfrm>
          <a:custGeom>
            <a:avLst/>
            <a:gdLst/>
            <a:ahLst/>
            <a:cxnLst/>
            <a:rect r="r" b="b" t="t" l="l"/>
            <a:pathLst>
              <a:path h="10287000" w="8237797">
                <a:moveTo>
                  <a:pt x="0" y="0"/>
                </a:moveTo>
                <a:lnTo>
                  <a:pt x="8237796" y="0"/>
                </a:lnTo>
                <a:lnTo>
                  <a:pt x="82377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이병헌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98322" y="0"/>
            <a:ext cx="8091356" cy="10287000"/>
          </a:xfrm>
          <a:custGeom>
            <a:avLst/>
            <a:gdLst/>
            <a:ahLst/>
            <a:cxnLst/>
            <a:rect r="r" b="b" t="t" l="l"/>
            <a:pathLst>
              <a:path h="10287000" w="8091356">
                <a:moveTo>
                  <a:pt x="0" y="0"/>
                </a:moveTo>
                <a:lnTo>
                  <a:pt x="8091356" y="0"/>
                </a:lnTo>
                <a:lnTo>
                  <a:pt x="80913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박보영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89049" y="0"/>
            <a:ext cx="7509901" cy="10287000"/>
          </a:xfrm>
          <a:custGeom>
            <a:avLst/>
            <a:gdLst/>
            <a:ahLst/>
            <a:cxnLst/>
            <a:rect r="r" b="b" t="t" l="l"/>
            <a:pathLst>
              <a:path h="10287000" w="7509901">
                <a:moveTo>
                  <a:pt x="0" y="0"/>
                </a:moveTo>
                <a:lnTo>
                  <a:pt x="7509902" y="0"/>
                </a:lnTo>
                <a:lnTo>
                  <a:pt x="75099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수지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75554" y="17258"/>
            <a:ext cx="8136892" cy="10252484"/>
          </a:xfrm>
          <a:custGeom>
            <a:avLst/>
            <a:gdLst/>
            <a:ahLst/>
            <a:cxnLst/>
            <a:rect r="r" b="b" t="t" l="l"/>
            <a:pathLst>
              <a:path h="10252484" w="8136892">
                <a:moveTo>
                  <a:pt x="0" y="0"/>
                </a:moveTo>
                <a:lnTo>
                  <a:pt x="8136892" y="0"/>
                </a:lnTo>
                <a:lnTo>
                  <a:pt x="8136892" y="10252484"/>
                </a:lnTo>
                <a:lnTo>
                  <a:pt x="0" y="1025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공유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04350" y="20171"/>
            <a:ext cx="8279300" cy="10246658"/>
          </a:xfrm>
          <a:custGeom>
            <a:avLst/>
            <a:gdLst/>
            <a:ahLst/>
            <a:cxnLst/>
            <a:rect r="r" b="b" t="t" l="l"/>
            <a:pathLst>
              <a:path h="10246658" w="8279300">
                <a:moveTo>
                  <a:pt x="0" y="0"/>
                </a:moveTo>
                <a:lnTo>
                  <a:pt x="8279300" y="0"/>
                </a:lnTo>
                <a:lnTo>
                  <a:pt x="8279300" y="10246658"/>
                </a:lnTo>
                <a:lnTo>
                  <a:pt x="0" y="10246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짱구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19261" y="0"/>
            <a:ext cx="8649478" cy="10287000"/>
          </a:xfrm>
          <a:custGeom>
            <a:avLst/>
            <a:gdLst/>
            <a:ahLst/>
            <a:cxnLst/>
            <a:rect r="r" b="b" t="t" l="l"/>
            <a:pathLst>
              <a:path h="10287000" w="8649478">
                <a:moveTo>
                  <a:pt x="0" y="0"/>
                </a:moveTo>
                <a:lnTo>
                  <a:pt x="8649478" y="0"/>
                </a:lnTo>
                <a:lnTo>
                  <a:pt x="86494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도라에몽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23360" y="0"/>
            <a:ext cx="10241280" cy="10287000"/>
          </a:xfrm>
          <a:custGeom>
            <a:avLst/>
            <a:gdLst/>
            <a:ahLst/>
            <a:cxnLst/>
            <a:rect r="r" b="b" t="t" l="l"/>
            <a:pathLst>
              <a:path h="10287000" w="10241280">
                <a:moveTo>
                  <a:pt x="0" y="0"/>
                </a:moveTo>
                <a:lnTo>
                  <a:pt x="10241280" y="0"/>
                </a:lnTo>
                <a:lnTo>
                  <a:pt x="102412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스파이더맨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루피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0171" y="0"/>
            <a:ext cx="14347658" cy="10287000"/>
          </a:xfrm>
          <a:custGeom>
            <a:avLst/>
            <a:gdLst/>
            <a:ahLst/>
            <a:cxnLst/>
            <a:rect r="r" b="b" t="t" l="l"/>
            <a:pathLst>
              <a:path h="10287000" w="14347658">
                <a:moveTo>
                  <a:pt x="0" y="0"/>
                </a:moveTo>
                <a:lnTo>
                  <a:pt x="14347658" y="0"/>
                </a:lnTo>
                <a:lnTo>
                  <a:pt x="143476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나루토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05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임영웅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21235" y="0"/>
            <a:ext cx="6845531" cy="10287000"/>
          </a:xfrm>
          <a:custGeom>
            <a:avLst/>
            <a:gdLst/>
            <a:ahLst/>
            <a:cxnLst/>
            <a:rect r="r" b="b" t="t" l="l"/>
            <a:pathLst>
              <a:path h="10287000" w="6845531">
                <a:moveTo>
                  <a:pt x="0" y="0"/>
                </a:moveTo>
                <a:lnTo>
                  <a:pt x="6845530" y="0"/>
                </a:lnTo>
                <a:lnTo>
                  <a:pt x="68455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뽀로로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96664" y="14216"/>
            <a:ext cx="7694672" cy="10272784"/>
          </a:xfrm>
          <a:custGeom>
            <a:avLst/>
            <a:gdLst/>
            <a:ahLst/>
            <a:cxnLst/>
            <a:rect r="r" b="b" t="t" l="l"/>
            <a:pathLst>
              <a:path h="10272784" w="7694672">
                <a:moveTo>
                  <a:pt x="0" y="0"/>
                </a:moveTo>
                <a:lnTo>
                  <a:pt x="7694672" y="0"/>
                </a:lnTo>
                <a:lnTo>
                  <a:pt x="7694672" y="10272784"/>
                </a:lnTo>
                <a:lnTo>
                  <a:pt x="0" y="10272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손흥민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24843" y="20171"/>
            <a:ext cx="8238313" cy="10246658"/>
          </a:xfrm>
          <a:custGeom>
            <a:avLst/>
            <a:gdLst/>
            <a:ahLst/>
            <a:cxnLst/>
            <a:rect r="r" b="b" t="t" l="l"/>
            <a:pathLst>
              <a:path h="10246658" w="8238313">
                <a:moveTo>
                  <a:pt x="0" y="0"/>
                </a:moveTo>
                <a:lnTo>
                  <a:pt x="8238314" y="0"/>
                </a:lnTo>
                <a:lnTo>
                  <a:pt x="8238314" y="10246658"/>
                </a:lnTo>
                <a:lnTo>
                  <a:pt x="0" y="10246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김연아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21235" y="0"/>
            <a:ext cx="6845531" cy="10287000"/>
          </a:xfrm>
          <a:custGeom>
            <a:avLst/>
            <a:gdLst/>
            <a:ahLst/>
            <a:cxnLst/>
            <a:rect r="r" b="b" t="t" l="l"/>
            <a:pathLst>
              <a:path h="10287000" w="6845531">
                <a:moveTo>
                  <a:pt x="0" y="0"/>
                </a:moveTo>
                <a:lnTo>
                  <a:pt x="6845530" y="0"/>
                </a:lnTo>
                <a:lnTo>
                  <a:pt x="68455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테일러 스위프트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0239" y="25798"/>
            <a:ext cx="7967521" cy="10261202"/>
          </a:xfrm>
          <a:custGeom>
            <a:avLst/>
            <a:gdLst/>
            <a:ahLst/>
            <a:cxnLst/>
            <a:rect r="r" b="b" t="t" l="l"/>
            <a:pathLst>
              <a:path h="10261202" w="7967521">
                <a:moveTo>
                  <a:pt x="0" y="0"/>
                </a:moveTo>
                <a:lnTo>
                  <a:pt x="7967522" y="0"/>
                </a:lnTo>
                <a:lnTo>
                  <a:pt x="7967522" y="10261202"/>
                </a:lnTo>
                <a:lnTo>
                  <a:pt x="0" y="10261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드웨인 존슨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05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리오넬 메시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2712" y="0"/>
            <a:ext cx="15656588" cy="10287000"/>
          </a:xfrm>
          <a:custGeom>
            <a:avLst/>
            <a:gdLst/>
            <a:ahLst/>
            <a:cxnLst/>
            <a:rect r="r" b="b" t="t" l="l"/>
            <a:pathLst>
              <a:path h="10287000" w="15656588">
                <a:moveTo>
                  <a:pt x="0" y="0"/>
                </a:moveTo>
                <a:lnTo>
                  <a:pt x="15656588" y="0"/>
                </a:lnTo>
                <a:lnTo>
                  <a:pt x="156565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3426045"/>
            <a:ext cx="11810151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크리스티아누 호날두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35873" y="0"/>
            <a:ext cx="7216254" cy="10287000"/>
          </a:xfrm>
          <a:custGeom>
            <a:avLst/>
            <a:gdLst/>
            <a:ahLst/>
            <a:cxnLst/>
            <a:rect r="r" b="b" t="t" l="l"/>
            <a:pathLst>
              <a:path h="10287000" w="7216254">
                <a:moveTo>
                  <a:pt x="0" y="0"/>
                </a:moveTo>
                <a:lnTo>
                  <a:pt x="7216254" y="0"/>
                </a:lnTo>
                <a:lnTo>
                  <a:pt x="721625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윌 스미스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62936" y="17107"/>
            <a:ext cx="7762128" cy="10269893"/>
          </a:xfrm>
          <a:custGeom>
            <a:avLst/>
            <a:gdLst/>
            <a:ahLst/>
            <a:cxnLst/>
            <a:rect r="r" b="b" t="t" l="l"/>
            <a:pathLst>
              <a:path h="10269893" w="7762128">
                <a:moveTo>
                  <a:pt x="0" y="0"/>
                </a:moveTo>
                <a:lnTo>
                  <a:pt x="7762128" y="0"/>
                </a:lnTo>
                <a:lnTo>
                  <a:pt x="7762128" y="10269893"/>
                </a:lnTo>
                <a:lnTo>
                  <a:pt x="0" y="10269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607267" y="3228975"/>
            <a:ext cx="13073467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로버트 다우니 주니어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07730" y="0"/>
            <a:ext cx="14272539" cy="10287000"/>
          </a:xfrm>
          <a:custGeom>
            <a:avLst/>
            <a:gdLst/>
            <a:ahLst/>
            <a:cxnLst/>
            <a:rect r="r" b="b" t="t" l="l"/>
            <a:pathLst>
              <a:path h="10287000" w="14272539">
                <a:moveTo>
                  <a:pt x="0" y="0"/>
                </a:moveTo>
                <a:lnTo>
                  <a:pt x="14272540" y="0"/>
                </a:lnTo>
                <a:lnTo>
                  <a:pt x="1427254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마이크 타이슨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05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잭 블랙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16331" y="0"/>
            <a:ext cx="12455338" cy="10287000"/>
          </a:xfrm>
          <a:custGeom>
            <a:avLst/>
            <a:gdLst/>
            <a:ahLst/>
            <a:cxnLst/>
            <a:rect r="r" b="b" t="t" l="l"/>
            <a:pathLst>
              <a:path h="10287000" w="12455338">
                <a:moveTo>
                  <a:pt x="0" y="0"/>
                </a:moveTo>
                <a:lnTo>
                  <a:pt x="12455338" y="0"/>
                </a:lnTo>
                <a:lnTo>
                  <a:pt x="124553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스폰지밥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31305" y="0"/>
            <a:ext cx="10425390" cy="10287000"/>
          </a:xfrm>
          <a:custGeom>
            <a:avLst/>
            <a:gdLst/>
            <a:ahLst/>
            <a:cxnLst/>
            <a:rect r="r" b="b" t="t" l="l"/>
            <a:pathLst>
              <a:path h="10287000" w="10425390">
                <a:moveTo>
                  <a:pt x="0" y="0"/>
                </a:moveTo>
                <a:lnTo>
                  <a:pt x="10425390" y="0"/>
                </a:lnTo>
                <a:lnTo>
                  <a:pt x="104253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피카츄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58414" y="0"/>
            <a:ext cx="9971171" cy="10287000"/>
          </a:xfrm>
          <a:custGeom>
            <a:avLst/>
            <a:gdLst/>
            <a:ahLst/>
            <a:cxnLst/>
            <a:rect r="r" b="b" t="t" l="l"/>
            <a:pathLst>
              <a:path h="10287000" w="9971171">
                <a:moveTo>
                  <a:pt x="0" y="0"/>
                </a:moveTo>
                <a:lnTo>
                  <a:pt x="9971172" y="0"/>
                </a:lnTo>
                <a:lnTo>
                  <a:pt x="997117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미키마우스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9976" y="0"/>
            <a:ext cx="14988048" cy="10287000"/>
          </a:xfrm>
          <a:custGeom>
            <a:avLst/>
            <a:gdLst/>
            <a:ahLst/>
            <a:cxnLst/>
            <a:rect r="r" b="b" t="t" l="l"/>
            <a:pathLst>
              <a:path h="10287000" w="14988048">
                <a:moveTo>
                  <a:pt x="0" y="0"/>
                </a:moveTo>
                <a:lnTo>
                  <a:pt x="14988048" y="0"/>
                </a:lnTo>
                <a:lnTo>
                  <a:pt x="14988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엘사</a:t>
            </a:r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57750" y="0"/>
            <a:ext cx="8572500" cy="10287000"/>
          </a:xfrm>
          <a:custGeom>
            <a:avLst/>
            <a:gdLst/>
            <a:ahLst/>
            <a:cxnLst/>
            <a:rect r="r" b="b" t="t" l="l"/>
            <a:pathLst>
              <a:path h="10287000" w="8572500">
                <a:moveTo>
                  <a:pt x="0" y="0"/>
                </a:moveTo>
                <a:lnTo>
                  <a:pt x="8572500" y="0"/>
                </a:lnTo>
                <a:lnTo>
                  <a:pt x="8572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토토로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05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코난</a:t>
            </a:r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32165" y="0"/>
            <a:ext cx="6623670" cy="10398051"/>
          </a:xfrm>
          <a:custGeom>
            <a:avLst/>
            <a:gdLst/>
            <a:ahLst/>
            <a:cxnLst/>
            <a:rect r="r" b="b" t="t" l="l"/>
            <a:pathLst>
              <a:path h="10398051" w="6623670">
                <a:moveTo>
                  <a:pt x="0" y="0"/>
                </a:moveTo>
                <a:lnTo>
                  <a:pt x="6623670" y="0"/>
                </a:lnTo>
                <a:lnTo>
                  <a:pt x="6623670" y="10398051"/>
                </a:lnTo>
                <a:lnTo>
                  <a:pt x="0" y="103980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우디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7786" y="0"/>
            <a:ext cx="14532429" cy="10287000"/>
          </a:xfrm>
          <a:custGeom>
            <a:avLst/>
            <a:gdLst/>
            <a:ahLst/>
            <a:cxnLst/>
            <a:rect r="r" b="b" t="t" l="l"/>
            <a:pathLst>
              <a:path h="10287000" w="14532429">
                <a:moveTo>
                  <a:pt x="0" y="0"/>
                </a:moveTo>
                <a:lnTo>
                  <a:pt x="14532428" y="0"/>
                </a:lnTo>
                <a:lnTo>
                  <a:pt x="145324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슈렉</a:t>
            </a:r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95174" y="0"/>
            <a:ext cx="6697651" cy="10287000"/>
          </a:xfrm>
          <a:custGeom>
            <a:avLst/>
            <a:gdLst/>
            <a:ahLst/>
            <a:cxnLst/>
            <a:rect r="r" b="b" t="t" l="l"/>
            <a:pathLst>
              <a:path h="10287000" w="6697651">
                <a:moveTo>
                  <a:pt x="0" y="0"/>
                </a:moveTo>
                <a:lnTo>
                  <a:pt x="6697652" y="0"/>
                </a:lnTo>
                <a:lnTo>
                  <a:pt x="669765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배트맨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41280"/>
          </a:xfrm>
          <a:custGeom>
            <a:avLst/>
            <a:gdLst/>
            <a:ahLst/>
            <a:cxnLst/>
            <a:rect r="r" b="b" t="t" l="l"/>
            <a:pathLst>
              <a:path h="10241280" w="18288000">
                <a:moveTo>
                  <a:pt x="0" y="0"/>
                </a:moveTo>
                <a:lnTo>
                  <a:pt x="18288000" y="0"/>
                </a:lnTo>
                <a:lnTo>
                  <a:pt x="18288000" y="10241280"/>
                </a:lnTo>
                <a:lnTo>
                  <a:pt x="0" y="1024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아이언맨</a:t>
            </a:r>
          </a:p>
        </p:txBody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62936" y="0"/>
            <a:ext cx="7762128" cy="10269893"/>
          </a:xfrm>
          <a:custGeom>
            <a:avLst/>
            <a:gdLst/>
            <a:ahLst/>
            <a:cxnLst/>
            <a:rect r="r" b="b" t="t" l="l"/>
            <a:pathLst>
              <a:path h="10269893" w="7762128">
                <a:moveTo>
                  <a:pt x="0" y="0"/>
                </a:moveTo>
                <a:lnTo>
                  <a:pt x="7762128" y="0"/>
                </a:lnTo>
                <a:lnTo>
                  <a:pt x="7762128" y="10269893"/>
                </a:lnTo>
                <a:lnTo>
                  <a:pt x="0" y="10269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김구</a:t>
            </a:r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91340" y="0"/>
            <a:ext cx="7705320" cy="10287000"/>
          </a:xfrm>
          <a:custGeom>
            <a:avLst/>
            <a:gdLst/>
            <a:ahLst/>
            <a:cxnLst/>
            <a:rect r="r" b="b" t="t" l="l"/>
            <a:pathLst>
              <a:path h="10287000" w="7705320">
                <a:moveTo>
                  <a:pt x="0" y="0"/>
                </a:moveTo>
                <a:lnTo>
                  <a:pt x="7705320" y="0"/>
                </a:lnTo>
                <a:lnTo>
                  <a:pt x="77053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이순신</a:t>
            </a:r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22756" y="0"/>
            <a:ext cx="7442489" cy="10287000"/>
          </a:xfrm>
          <a:custGeom>
            <a:avLst/>
            <a:gdLst/>
            <a:ahLst/>
            <a:cxnLst/>
            <a:rect r="r" b="b" t="t" l="l"/>
            <a:pathLst>
              <a:path h="10287000" w="7442489">
                <a:moveTo>
                  <a:pt x="0" y="0"/>
                </a:moveTo>
                <a:lnTo>
                  <a:pt x="7442488" y="0"/>
                </a:lnTo>
                <a:lnTo>
                  <a:pt x="74424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아인슈타인</a:t>
            </a:r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0239" y="25798"/>
            <a:ext cx="7967521" cy="10261202"/>
          </a:xfrm>
          <a:custGeom>
            <a:avLst/>
            <a:gdLst/>
            <a:ahLst/>
            <a:cxnLst/>
            <a:rect r="r" b="b" t="t" l="l"/>
            <a:pathLst>
              <a:path h="10261202" w="7967521">
                <a:moveTo>
                  <a:pt x="0" y="0"/>
                </a:moveTo>
                <a:lnTo>
                  <a:pt x="7967522" y="0"/>
                </a:lnTo>
                <a:lnTo>
                  <a:pt x="7967522" y="10261202"/>
                </a:lnTo>
                <a:lnTo>
                  <a:pt x="0" y="10261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링컨</a:t>
            </a:r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87462" y="0"/>
            <a:ext cx="7913077" cy="10287000"/>
          </a:xfrm>
          <a:custGeom>
            <a:avLst/>
            <a:gdLst/>
            <a:ahLst/>
            <a:cxnLst/>
            <a:rect r="r" b="b" t="t" l="l"/>
            <a:pathLst>
              <a:path h="10287000" w="7913077">
                <a:moveTo>
                  <a:pt x="0" y="0"/>
                </a:moveTo>
                <a:lnTo>
                  <a:pt x="7913076" y="0"/>
                </a:lnTo>
                <a:lnTo>
                  <a:pt x="791307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간디</a:t>
            </a:r>
          </a:p>
        </p:txBody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2978" y="0"/>
            <a:ext cx="11862043" cy="10287000"/>
          </a:xfrm>
          <a:custGeom>
            <a:avLst/>
            <a:gdLst/>
            <a:ahLst/>
            <a:cxnLst/>
            <a:rect r="r" b="b" t="t" l="l"/>
            <a:pathLst>
              <a:path h="10287000" w="11862043">
                <a:moveTo>
                  <a:pt x="0" y="0"/>
                </a:moveTo>
                <a:lnTo>
                  <a:pt x="11862044" y="0"/>
                </a:lnTo>
                <a:lnTo>
                  <a:pt x="1186204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찰리 채플린</a:t>
            </a:r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05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스티브 잡스</a:t>
            </a:r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99978" y="-8808"/>
            <a:ext cx="7288044" cy="10295808"/>
          </a:xfrm>
          <a:custGeom>
            <a:avLst/>
            <a:gdLst/>
            <a:ahLst/>
            <a:cxnLst/>
            <a:rect r="r" b="b" t="t" l="l"/>
            <a:pathLst>
              <a:path h="10295808" w="7288044">
                <a:moveTo>
                  <a:pt x="0" y="0"/>
                </a:moveTo>
                <a:lnTo>
                  <a:pt x="7288044" y="0"/>
                </a:lnTo>
                <a:lnTo>
                  <a:pt x="7288044" y="10295808"/>
                </a:lnTo>
                <a:lnTo>
                  <a:pt x="0" y="102958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일론 머스크</a:t>
            </a:r>
          </a:p>
        </p:txBody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DAHH9Y8NU8g</dc:identifier>
  <dcterms:modified xsi:type="dcterms:W3CDTF">2011-08-01T06:04:30Z</dcterms:modified>
  <cp:revision>1</cp:revision>
  <dc:title>[Sunday Play] 인물 퀴즈(ppt)</dc:title>
</cp:coreProperties>
</file>