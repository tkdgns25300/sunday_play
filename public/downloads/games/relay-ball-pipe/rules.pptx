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릴레이 공 옮기기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U보드를 들고 일렬로 서서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첫 주</a:t>
              </a: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자가 공을 굴립니다.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64326" y="8200435"/>
            <a:ext cx="6341492" cy="1778769"/>
            <a:chOff x="0" y="0"/>
            <a:chExt cx="8455322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8326056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컵에 먼저 골인하는 팀이 승리!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8455322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656513" y="3679522"/>
            <a:ext cx="8678559" cy="3364141"/>
            <a:chOff x="0" y="0"/>
            <a:chExt cx="11571412" cy="44855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1571412" cy="311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공이 지나가면 맨 뒤로 달려가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계속 굴러가도록 연결!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(공을 떨어뜨리면 처음부터 다시)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133890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릴레이 공 옮기기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DAHG7tpWYSU</dc:identifier>
  <dcterms:modified xsi:type="dcterms:W3CDTF">2011-08-01T06:04:30Z</dcterms:modified>
  <cp:revision>1</cp:revision>
  <dc:title>[Sunday Play] 릴레이 공 옮기기</dc:title>
</cp:coreProperties>
</file>