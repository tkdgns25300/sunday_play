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무궁화 고딕" charset="1" panose="02020603020101020101"/>
      <p:regular r:id="rId10"/>
    </p:embeddedFont>
    <p:embeddedFont>
      <p:font typeface="무궁화 고딕 Bold" charset="1" panose="02020603020101020101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Relationship Id="rId4" Target="../media/image7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누구게?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522856" y="9822180"/>
            <a:ext cx="3379923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0694683" cy="2406534"/>
            <a:chOff x="0" y="0"/>
            <a:chExt cx="14259577" cy="3208711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8378"/>
              <a:ext cx="14259577" cy="18203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도전자가 뒤돌아 섭니다.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나머지는 순서를 정합니다.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9574913" cy="1062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7"/>
                </a:lnSpc>
              </a:pPr>
              <a:r>
                <a:rPr lang="en-US" sz="492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29694" y="7615163"/>
            <a:ext cx="8487123" cy="3107563"/>
            <a:chOff x="0" y="0"/>
            <a:chExt cx="11316164" cy="414341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83283"/>
              <a:ext cx="11143161" cy="27601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모두 끝나면 도전자가 뒤돌아 결과 확인.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왼쪽에 있는 사람 수가 점수!</a:t>
              </a:r>
            </a:p>
            <a:p>
              <a:pPr algn="l">
                <a:lnSpc>
                  <a:spcPts val="5599"/>
                </a:lnSpc>
              </a:pP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1316164" cy="105302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19"/>
                </a:lnSpc>
              </a:pPr>
              <a:r>
                <a:rPr lang="en-US" sz="4938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528135" y="3604305"/>
            <a:ext cx="10417683" cy="3107111"/>
            <a:chOff x="0" y="0"/>
            <a:chExt cx="13890244" cy="4142815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82681"/>
              <a:ext cx="13890244" cy="276013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한 명씩 같은 단어(ex. "안녕하세요")를 말합니다.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도전자는 누구인지 즉시 답하고,</a:t>
              </a:r>
            </a:p>
            <a:p>
              <a:pPr algn="l">
                <a:lnSpc>
                  <a:spcPts val="5599"/>
                </a:lnSpc>
              </a:pPr>
              <a:r>
                <a:rPr lang="en-US" sz="39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맞으면 왼쪽 / 틀리면 오른쪽으로 이동!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8563473" cy="10531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409"/>
                </a:lnSpc>
              </a:pPr>
              <a:r>
                <a:rPr lang="en-US" sz="493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누구게?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522856" y="9822180"/>
            <a:ext cx="3379923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DAHH27_gMX8</dc:identifier>
  <dcterms:modified xsi:type="dcterms:W3CDTF">2011-08-01T06:04:30Z</dcterms:modified>
  <cp:revision>1</cp:revision>
  <dc:title>[Sunday Play] 누구게?(ppt)</dc:title>
</cp:coreProperties>
</file>