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x="18288000" cy="10287000"/>
  <p:notesSz cx="6858000" cy="9144000"/>
  <p:embeddedFontLst>
    <p:embeddedFont>
      <p:font typeface="Jua" charset="1" panose="00000000000000000000"/>
      <p:regular r:id="rId55"/>
    </p:embeddedFont>
    <p:embeddedFont>
      <p:font typeface="TDTD갬성명조" charset="1" panose="02000503000000000000"/>
      <p:regular r:id="rId56"/>
    </p:embeddedFont>
    <p:embeddedFont>
      <p:font typeface="TDTD가온" charset="1" panose="02000503000000000000"/>
      <p:regular r:id="rId5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57" Target="fonts/font57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눈높이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619696" cy="2100123"/>
            <a:chOff x="0" y="0"/>
            <a:chExt cx="16826261" cy="280016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15940"/>
              <a:ext cx="16826261" cy="11842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02"/>
                </a:lnSpc>
              </a:pPr>
              <a:r>
                <a:rPr lang="en-US" sz="5287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어린아이가 설명한 문장이 나타납니다.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181877" y="7319033"/>
            <a:ext cx="8106123" cy="2967967"/>
            <a:chOff x="0" y="0"/>
            <a:chExt cx="10808164" cy="395728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10705410" cy="24144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20"/>
                </a:lnSpc>
              </a:pPr>
              <a:r>
                <a:rPr lang="en-US" sz="53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못 맞추면 힌트가 공개됩니다.</a:t>
              </a:r>
            </a:p>
            <a:p>
              <a:pPr algn="l">
                <a:lnSpc>
                  <a:spcPts val="7420"/>
                </a:lnSpc>
              </a:pPr>
              <a:r>
                <a:rPr lang="en-US" sz="53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많은 점수를 얻은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10808164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144447" y="3458624"/>
            <a:ext cx="7054922" cy="3036981"/>
            <a:chOff x="0" y="0"/>
            <a:chExt cx="9406563" cy="4049308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21596"/>
              <a:ext cx="9406563" cy="242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15"/>
                </a:lnSpc>
              </a:pPr>
              <a:r>
                <a:rPr lang="en-US" sz="52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팀별로 동시에 보고 가장 먼저</a:t>
              </a:r>
            </a:p>
            <a:p>
              <a:pPr algn="l">
                <a:lnSpc>
                  <a:spcPts val="7415"/>
                </a:lnSpc>
              </a:pPr>
              <a:r>
                <a:rPr lang="en-US" sz="52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정답을 외치세요!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799240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눈높이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엄마가 일어나면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책을 봐요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엄마가 일어나면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책을 봐요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번호를 눌러요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노래방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3294045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거울 보면서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얼굴에 거품 파티 해요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아빠만 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2943225"/>
            <a:ext cx="13294045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거울 보면서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얼굴에 거품 파티 해요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면도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390900"/>
            <a:ext cx="13815414" cy="3267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차가운 방인데 불 끄면 깜깜해지고 문 닫으면 다시 켜져요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먹을 것이 많아요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390900"/>
            <a:ext cx="13815414" cy="3267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차가운 방인데 불 끄면 깜깜해지고 문 닫으면 다시 켜져요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냉장고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엄마가 이걸 만지면 항상 울어요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 까면 까수록 나와요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엄마가 이걸 만지면 항상 울어요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양파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283793" y="3314700"/>
            <a:ext cx="15720414" cy="3409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80"/>
              </a:lnSpc>
            </a:pPr>
            <a:r>
              <a:rPr lang="en-US" sz="104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줄 잡고 올라가면 하늘이 보이고 내려가면 땅이 보여요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공원에 있어요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83793" y="3314700"/>
            <a:ext cx="15720414" cy="3409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80"/>
              </a:lnSpc>
            </a:pPr>
            <a:r>
              <a:rPr lang="en-US" sz="104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줄 잡고 올라가면 하늘이 보이고 내려가면 땅이 보여요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그네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009900"/>
            <a:ext cx="12852888" cy="397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520"/>
              </a:lnSpc>
            </a:pPr>
            <a:r>
              <a:rPr lang="en-US" sz="121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안 보이는 벽이 있어서 밖에 나갈 수가 없어요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새도 부딪혀요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009900"/>
            <a:ext cx="12852888" cy="397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520"/>
              </a:lnSpc>
            </a:pPr>
            <a:r>
              <a:rPr lang="en-US" sz="121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안 보이는 벽이 있어서 밖에 나갈 수가 없어요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유리문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171825"/>
            <a:ext cx="12852888" cy="3676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40"/>
              </a:lnSpc>
            </a:pPr>
            <a:r>
              <a:rPr lang="en-US" sz="112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검은 물을 마시면 눈이 커져요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91425"/>
            <a:ext cx="12852888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20"/>
              </a:lnSpc>
            </a:pPr>
            <a:r>
              <a:rPr lang="en-US" sz="9100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근데 어른들이 좋아해요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171825"/>
            <a:ext cx="12852888" cy="3676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40"/>
              </a:lnSpc>
            </a:pPr>
            <a:r>
              <a:rPr lang="en-US" sz="112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검은 물을 마시면 눈이 커져요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커피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171825"/>
            <a:ext cx="12852888" cy="3676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40"/>
              </a:lnSpc>
            </a:pPr>
            <a:r>
              <a:rPr lang="en-US" sz="112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엄마가 세모 모자 씌우고 불 끄라고 해요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58087"/>
            <a:ext cx="12852888" cy="1666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00"/>
              </a:lnSpc>
            </a:pPr>
            <a:r>
              <a:rPr lang="en-US" sz="9500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노래 부르고 나서 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171825"/>
            <a:ext cx="12852888" cy="3676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40"/>
              </a:lnSpc>
            </a:pPr>
            <a:r>
              <a:rPr lang="en-US" sz="112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엄마가 세모 모자 씌우고 불 끄라고 해요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생일 케이크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196188" y="3371850"/>
            <a:ext cx="13895624" cy="3295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큰 새가 하늘에서 안 움직이고 가만히 있어요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사람이 타고 있어요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96188" y="3371850"/>
            <a:ext cx="13895624" cy="3295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큰 새가 하늘에서 안 움직이고 가만히 있어요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비행기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495675"/>
            <a:ext cx="12852888" cy="3076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밤마다 엄마가 하얀 막대기로 입 안을 문질러요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안 하면 혼나요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495675"/>
            <a:ext cx="12852888" cy="3076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80"/>
              </a:lnSpc>
            </a:pPr>
            <a:r>
              <a:rPr lang="en-US" sz="94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밤마다 엄마가 하얀 막대기로 입 안을 문질러요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양치질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171825"/>
            <a:ext cx="12852888" cy="3676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40"/>
              </a:lnSpc>
            </a:pPr>
            <a:r>
              <a:rPr lang="en-US" sz="112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네모난 가방 들고 아침마다 사라져요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저녁에 돌아와요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171825"/>
            <a:ext cx="12852888" cy="3676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40"/>
              </a:lnSpc>
            </a:pPr>
            <a:r>
              <a:rPr lang="en-US" sz="112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네모난 가방 들고 아침마다 사라져요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출근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124200"/>
            <a:ext cx="12852888" cy="377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00"/>
              </a:lnSpc>
            </a:pPr>
            <a:r>
              <a:rPr lang="en-US" sz="11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동그란 거 잡고 돌리면 집이 움직여요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바퀴가 달렸어요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124200"/>
            <a:ext cx="12852888" cy="377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00"/>
              </a:lnSpc>
            </a:pPr>
            <a:r>
              <a:rPr lang="en-US" sz="11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아빠가 동그란 거 잡고 돌리면 집이 움직여요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자동차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124200"/>
            <a:ext cx="12852888" cy="377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00"/>
              </a:lnSpc>
            </a:pPr>
            <a:r>
              <a:rPr lang="en-US" sz="11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네모난 종이인데 넣으면 어른들이 좋아해요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지갑에 있어요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124200"/>
            <a:ext cx="12852888" cy="377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00"/>
              </a:lnSpc>
            </a:pPr>
            <a:r>
              <a:rPr lang="en-US" sz="11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네모난 종이인데 넣으면 어른들이 좋아해요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돈(지폐)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작은 방에 들어가면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속이 울렁거려요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숫자가 있어요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작은 방에 들어가면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속이 울렁거려요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엘리베이터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371850"/>
            <a:ext cx="12852888" cy="3295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하얀 이불을 까만 입에 넣으면 빙글빙글 돌려서 뱉어요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7505700"/>
            <a:ext cx="12852888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7D8AAB"/>
                </a:solidFill>
                <a:latin typeface="Jua"/>
                <a:ea typeface="Jua"/>
                <a:cs typeface="Jua"/>
                <a:sym typeface="Jua"/>
              </a:rPr>
              <a:t>Hint. 물도 같이 들어가요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17556" y="3371850"/>
            <a:ext cx="12852888" cy="3295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1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하얀 이불을 까만 입에 넣으면 빙글빙글 돌려서 뱉어요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세탁기</a:t>
            </a:r>
          </a:p>
        </p:txBody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DAHF58qiHug</dc:identifier>
  <dcterms:modified xsi:type="dcterms:W3CDTF">2011-08-01T06:04:30Z</dcterms:modified>
  <cp:revision>1</cp:revision>
  <dc:title>[Sunday Play] 눈높이 퀴즈</dc:title>
</cp:coreProperties>
</file>