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Jua" charset="1" panose="00000000000000000000"/>
      <p:regular r:id="rId11"/>
    </p:embeddedFont>
    <p:embeddedFont>
      <p:font typeface="TDTD갬성명조" charset="1" panose="02000503000000000000"/>
      <p:regular r:id="rId12"/>
    </p:embeddedFont>
    <p:embeddedFont>
      <p:font typeface="TDTD가온" charset="1" panose="0200050300000000000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단체 눈치게임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614620"/>
            <a:chOff x="0" y="0"/>
            <a:chExt cx="15911666" cy="3486159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444634"/>
              <a:ext cx="15911666" cy="2041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팀을 구성하고 손을 잡고 원을 그려 앉습니다.</a:t>
              </a:r>
            </a:p>
            <a:p>
              <a:pPr algn="l">
                <a:lnSpc>
                  <a:spcPts val="6299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10684245" cy="11789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99"/>
                </a:lnSpc>
              </a:pPr>
              <a:r>
                <a:rPr lang="en-US" sz="4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042395" y="7389599"/>
            <a:ext cx="6045079" cy="2609756"/>
            <a:chOff x="0" y="0"/>
            <a:chExt cx="8060105" cy="3479675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438148"/>
              <a:ext cx="8060105" cy="20415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마지막 번호를 부르거나,</a:t>
              </a:r>
            </a:p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같은 번호가 겹치면 탈락!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8060105" cy="11789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99"/>
                </a:lnSpc>
              </a:pPr>
              <a:r>
                <a:rPr lang="en-US" sz="4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893094" y="3443335"/>
            <a:ext cx="8501812" cy="3400331"/>
            <a:chOff x="0" y="0"/>
            <a:chExt cx="11335749" cy="4533774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438148"/>
              <a:ext cx="11335749" cy="30956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진행자의 시작 신호에 맞춰 1부터 차례로 숫자를 외치며 일어납니다.</a:t>
              </a:r>
            </a:p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</a:t>
              </a:r>
              <a:r>
                <a:rPr lang="en-US" sz="44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팀원 전체가 동시에 일어나야 합니다!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7235855" cy="11789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99"/>
                </a:lnSpc>
              </a:pPr>
              <a:r>
                <a:rPr lang="en-US" sz="49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단체 눈치게임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DAHFnq-jvCg</dc:identifier>
  <dcterms:modified xsi:type="dcterms:W3CDTF">2011-08-01T06:04:30Z</dcterms:modified>
  <cp:revision>1</cp:revision>
  <dc:title>[Sunday Play] 단체 눈치게임</dc:title>
</cp:coreProperties>
</file>