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무궁화 고딕" charset="1" panose="02020603020101020101"/>
      <p:regular r:id="rId11"/>
    </p:embeddedFont>
    <p:embeddedFont>
      <p:font typeface="무궁화 고딕 Bold" charset="1" panose="02020603020101020101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탁구공 빙고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88" y="9822180"/>
            <a:ext cx="352029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1751019"/>
            <a:chOff x="0" y="0"/>
            <a:chExt cx="15911666" cy="233469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44634"/>
              <a:ext cx="15911666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출발선에서 탁구공을 튕겨 계란판(5×5)에 넣습니다.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684245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36214" y="7334434"/>
            <a:ext cx="6451786" cy="2451005"/>
            <a:chOff x="0" y="0"/>
            <a:chExt cx="8602382" cy="32680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447673"/>
              <a:ext cx="8602382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가로,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세로, 대각선 빙고를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먼저 완성한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8602382" cy="1055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03898" y="3584760"/>
            <a:ext cx="7439023" cy="2451005"/>
            <a:chOff x="0" y="0"/>
            <a:chExt cx="9918697" cy="326800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47673"/>
              <a:ext cx="991869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공이 들어간 칸을 체크!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팀원이 한 명씩 번갈아 도전합니다.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7235855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탁구공 빙고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2488" y="9822180"/>
            <a:ext cx="352029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DAHH9X4XaGc</dc:identifier>
  <dcterms:modified xsi:type="dcterms:W3CDTF">2011-08-01T06:04:30Z</dcterms:modified>
  <cp:revision>1</cp:revision>
  <dc:title>[Sunday Play] 탁구공 빙고(ppt)</dc:title>
</cp:coreProperties>
</file>