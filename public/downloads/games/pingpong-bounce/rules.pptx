
<file path=[Content_Types].xml><?xml version="1.0" encoding="utf-8"?>
<Types xmlns="http://schemas.openxmlformats.org/package/2006/content-types">
  <Default ContentType="application/x-fontdata" Extension="fntdata"/>
  <Default ContentType="image/gif" Extension="gif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</p:sldIdLst>
  <p:sldSz cx="18288000" cy="10287000"/>
  <p:notesSz cx="6858000" cy="9144000"/>
  <p:embeddedFontLst>
    <p:embeddedFont>
      <p:font typeface="무궁화 고딕" charset="1" panose="02020603020101020101"/>
      <p:regular r:id="rId11"/>
    </p:embeddedFont>
    <p:embeddedFont>
      <p:font typeface="무궁화 고딕 Bold" charset="1" panose="02020603020101020101"/>
      <p:regular r:id="rId12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fonts/font11.fntdata" Type="http://schemas.openxmlformats.org/officeDocument/2006/relationships/font"/><Relationship Id="rId12" Target="fonts/font12.fntdata" Type="http://schemas.openxmlformats.org/officeDocument/2006/relationships/font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gif" Type="http://schemas.openxmlformats.org/officeDocument/2006/relationships/image"/><Relationship Id="rId3" Target="../media/image2.gif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gif" Type="http://schemas.openxmlformats.org/officeDocument/2006/relationships/image"/><Relationship Id="rId3" Target="../media/image3.png" Type="http://schemas.openxmlformats.org/officeDocument/2006/relationships/image"/><Relationship Id="rId4" Target="../media/image4.sv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gif" Type="http://schemas.openxmlformats.org/officeDocument/2006/relationships/image"/><Relationship Id="rId3" Target="../media/image2.gif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7.gif" Type="http://schemas.openxmlformats.org/officeDocument/2006/relationships/image"/><Relationship Id="rId4" Target="../media/image8.gif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7D8AA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64771" t="21970" r="0" b="0"/>
          <a:stretch>
            <a:fillRect/>
          </a:stretch>
        </p:blipFill>
        <p:spPr>
          <a:xfrm flipH="false" flipV="false" rot="5400000">
            <a:off x="2310738" y="4172522"/>
            <a:ext cx="3803740" cy="8425216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-7094170">
            <a:off x="14148180" y="-2590072"/>
            <a:ext cx="7036829" cy="723754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1028700" y="4178617"/>
            <a:ext cx="15555091" cy="1914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FFFAEF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탁구공 퐁당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4462698" y="9822180"/>
            <a:ext cx="3440081" cy="4648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779"/>
              </a:lnSpc>
              <a:spcBef>
                <a:spcPct val="0"/>
              </a:spcBef>
            </a:pPr>
            <a:r>
              <a:rPr lang="en-US" sz="2700" spc="-135">
                <a:solidFill>
                  <a:srgbClr val="FFFFFF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ⓒ 2026. Sunday Play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7D8AA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64034" b="46739"/>
          <a:stretch>
            <a:fillRect/>
          </a:stretch>
        </p:blipFill>
        <p:spPr>
          <a:xfrm flipH="true" flipV="false" rot="-5400000">
            <a:off x="-4815703" y="-1693918"/>
            <a:ext cx="4331879" cy="6415001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rcRect l="64771" t="21970" r="0" b="0"/>
          <a:stretch>
            <a:fillRect/>
          </a:stretch>
        </p:blipFill>
        <p:spPr>
          <a:xfrm flipH="false" flipV="false" rot="5400000">
            <a:off x="2535139" y="3578731"/>
            <a:ext cx="4173130" cy="9243409"/>
          </a:xfrm>
          <a:prstGeom prst="rect">
            <a:avLst/>
          </a:prstGeom>
        </p:spPr>
      </p:pic>
      <p:sp>
        <p:nvSpPr>
          <p:cNvPr name="Freeform 4" id="4"/>
          <p:cNvSpPr/>
          <p:nvPr/>
        </p:nvSpPr>
        <p:spPr>
          <a:xfrm flipH="false" flipV="false" rot="-1016799">
            <a:off x="11210747" y="-2141754"/>
            <a:ext cx="9983125" cy="8685318"/>
          </a:xfrm>
          <a:custGeom>
            <a:avLst/>
            <a:gdLst/>
            <a:ahLst/>
            <a:cxnLst/>
            <a:rect r="r" b="b" t="t" l="l"/>
            <a:pathLst>
              <a:path h="8685318" w="9983125">
                <a:moveTo>
                  <a:pt x="0" y="0"/>
                </a:moveTo>
                <a:lnTo>
                  <a:pt x="9983125" y="0"/>
                </a:lnTo>
                <a:lnTo>
                  <a:pt x="9983125" y="8685318"/>
                </a:lnTo>
                <a:lnTo>
                  <a:pt x="0" y="8685318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11392761" y="819780"/>
            <a:ext cx="5362043" cy="13811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0800"/>
              </a:lnSpc>
            </a:pPr>
            <a:r>
              <a:rPr lang="en-US" sz="9000">
                <a:solidFill>
                  <a:srgbClr val="FFFAEF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규칙</a:t>
            </a:r>
          </a:p>
        </p:txBody>
      </p:sp>
      <p:grpSp>
        <p:nvGrpSpPr>
          <p:cNvPr name="Group 6" id="6"/>
          <p:cNvGrpSpPr/>
          <p:nvPr/>
        </p:nvGrpSpPr>
        <p:grpSpPr>
          <a:xfrm rot="0">
            <a:off x="309172" y="535073"/>
            <a:ext cx="10694683" cy="2406534"/>
            <a:chOff x="0" y="0"/>
            <a:chExt cx="14259577" cy="3208711"/>
          </a:xfrm>
        </p:grpSpPr>
        <p:sp>
          <p:nvSpPr>
            <p:cNvPr name="TextBox 7" id="7"/>
            <p:cNvSpPr txBox="true"/>
            <p:nvPr/>
          </p:nvSpPr>
          <p:spPr>
            <a:xfrm rot="0">
              <a:off x="0" y="1388378"/>
              <a:ext cx="14259577" cy="182033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5599"/>
                </a:lnSpc>
              </a:pPr>
              <a:r>
                <a:rPr lang="en-US" sz="3999">
                  <a:solidFill>
                    <a:srgbClr val="FFFAEF"/>
                  </a:solidFill>
                  <a:latin typeface="무궁화 고딕"/>
                  <a:ea typeface="무궁화 고딕"/>
                  <a:cs typeface="무궁화 고딕"/>
                  <a:sym typeface="무궁화 고딕"/>
                </a:rPr>
                <a:t>팀을 나누고(2~3명씩)</a:t>
              </a:r>
            </a:p>
            <a:p>
              <a:pPr algn="l">
                <a:lnSpc>
                  <a:spcPts val="5599"/>
                </a:lnSpc>
              </a:pPr>
              <a:r>
                <a:rPr lang="en-US" sz="3999">
                  <a:solidFill>
                    <a:srgbClr val="FFFAEF"/>
                  </a:solidFill>
                  <a:latin typeface="무궁화 고딕"/>
                  <a:ea typeface="무궁화 고딕"/>
                  <a:cs typeface="무궁화 고딕"/>
                  <a:sym typeface="무궁화 고딕"/>
                </a:rPr>
                <a:t>종이컵 10개를 4-3-2-1로 배치합니다.</a:t>
              </a:r>
            </a:p>
          </p:txBody>
        </p:sp>
        <p:sp>
          <p:nvSpPr>
            <p:cNvPr name="TextBox 8" id="8"/>
            <p:cNvSpPr txBox="true"/>
            <p:nvPr/>
          </p:nvSpPr>
          <p:spPr>
            <a:xfrm rot="0">
              <a:off x="0" y="-66675"/>
              <a:ext cx="9574913" cy="106271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6407"/>
                </a:lnSpc>
              </a:pPr>
              <a:r>
                <a:rPr lang="en-US" sz="4928">
                  <a:solidFill>
                    <a:srgbClr val="FFFAEF"/>
                  </a:solidFill>
                  <a:latin typeface="무궁화 고딕 Bold"/>
                  <a:ea typeface="무궁화 고딕 Bold"/>
                  <a:cs typeface="무궁화 고딕 Bold"/>
                  <a:sym typeface="무궁화 고딕 Bold"/>
                </a:rPr>
                <a:t>STEP 1.</a:t>
              </a: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9546476" y="8305238"/>
            <a:ext cx="8487123" cy="1697862"/>
            <a:chOff x="0" y="0"/>
            <a:chExt cx="11316164" cy="2263816"/>
          </a:xfrm>
        </p:grpSpPr>
        <p:sp>
          <p:nvSpPr>
            <p:cNvPr name="TextBox 10" id="10"/>
            <p:cNvSpPr txBox="true"/>
            <p:nvPr/>
          </p:nvSpPr>
          <p:spPr>
            <a:xfrm rot="0">
              <a:off x="0" y="1373758"/>
              <a:ext cx="11143161" cy="89005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5600"/>
                </a:lnSpc>
              </a:pPr>
              <a:r>
                <a:rPr lang="en-US" sz="4000">
                  <a:solidFill>
                    <a:srgbClr val="FFFAEF"/>
                  </a:solidFill>
                  <a:latin typeface="무궁화 고딕"/>
                  <a:ea typeface="무궁화 고딕"/>
                  <a:cs typeface="무궁화 고딕"/>
                  <a:sym typeface="무궁화 고딕"/>
                </a:rPr>
                <a:t>가장 많은</a:t>
              </a:r>
              <a:r>
                <a:rPr lang="en-US" sz="4000">
                  <a:solidFill>
                    <a:srgbClr val="FFFAEF"/>
                  </a:solidFill>
                  <a:latin typeface="무궁화 고딕"/>
                  <a:ea typeface="무궁화 고딕"/>
                  <a:cs typeface="무궁화 고딕"/>
                  <a:sym typeface="무궁화 고딕"/>
                </a:rPr>
                <a:t> 컵을 채운 팀이 우승합니다.</a:t>
              </a:r>
            </a:p>
          </p:txBody>
        </p:sp>
        <p:sp>
          <p:nvSpPr>
            <p:cNvPr name="TextBox 11" id="11"/>
            <p:cNvSpPr txBox="true"/>
            <p:nvPr/>
          </p:nvSpPr>
          <p:spPr>
            <a:xfrm rot="0">
              <a:off x="0" y="-57150"/>
              <a:ext cx="11316164" cy="1053029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6419"/>
                </a:lnSpc>
              </a:pPr>
              <a:r>
                <a:rPr lang="en-US" sz="4938">
                  <a:solidFill>
                    <a:srgbClr val="FFFAEF"/>
                  </a:solidFill>
                  <a:latin typeface="무궁화 고딕 Bold"/>
                  <a:ea typeface="무궁화 고딕 Bold"/>
                  <a:cs typeface="무궁화 고딕 Bold"/>
                  <a:sym typeface="무궁화 고딕 Bold"/>
                </a:rPr>
                <a:t>STEP 3.</a:t>
              </a:r>
            </a:p>
          </p:txBody>
        </p:sp>
      </p:grpSp>
      <p:grpSp>
        <p:nvGrpSpPr>
          <p:cNvPr name="Group 12" id="12"/>
          <p:cNvGrpSpPr/>
          <p:nvPr/>
        </p:nvGrpSpPr>
        <p:grpSpPr>
          <a:xfrm rot="0">
            <a:off x="4621704" y="4421942"/>
            <a:ext cx="8392367" cy="2402261"/>
            <a:chOff x="0" y="0"/>
            <a:chExt cx="11189822" cy="3203015"/>
          </a:xfrm>
        </p:grpSpPr>
        <p:sp>
          <p:nvSpPr>
            <p:cNvPr name="TextBox 13" id="13"/>
            <p:cNvSpPr txBox="true"/>
            <p:nvPr/>
          </p:nvSpPr>
          <p:spPr>
            <a:xfrm rot="0">
              <a:off x="0" y="1382681"/>
              <a:ext cx="11189822" cy="182033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5599"/>
                </a:lnSpc>
              </a:pPr>
              <a:r>
                <a:rPr lang="en-US" sz="3999">
                  <a:solidFill>
                    <a:srgbClr val="FFFAEF"/>
                  </a:solidFill>
                  <a:latin typeface="무궁화 고딕"/>
                  <a:ea typeface="무궁화 고딕"/>
                  <a:cs typeface="무궁화 고딕"/>
                  <a:sym typeface="무궁화 고딕"/>
                </a:rPr>
                <a:t>한 팀씩 번갈아가며 탁구공을 바운드시켜</a:t>
              </a:r>
            </a:p>
            <a:p>
              <a:pPr algn="l">
                <a:lnSpc>
                  <a:spcPts val="5599"/>
                </a:lnSpc>
              </a:pPr>
              <a:r>
                <a:rPr lang="en-US" sz="3999">
                  <a:solidFill>
                    <a:srgbClr val="FFFAEF"/>
                  </a:solidFill>
                  <a:latin typeface="무궁화 고딕"/>
                  <a:ea typeface="무궁화 고딕"/>
                  <a:cs typeface="무궁화 고딕"/>
                  <a:sym typeface="무궁화 고딕"/>
                </a:rPr>
                <a:t>종이컵에 넣으세요.</a:t>
              </a:r>
            </a:p>
          </p:txBody>
        </p:sp>
        <p:sp>
          <p:nvSpPr>
            <p:cNvPr name="TextBox 14" id="14"/>
            <p:cNvSpPr txBox="true"/>
            <p:nvPr/>
          </p:nvSpPr>
          <p:spPr>
            <a:xfrm rot="0">
              <a:off x="0" y="-57150"/>
              <a:ext cx="6898637" cy="1053161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6409"/>
                </a:lnSpc>
              </a:pPr>
              <a:r>
                <a:rPr lang="en-US" sz="4930">
                  <a:solidFill>
                    <a:srgbClr val="FFFAEF"/>
                  </a:solidFill>
                  <a:latin typeface="무궁화 고딕 Bold"/>
                  <a:ea typeface="무궁화 고딕 Bold"/>
                  <a:cs typeface="무궁화 고딕 Bold"/>
                  <a:sym typeface="무궁화 고딕 Bold"/>
                </a:rPr>
                <a:t>STEP 2.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3238925" y="4378545"/>
            <a:ext cx="11810151" cy="1914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팀을 나눠주세요!</a:t>
            </a:r>
          </a:p>
        </p:txBody>
      </p:sp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7D8AA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64771" t="21970" r="0" b="0"/>
          <a:stretch>
            <a:fillRect/>
          </a:stretch>
        </p:blipFill>
        <p:spPr>
          <a:xfrm flipH="false" flipV="false" rot="5400000">
            <a:off x="2310738" y="4172522"/>
            <a:ext cx="3803740" cy="8425216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-7094170">
            <a:off x="14148180" y="-2590072"/>
            <a:ext cx="7036829" cy="723754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1028700" y="4178617"/>
            <a:ext cx="15555091" cy="1914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FFFAEF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탁구공 퐁당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4462698" y="9822180"/>
            <a:ext cx="3440081" cy="4648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779"/>
              </a:lnSpc>
              <a:spcBef>
                <a:spcPct val="0"/>
              </a:spcBef>
            </a:pPr>
            <a:r>
              <a:rPr lang="en-US" sz="2700" spc="-135">
                <a:solidFill>
                  <a:srgbClr val="FFFFFF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ⓒ 2026. Sunday Play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-7408585">
            <a:off x="4499355" y="-533795"/>
            <a:ext cx="9289290" cy="10369815"/>
          </a:xfrm>
          <a:prstGeom prst="rect">
            <a:avLst/>
          </a:prstGeom>
        </p:spPr>
      </p:pic>
      <p:sp>
        <p:nvSpPr>
          <p:cNvPr name="TextBox 3" id="3"/>
          <p:cNvSpPr txBox="true"/>
          <p:nvPr/>
        </p:nvSpPr>
        <p:spPr>
          <a:xfrm rot="0">
            <a:off x="4421807" y="4181475"/>
            <a:ext cx="9444385" cy="1914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감사합니다!</a:t>
            </a:r>
          </a:p>
        </p:txBody>
      </p:sp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rcRect l="62989" t="67035" r="0" b="0"/>
          <a:stretch>
            <a:fillRect/>
          </a:stretch>
        </p:blipFill>
        <p:spPr>
          <a:xfrm flipH="false" flipV="false" rot="5400000">
            <a:off x="-202103" y="6179918"/>
            <a:ext cx="4312936" cy="3841377"/>
          </a:xfrm>
          <a:prstGeom prst="rect">
            <a:avLst/>
          </a:prstGeom>
        </p:spPr>
      </p:pic>
      <p:pic>
        <p:nvPicPr>
          <p:cNvPr name="Picture 5" id="5"/>
          <p:cNvPicPr>
            <a:picLocks noChangeAspect="true"/>
          </p:cNvPicPr>
          <p:nvPr/>
        </p:nvPicPr>
        <p:blipFill>
          <a:blip r:embed="rId4"/>
          <a:srcRect l="0" t="0" r="0" b="0"/>
          <a:stretch>
            <a:fillRect/>
          </a:stretch>
        </p:blipFill>
        <p:spPr>
          <a:xfrm flipH="false" flipV="false" rot="0">
            <a:off x="11640279" y="-4239083"/>
            <a:ext cx="8152651" cy="847816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DAHH20WWVpY</dc:identifier>
  <dcterms:modified xsi:type="dcterms:W3CDTF">2011-08-01T06:04:30Z</dcterms:modified>
  <cp:revision>1</cp:revision>
  <dc:title>[Sunday Play] 탁구공 퐁당(ppt)</dc:title>
</cp:coreProperties>
</file>