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</p:sldIdLst>
  <p:sldSz cx="18288000" cy="10287000"/>
  <p:notesSz cx="6858000" cy="9144000"/>
  <p:embeddedFontLst>
    <p:embeddedFont>
      <p:font typeface="무궁화 고딕" charset="1" panose="02020603020101020101"/>
      <p:regular r:id="rId51"/>
    </p:embeddedFont>
    <p:embeddedFont>
      <p:font typeface="무궁화 고딕 Bold" charset="1" panose="02020603020101020101"/>
      <p:regular r:id="rId5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fonts/font51.fntdata" Type="http://schemas.openxmlformats.org/officeDocument/2006/relationships/font"/><Relationship Id="rId52" Target="fonts/font52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글자 속 글자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242119" y="9822180"/>
            <a:ext cx="3660660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1701684"/>
            <a:chOff x="0" y="0"/>
            <a:chExt cx="14259577" cy="2268911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8378"/>
              <a:ext cx="14259577" cy="8805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팀을 나누고 팀 구호를 정합니다.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9574913" cy="1062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49747" y="8200435"/>
            <a:ext cx="8487123" cy="1697862"/>
            <a:chOff x="0" y="0"/>
            <a:chExt cx="11316164" cy="2263816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3758"/>
              <a:ext cx="11143161" cy="8900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600"/>
                </a:lnSpc>
              </a:pPr>
              <a:r>
                <a:rPr lang="en-US" sz="4000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가장 많은 점수를 얻은 팀이 우승합니다.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1316164" cy="10530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621704" y="3858476"/>
            <a:ext cx="8612946" cy="2402261"/>
            <a:chOff x="0" y="0"/>
            <a:chExt cx="11483928" cy="3203015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82681"/>
              <a:ext cx="11483928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화면에 겹쳐진 글자가 나타납니다.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어떤 단어인지 가장 먼저 맞춘 팀이 점수!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7079955" cy="1053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글자 속 글자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242119" y="9822180"/>
            <a:ext cx="3660660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사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과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2847975"/>
            <a:ext cx="7619151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사과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바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2847975"/>
            <a:ext cx="7619151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바다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하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늘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2847975"/>
            <a:ext cx="7619151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하늘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나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무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2847975"/>
            <a:ext cx="7619151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나무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학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교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2847975"/>
            <a:ext cx="7619151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학교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사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랑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2847975"/>
            <a:ext cx="7619151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사랑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우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산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2847975"/>
            <a:ext cx="7619151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우산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가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위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2847975"/>
            <a:ext cx="7619151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가위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친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구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2847975"/>
            <a:ext cx="7619151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친구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구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름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4425" y="2847975"/>
            <a:ext cx="7619151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구름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960724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고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구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744983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마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26024" y="2847975"/>
            <a:ext cx="11435952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고구마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43935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자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전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724857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거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26024" y="2847975"/>
            <a:ext cx="11435952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자전거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499513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비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행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484226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기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26024" y="2847975"/>
            <a:ext cx="11435952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비행기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599776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햄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버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484226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거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26024" y="2847975"/>
            <a:ext cx="11435952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햄버거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519492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수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33442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영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08580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장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26024" y="2847975"/>
            <a:ext cx="11435952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수영장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62728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대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429690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한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08580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민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08580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국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61919" y="2847975"/>
            <a:ext cx="14564162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대한민국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62728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할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429690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렐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08580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루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625217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야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61919" y="2847975"/>
            <a:ext cx="14564162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할렐루야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29690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놀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5099010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08580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공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106480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원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61919" y="2847975"/>
            <a:ext cx="14564162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놀이공원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697408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사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4697957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자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08580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성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865849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어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61919" y="2847975"/>
            <a:ext cx="14564162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사자성어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115882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콩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5" id="5"/>
          <p:cNvSpPr txBox="true"/>
          <p:nvPr/>
        </p:nvSpPr>
        <p:spPr>
          <a:xfrm rot="0">
            <a:off x="4517484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쥐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085805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팥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890541" y="1333500"/>
            <a:ext cx="7619151" cy="762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0"/>
              </a:lnSpc>
            </a:pPr>
            <a:r>
              <a:rPr lang="en-US" sz="5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쥐</a:t>
            </a:r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61919" y="2847975"/>
            <a:ext cx="14564162" cy="458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0"/>
              </a:lnSpc>
            </a:pPr>
            <a:r>
              <a:rPr lang="en-US" sz="300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콩쥐팥쥐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DAHH2zkEfyM</dc:identifier>
  <dcterms:modified xsi:type="dcterms:W3CDTF">2011-08-01T06:04:30Z</dcterms:modified>
  <cp:revision>1</cp:revision>
  <dc:title>[Sunday Play] 글자 속 글자(ppt)</dc:title>
</cp:coreProperties>
</file>