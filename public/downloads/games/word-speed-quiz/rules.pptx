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Jua" charset="1" panose="00000000000000000000"/>
      <p:regular r:id="rId27"/>
    </p:embeddedFont>
    <p:embeddedFont>
      <p:font typeface="TDTD갬성명조" charset="1" panose="02000503000000000000"/>
      <p:regular r:id="rId28"/>
    </p:embeddedFont>
    <p:embeddedFont>
      <p:font typeface="TDTD가온" charset="1" panose="02000503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단어 스피드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6010" y="286490"/>
            <a:ext cx="10108960" cy="3647369"/>
            <a:chOff x="0" y="0"/>
            <a:chExt cx="13478613" cy="48631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50128"/>
              <a:ext cx="13478613" cy="3513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진행자가</a:t>
              </a: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주제를 발표합니다.                                                                                 </a:t>
              </a:r>
            </a:p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예: "G로 시작하는 단어", "색깔 단어"                                                                            </a:t>
              </a:r>
            </a:p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제한 시간(1분) 내에 단어를 최대한 많이 적으세요!</a:t>
              </a:r>
            </a:p>
            <a:p>
              <a:pPr algn="l">
                <a:lnSpc>
                  <a:spcPts val="532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52400"/>
              <a:ext cx="10684245" cy="1065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23"/>
                </a:lnSpc>
              </a:pPr>
              <a:r>
                <a:rPr lang="en-US" sz="455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4338" y="7720060"/>
            <a:ext cx="8552074" cy="2967261"/>
            <a:chOff x="0" y="0"/>
            <a:chExt cx="11402765" cy="39563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32315"/>
              <a:ext cx="11402765" cy="262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화이트보</a:t>
              </a: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드를 동시에 공개!                                                                                  </a:t>
              </a:r>
            </a:p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일반 단어 1점, 플러스 +5점, 마이너스 -3점! 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11402765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96463" y="3938729"/>
            <a:ext cx="10466970" cy="3634011"/>
            <a:chOff x="0" y="0"/>
            <a:chExt cx="13955960" cy="48453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2315"/>
              <a:ext cx="13955960" cy="3513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시간 종료! 진행자가 플러스/마이너스 단어를 공개합니다.                                                                   </a:t>
              </a:r>
            </a:p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플러스(+5점): God, Good, Gift                                                                                </a:t>
              </a:r>
            </a:p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마이너스(-3점): Give, Great, Garden     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10551700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단어 스피드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G로 시작하는 단어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49692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God, Good, Gift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Give, Great, Garden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색깔 단어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하늘색, 금색, 빨강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노랑, 파랑, 검정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교회에서 하는 행동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기도, 찬양, 헌금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졸기, 떠들기, 핸드폰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성경에 나오는 먹을 것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만나, 떡, 포도주, 빵, 물고기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수박, 사과, 바나나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S로 시작하는 단어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Sunday, Samuel, Solomon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Star, Snow, Song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동물 이름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비둘기, 양, 사자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개, 고양이, 토끼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교회에서 볼 수 있는 물건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성경, 십자가, 찬송가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의자, 시계, 마이크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88" y="3895725"/>
            <a:ext cx="1607042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L로 시작하는 단어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352550"/>
            <a:ext cx="15555091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플러스(+) 단어 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Love, Light, Lord</a:t>
            </a:r>
          </a:p>
          <a:p>
            <a:pPr algn="ctr">
              <a:lnSpc>
                <a:spcPts val="11280"/>
              </a:lnSpc>
            </a:pP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마이너스(-) 단어</a:t>
            </a:r>
          </a:p>
          <a:p>
            <a:pPr algn="ctr">
              <a:lnSpc>
                <a:spcPts val="11280"/>
              </a:lnSpc>
            </a:pPr>
            <a:r>
              <a:rPr lang="en-US" sz="94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: Lion, Lake, Lamp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DAGy5zlmUAc</dc:identifier>
  <dcterms:modified xsi:type="dcterms:W3CDTF">2011-08-01T06:04:30Z</dcterms:modified>
  <cp:revision>1</cp:revision>
  <dc:title>[Sunday Play] 단어 스피드 퀴즈</dc:title>
</cp:coreProperties>
</file>