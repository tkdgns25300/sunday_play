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</p:sldIdLst>
  <p:sldSz cx="18288000" cy="10287000"/>
  <p:notesSz cx="6858000" cy="9144000"/>
  <p:embeddedFontLst>
    <p:embeddedFont>
      <p:font typeface="Jua" charset="1" panose="00000000000000000000"/>
      <p:regular r:id="rId10"/>
    </p:embeddedFont>
    <p:embeddedFont>
      <p:font typeface="TDTD갬성명조" charset="1" panose="02000503000000000000"/>
      <p:regular r:id="rId11"/>
    </p:embeddedFont>
    <p:embeddedFont>
      <p:font typeface="TDTD가온" charset="1" panose="0200050300000000000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fonts/font10.fntdata" Type="http://schemas.openxmlformats.org/officeDocument/2006/relationships/font"/><Relationship Id="rId11" Target="fonts/font11.fntdata" Type="http://schemas.openxmlformats.org/officeDocument/2006/relationships/font"/><Relationship Id="rId12" Target="fonts/font12.fntdata" Type="http://schemas.openxmlformats.org/officeDocument/2006/relationships/font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Relationship Id="rId4" Target="../media/image7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신문지 서바이벌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600705"/>
            <a:ext cx="5362043" cy="1600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9591749" cy="2942330"/>
            <a:chOff x="0" y="0"/>
            <a:chExt cx="12788998" cy="3923107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625465"/>
              <a:ext cx="12788998" cy="2297642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000"/>
                </a:lnSpc>
              </a:pPr>
              <a:r>
                <a:rPr lang="en-US" sz="500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 팀별로 신문지 1장 위에 전원이 올라가</a:t>
              </a:r>
            </a:p>
            <a:p>
              <a:pPr algn="l">
                <a:lnSpc>
                  <a:spcPts val="7000"/>
                </a:lnSpc>
              </a:pPr>
              <a:r>
                <a:rPr lang="en-US" sz="500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10초를 버티세요.</a:t>
              </a: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190500"/>
              <a:ext cx="11298371" cy="13678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60"/>
                </a:lnSpc>
              </a:pPr>
              <a:r>
                <a:rPr lang="en-US" sz="5816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161695" y="7950306"/>
            <a:ext cx="7985937" cy="1994512"/>
            <a:chOff x="0" y="0"/>
            <a:chExt cx="10647916" cy="2659349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542808"/>
              <a:ext cx="10546685" cy="111654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000"/>
                </a:lnSpc>
              </a:pPr>
              <a:r>
                <a:rPr lang="en-US" sz="5000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가장 많이 접고도 버틴 팀이 우승!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190500"/>
              <a:ext cx="10647916" cy="1374479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8"/>
                </a:lnSpc>
              </a:pPr>
              <a:r>
                <a:rPr lang="en-US" sz="5829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697442" y="3888583"/>
            <a:ext cx="9376340" cy="2939517"/>
            <a:chOff x="0" y="0"/>
            <a:chExt cx="12501787" cy="3919356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631121"/>
              <a:ext cx="12501787" cy="22882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995"/>
                </a:lnSpc>
              </a:pPr>
              <a:r>
                <a:rPr lang="en-US" sz="4996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통과하면 신문지를 반으로 접고 다시 도전!</a:t>
              </a:r>
            </a:p>
            <a:p>
              <a:pPr algn="l">
                <a:lnSpc>
                  <a:spcPts val="6995"/>
                </a:lnSpc>
              </a:pPr>
              <a:r>
                <a:rPr lang="en-US" sz="4996">
                  <a:solidFill>
                    <a:srgbClr val="FFFAEF"/>
                  </a:solidFill>
                  <a:latin typeface="TDTD가온"/>
                  <a:ea typeface="TDTD가온"/>
                  <a:cs typeface="TDTD가온"/>
                  <a:sym typeface="TDTD가온"/>
                </a:rPr>
                <a:t>탈락하면 끝! 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190500"/>
              <a:ext cx="5178984" cy="136990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7574"/>
                </a:lnSpc>
              </a:pPr>
              <a:r>
                <a:rPr lang="en-US" sz="5826">
                  <a:solidFill>
                    <a:srgbClr val="FFFAEF"/>
                  </a:solidFill>
                  <a:latin typeface="Jua"/>
                  <a:ea typeface="Jua"/>
                  <a:cs typeface="Jua"/>
                  <a:sym typeface="Jua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3892867"/>
            <a:ext cx="15555091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Jua"/>
                <a:ea typeface="Jua"/>
                <a:cs typeface="Jua"/>
                <a:sym typeface="Jua"/>
              </a:rPr>
              <a:t>신문지 서바이벌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5264803" y="9812655"/>
            <a:ext cx="2637975" cy="4743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TDTD갬성명조"/>
                <a:ea typeface="TDTD갬성명조"/>
                <a:cs typeface="TDTD갬성명조"/>
                <a:sym typeface="TDTD갬성명조"/>
              </a:rPr>
              <a:t>ⓒ 2026. Sunday Play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3895725"/>
            <a:ext cx="9444385" cy="2200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Jua"/>
                <a:ea typeface="Jua"/>
                <a:cs typeface="Jua"/>
                <a:sym typeface="Jua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DAHGRmmTPv8</dc:identifier>
  <dcterms:modified xsi:type="dcterms:W3CDTF">2011-08-01T06:04:30Z</dcterms:modified>
  <cp:revision>1</cp:revision>
  <dc:title>[Sunday Play] 신문지 서바이벌</dc:title>
</cp:coreProperties>
</file>