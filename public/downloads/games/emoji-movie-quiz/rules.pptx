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8288000" cy="10287000"/>
  <p:notesSz cx="6858000" cy="9144000"/>
  <p:embeddedFontLst>
    <p:embeddedFont>
      <p:font typeface="무궁화 고딕" charset="1" panose="02020603020101020101"/>
      <p:regular r:id="rId41"/>
    </p:embeddedFont>
    <p:embeddedFont>
      <p:font typeface="무궁화 고딕 Bold" charset="1" panose="02020603020101020101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22.gif" Type="http://schemas.openxmlformats.org/officeDocument/2006/relationships/image"/><Relationship Id="rId4" Target="../media/image23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이모티콘 영화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23119" y="9822180"/>
            <a:ext cx="3279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1985970"/>
            <a:chOff x="0" y="0"/>
            <a:chExt cx="15911666" cy="264796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540942"/>
              <a:ext cx="15911666" cy="11070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이모티콘 조합이 나타납니다.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684245" cy="1170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149"/>
                </a:lnSpc>
              </a:pPr>
              <a:r>
                <a:rPr lang="en-US" sz="5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392761" y="7767591"/>
            <a:ext cx="6694713" cy="2866932"/>
            <a:chOff x="0" y="0"/>
            <a:chExt cx="8926284" cy="382257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34457"/>
              <a:ext cx="8926284" cy="22881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가장 많이 맞춘 팀이 우승!</a:t>
              </a:r>
            </a:p>
            <a:p>
              <a:pPr algn="l">
                <a:lnSpc>
                  <a:spcPts val="6999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8926284" cy="1170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149"/>
                </a:lnSpc>
              </a:pPr>
              <a:r>
                <a:rPr lang="en-US" sz="5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311568" y="3993695"/>
            <a:ext cx="8922917" cy="1981106"/>
            <a:chOff x="0" y="0"/>
            <a:chExt cx="11897223" cy="264147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534456"/>
              <a:ext cx="11897223" cy="11070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어떤 영화인지 가장 먼저 외치세요!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594256" cy="1170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149"/>
                </a:lnSpc>
              </a:pPr>
              <a:r>
                <a:rPr lang="en-US" sz="5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이모티콘 영화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23119" y="9822180"/>
            <a:ext cx="3279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❄️ 👸 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🦁 👑 🌅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2170" y="0"/>
            <a:ext cx="7183659" cy="10287000"/>
          </a:xfrm>
          <a:custGeom>
            <a:avLst/>
            <a:gdLst/>
            <a:ahLst/>
            <a:cxnLst/>
            <a:rect r="r" b="b" t="t" l="l"/>
            <a:pathLst>
              <a:path h="10287000" w="7183659">
                <a:moveTo>
                  <a:pt x="0" y="0"/>
                </a:moveTo>
                <a:lnTo>
                  <a:pt x="7183660" y="0"/>
                </a:lnTo>
                <a:lnTo>
                  <a:pt x="718366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🕷️ 🕸️ 🦸‍♂️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49747" y="0"/>
            <a:ext cx="7188506" cy="10287000"/>
          </a:xfrm>
          <a:custGeom>
            <a:avLst/>
            <a:gdLst/>
            <a:ahLst/>
            <a:cxnLst/>
            <a:rect r="r" b="b" t="t" l="l"/>
            <a:pathLst>
              <a:path h="10287000" w="7188506">
                <a:moveTo>
                  <a:pt x="0" y="0"/>
                </a:moveTo>
                <a:lnTo>
                  <a:pt x="7188506" y="0"/>
                </a:lnTo>
                <a:lnTo>
                  <a:pt x="71885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🐠 🔍 🌊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64140"/>
          </a:xfrm>
          <a:custGeom>
            <a:avLst/>
            <a:gdLst/>
            <a:ahLst/>
            <a:cxnLst/>
            <a:rect r="r" b="b" t="t" l="l"/>
            <a:pathLst>
              <a:path h="10264140" w="18288000">
                <a:moveTo>
                  <a:pt x="0" y="0"/>
                </a:moveTo>
                <a:lnTo>
                  <a:pt x="18288000" y="0"/>
                </a:lnTo>
                <a:lnTo>
                  <a:pt x="18288000" y="10264140"/>
                </a:lnTo>
                <a:lnTo>
                  <a:pt x="0" y="10264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🚢 ❄️ 💑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6409" y="0"/>
            <a:ext cx="7175182" cy="10287000"/>
          </a:xfrm>
          <a:custGeom>
            <a:avLst/>
            <a:gdLst/>
            <a:ahLst/>
            <a:cxnLst/>
            <a:rect r="r" b="b" t="t" l="l"/>
            <a:pathLst>
              <a:path h="10287000" w="7175182">
                <a:moveTo>
                  <a:pt x="0" y="0"/>
                </a:moveTo>
                <a:lnTo>
                  <a:pt x="7175182" y="0"/>
                </a:lnTo>
                <a:lnTo>
                  <a:pt x="717518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🦇 🌃 🦸‍♂️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3837" y="0"/>
            <a:ext cx="7180326" cy="10287000"/>
          </a:xfrm>
          <a:custGeom>
            <a:avLst/>
            <a:gdLst/>
            <a:ahLst/>
            <a:cxnLst/>
            <a:rect r="r" b="b" t="t" l="l"/>
            <a:pathLst>
              <a:path h="10287000" w="7180326">
                <a:moveTo>
                  <a:pt x="0" y="0"/>
                </a:moveTo>
                <a:lnTo>
                  <a:pt x="7180326" y="0"/>
                </a:lnTo>
                <a:lnTo>
                  <a:pt x="718032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45004" y="3752141"/>
            <a:ext cx="14797993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😀😢😡😱🤢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6409" y="0"/>
            <a:ext cx="7175182" cy="10287000"/>
          </a:xfrm>
          <a:custGeom>
            <a:avLst/>
            <a:gdLst/>
            <a:ahLst/>
            <a:cxnLst/>
            <a:rect r="r" b="b" t="t" l="l"/>
            <a:pathLst>
              <a:path h="10287000" w="7175182">
                <a:moveTo>
                  <a:pt x="0" y="0"/>
                </a:moveTo>
                <a:lnTo>
                  <a:pt x="7175182" y="0"/>
                </a:lnTo>
                <a:lnTo>
                  <a:pt x="717518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47109" y="3609975"/>
            <a:ext cx="13193782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🎈🏠👴👦🐕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17143" y="0"/>
            <a:ext cx="6853714" cy="10287000"/>
          </a:xfrm>
          <a:custGeom>
            <a:avLst/>
            <a:gdLst/>
            <a:ahLst/>
            <a:cxnLst/>
            <a:rect r="r" b="b" t="t" l="l"/>
            <a:pathLst>
              <a:path h="10287000" w="6853714">
                <a:moveTo>
                  <a:pt x="0" y="0"/>
                </a:moveTo>
                <a:lnTo>
                  <a:pt x="6853714" y="0"/>
                </a:lnTo>
                <a:lnTo>
                  <a:pt x="68537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👸 🦁 🌹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🐼 🥋 🍜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49979" y="0"/>
            <a:ext cx="7188041" cy="10287000"/>
          </a:xfrm>
          <a:custGeom>
            <a:avLst/>
            <a:gdLst/>
            <a:ahLst/>
            <a:cxnLst/>
            <a:rect r="r" b="b" t="t" l="l"/>
            <a:pathLst>
              <a:path h="10287000" w="7188041">
                <a:moveTo>
                  <a:pt x="0" y="0"/>
                </a:moveTo>
                <a:lnTo>
                  <a:pt x="7188042" y="0"/>
                </a:lnTo>
                <a:lnTo>
                  <a:pt x="718804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🦕 🦖 🏝️ 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81563" y="0"/>
            <a:ext cx="13924873" cy="10287000"/>
          </a:xfrm>
          <a:custGeom>
            <a:avLst/>
            <a:gdLst/>
            <a:ahLst/>
            <a:cxnLst/>
            <a:rect r="r" b="b" t="t" l="l"/>
            <a:pathLst>
              <a:path h="10287000" w="13924873">
                <a:moveTo>
                  <a:pt x="0" y="0"/>
                </a:moveTo>
                <a:lnTo>
                  <a:pt x="13924874" y="0"/>
                </a:lnTo>
                <a:lnTo>
                  <a:pt x="1392487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👻💀🇲🇽🎸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64140"/>
          </a:xfrm>
          <a:custGeom>
            <a:avLst/>
            <a:gdLst/>
            <a:ahLst/>
            <a:cxnLst/>
            <a:rect r="r" b="b" t="t" l="l"/>
            <a:pathLst>
              <a:path h="10264140" w="18288000">
                <a:moveTo>
                  <a:pt x="0" y="0"/>
                </a:moveTo>
                <a:lnTo>
                  <a:pt x="18288000" y="0"/>
                </a:lnTo>
                <a:lnTo>
                  <a:pt x="18288000" y="10264140"/>
                </a:lnTo>
                <a:lnTo>
                  <a:pt x="0" y="10264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🌊🚣🏝️🐓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52170" y="0"/>
            <a:ext cx="7183659" cy="10287000"/>
          </a:xfrm>
          <a:custGeom>
            <a:avLst/>
            <a:gdLst/>
            <a:ahLst/>
            <a:cxnLst/>
            <a:rect r="r" b="b" t="t" l="l"/>
            <a:pathLst>
              <a:path h="10287000" w="7183659">
                <a:moveTo>
                  <a:pt x="0" y="0"/>
                </a:moveTo>
                <a:lnTo>
                  <a:pt x="7183660" y="0"/>
                </a:lnTo>
                <a:lnTo>
                  <a:pt x="718366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💍🧝🌋👁️ 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66099" y="0"/>
            <a:ext cx="15155801" cy="10287000"/>
          </a:xfrm>
          <a:custGeom>
            <a:avLst/>
            <a:gdLst/>
            <a:ahLst/>
            <a:cxnLst/>
            <a:rect r="r" b="b" t="t" l="l"/>
            <a:pathLst>
              <a:path h="10287000" w="15155801">
                <a:moveTo>
                  <a:pt x="0" y="0"/>
                </a:moveTo>
                <a:lnTo>
                  <a:pt x="15155802" y="0"/>
                </a:lnTo>
                <a:lnTo>
                  <a:pt x="1515580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⚡🧙🦉🏰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47147" y="0"/>
            <a:ext cx="7193706" cy="10287000"/>
          </a:xfrm>
          <a:custGeom>
            <a:avLst/>
            <a:gdLst/>
            <a:ahLst/>
            <a:cxnLst/>
            <a:rect r="r" b="b" t="t" l="l"/>
            <a:pathLst>
              <a:path h="10287000" w="7193706">
                <a:moveTo>
                  <a:pt x="0" y="0"/>
                </a:moveTo>
                <a:lnTo>
                  <a:pt x="7193706" y="0"/>
                </a:lnTo>
                <a:lnTo>
                  <a:pt x="71937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DAHH9Q7B14M</dc:identifier>
  <dcterms:modified xsi:type="dcterms:W3CDTF">2011-08-01T06:04:30Z</dcterms:modified>
  <cp:revision>1</cp:revision>
  <dc:title>[Sunday Play] 이모티콘 영화 퀴즈(ppt)</dc:title>
</cp:coreProperties>
</file>