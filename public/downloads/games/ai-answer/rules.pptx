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8288000" cy="10287000"/>
  <p:notesSz cx="6858000" cy="9144000"/>
  <p:embeddedFontLst>
    <p:embeddedFont>
      <p:font typeface="Jua" charset="1" panose="00000000000000000000"/>
      <p:regular r:id="rId21"/>
    </p:embeddedFont>
    <p:embeddedFont>
      <p:font typeface="TDTD갬성명조" charset="1" panose="02000503000000000000"/>
      <p:regular r:id="rId22"/>
    </p:embeddedFont>
    <p:embeddedFont>
      <p:font typeface="TDTD가온" charset="1" panose="0200050300000000000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7.gif" Type="http://schemas.openxmlformats.org/officeDocument/2006/relationships/image"/><Relationship Id="rId4" Target="../media/image8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AI에게 정답 듣기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600705"/>
            <a:ext cx="5362043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09172" y="535073"/>
            <a:ext cx="10694683" cy="1779769"/>
            <a:chOff x="0" y="0"/>
            <a:chExt cx="14259577" cy="2373026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380584"/>
              <a:ext cx="14259577" cy="99244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273"/>
                </a:lnSpc>
              </a:pPr>
              <a:r>
                <a:rPr lang="en-US" sz="4480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각 팀 대표 1명</a:t>
              </a:r>
              <a:r>
                <a:rPr lang="en-US" sz="4480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이 나오고, 화면에 문장이 공개됩니다.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171450"/>
              <a:ext cx="9574913" cy="11692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7"/>
                </a:lnSpc>
              </a:pPr>
              <a:r>
                <a:rPr lang="en-US" sz="4928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546476" y="8305238"/>
            <a:ext cx="8487123" cy="1778769"/>
            <a:chOff x="0" y="0"/>
            <a:chExt cx="11316164" cy="2371692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377534"/>
              <a:ext cx="11143161" cy="9941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284"/>
                </a:lnSpc>
              </a:pPr>
              <a:r>
                <a:rPr lang="en-US" sz="448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가장 빠른</a:t>
              </a:r>
              <a:r>
                <a:rPr lang="en-US" sz="448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 시간 안에 성공한 팀이 승리!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171450"/>
              <a:ext cx="11316164" cy="11711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19"/>
                </a:lnSpc>
              </a:pPr>
              <a:r>
                <a:rPr lang="en-US" sz="4938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4044594" y="4025016"/>
            <a:ext cx="10397630" cy="2570047"/>
            <a:chOff x="0" y="0"/>
            <a:chExt cx="13863507" cy="3426730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375218"/>
              <a:ext cx="13863507" cy="205151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275"/>
                </a:lnSpc>
              </a:pPr>
              <a:r>
                <a:rPr lang="en-US" sz="4482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대표가 AI에게 질문하여 목표 문장을 말하게 하세요.                                </a:t>
              </a:r>
            </a:p>
            <a:p>
              <a:pPr algn="l">
                <a:lnSpc>
                  <a:spcPts val="6275"/>
                </a:lnSpc>
              </a:pPr>
              <a:r>
                <a:rPr lang="en-US" sz="4482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 단, "~라고 말해줘" 같은 직접 지시는 금지!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171450"/>
              <a:ext cx="6898637" cy="116952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9"/>
                </a:lnSpc>
              </a:pPr>
              <a:r>
                <a:rPr lang="en-US" sz="4930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팀을 나눠주세요!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AI에게 정답 듣기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사랑합니다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감사합니다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화이팅(파이팅)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시작이 반이다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포기하지 마세요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웃으면 복이 온다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백문이 불여일견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795135" y="2943225"/>
            <a:ext cx="14697730" cy="410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세상에서 제일 맛있는 건 엄마가 해준 밥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모르겠어요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015714" y="3895725"/>
            <a:ext cx="14256572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다시 한번 말씀해 주세요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3895725"/>
            <a:ext cx="9444385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DAHHM86S1_Y</dc:identifier>
  <dcterms:modified xsi:type="dcterms:W3CDTF">2011-08-01T06:04:30Z</dcterms:modified>
  <cp:revision>1</cp:revision>
  <dc:title>[Sunday Play] AI에게 정답 듣기</dc:title>
</cp:coreProperties>
</file>