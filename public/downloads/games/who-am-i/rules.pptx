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</p:sldIdLst>
  <p:sldSz cx="18288000" cy="10287000"/>
  <p:notesSz cx="6858000" cy="9144000"/>
  <p:embeddedFontLst>
    <p:embeddedFont>
      <p:font typeface="Jua" charset="1" panose="00000000000000000000"/>
      <p:regular r:id="rId63"/>
    </p:embeddedFont>
    <p:embeddedFont>
      <p:font typeface="TDTD갬성명조" charset="1" panose="02000503000000000000"/>
      <p:regular r:id="rId64"/>
    </p:embeddedFont>
    <p:embeddedFont>
      <p:font typeface="TDTD가온" charset="1" panose="02000503000000000000"/>
      <p:regular r:id="rId6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fonts/font63.fntdata" Type="http://schemas.openxmlformats.org/officeDocument/2006/relationships/font"/><Relationship Id="rId64" Target="fonts/font64.fntdata" Type="http://schemas.openxmlformats.org/officeDocument/2006/relationships/font"/><Relationship Id="rId65" Target="fonts/font65.fntdata" Type="http://schemas.openxmlformats.org/officeDocument/2006/relationships/font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20.gif" Type="http://schemas.openxmlformats.org/officeDocument/2006/relationships/image"/><Relationship Id="rId4" Target="../media/image21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나는 누구일까요?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600705"/>
            <a:ext cx="5362043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9172" y="535073"/>
            <a:ext cx="11933749" cy="2447614"/>
            <a:chOff x="0" y="0"/>
            <a:chExt cx="15911666" cy="326348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386214"/>
              <a:ext cx="15911666" cy="18772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39"/>
                </a:lnSpc>
              </a:pPr>
              <a:r>
                <a:rPr lang="en-US" sz="409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힌트를 1개씩 순서대로 공개합니다.</a:t>
              </a:r>
            </a:p>
            <a:p>
              <a:pPr algn="l">
                <a:lnSpc>
                  <a:spcPts val="5739"/>
                </a:lnSpc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61925"/>
              <a:ext cx="10684245" cy="11110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110"/>
                </a:lnSpc>
              </a:pPr>
              <a:r>
                <a:rPr lang="en-US" sz="4700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874024" y="7359112"/>
            <a:ext cx="5866539" cy="3166651"/>
            <a:chOff x="0" y="0"/>
            <a:chExt cx="7822052" cy="4222201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379728"/>
              <a:ext cx="7822052" cy="28424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39"/>
                </a:lnSpc>
              </a:pPr>
              <a:r>
                <a:rPr lang="en-US" sz="409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정답을 가장</a:t>
              </a:r>
              <a:r>
                <a:rPr lang="en-US" sz="409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 먼저 맞힌 팀이</a:t>
              </a:r>
            </a:p>
            <a:p>
              <a:pPr algn="l">
                <a:lnSpc>
                  <a:spcPts val="5739"/>
                </a:lnSpc>
              </a:pPr>
              <a:r>
                <a:rPr lang="en-US" sz="409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해당 라운드 점수를 획득!</a:t>
              </a:r>
            </a:p>
            <a:p>
              <a:pPr algn="l">
                <a:lnSpc>
                  <a:spcPts val="5739"/>
                </a:lnSpc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61925"/>
              <a:ext cx="7822052" cy="11110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109"/>
                </a:lnSpc>
              </a:pPr>
              <a:r>
                <a:rPr lang="en-US" sz="4699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819424" y="3560175"/>
            <a:ext cx="10847970" cy="3166650"/>
            <a:chOff x="0" y="0"/>
            <a:chExt cx="14463960" cy="422220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379728"/>
              <a:ext cx="14463960" cy="28424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39"/>
                </a:lnSpc>
              </a:pPr>
              <a:r>
                <a:rPr lang="en-US" sz="409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힌트가 공개될 때마다 팀당 기회는 딱 1번!</a:t>
              </a:r>
            </a:p>
            <a:p>
              <a:pPr algn="l">
                <a:lnSpc>
                  <a:spcPts val="5739"/>
                </a:lnSpc>
              </a:pPr>
              <a:r>
                <a:rPr lang="en-US" sz="409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 (1</a:t>
              </a:r>
              <a:r>
                <a:rPr lang="en-US" sz="409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힌트 정답 시 3점, 2힌트 정답 시 2점, 3힌트 정답 시 1점) </a:t>
              </a:r>
            </a:p>
            <a:p>
              <a:pPr algn="l">
                <a:lnSpc>
                  <a:spcPts val="5739"/>
                </a:lnSpc>
              </a:pP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61925"/>
              <a:ext cx="10551700" cy="11110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110"/>
                </a:lnSpc>
              </a:pPr>
              <a:r>
                <a:rPr lang="en-US" sz="4700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092795"/>
            <a:ext cx="118101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팀을 나눠주세요!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나는 누구일까요?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65319" y="2755535"/>
            <a:ext cx="14557361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5" indent="-755647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아주 작은 몸집을 가지고 있습니다.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65319" y="2755535"/>
            <a:ext cx="14557361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5" indent="-755647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아주 작은 몸집을 가지고 있습니다.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005688" y="4696875"/>
            <a:ext cx="12511993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9" indent="-755650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큰 이빨을 가지고 있습니다.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65319" y="2755535"/>
            <a:ext cx="14557361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5" indent="-755647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아주 작은 몸집을 가지고 있습니다.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005688" y="4696875"/>
            <a:ext cx="12511993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9" indent="-755650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큰 이빨을 가지고 있습니다.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05688" y="6639975"/>
            <a:ext cx="12511993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9" indent="-755650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당근을 좋아합니다.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24100" y="2727021"/>
            <a:ext cx="7439800" cy="7439800"/>
          </a:xfrm>
          <a:custGeom>
            <a:avLst/>
            <a:gdLst/>
            <a:ahLst/>
            <a:cxnLst/>
            <a:rect r="r" b="b" t="t" l="l"/>
            <a:pathLst>
              <a:path h="7439800" w="7439800">
                <a:moveTo>
                  <a:pt x="0" y="0"/>
                </a:moveTo>
                <a:lnTo>
                  <a:pt x="7439800" y="0"/>
                </a:lnTo>
                <a:lnTo>
                  <a:pt x="7439800" y="7439800"/>
                </a:lnTo>
                <a:lnTo>
                  <a:pt x="0" y="7439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38925" y="526746"/>
            <a:ext cx="118101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토끼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65319" y="2755535"/>
            <a:ext cx="14557361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5" indent="-755647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근육질 몸을 가지고 있습니다.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65319" y="2755535"/>
            <a:ext cx="14557361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5" indent="-755647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근육질 몸을 가지고 있습니다.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005688" y="4168238"/>
            <a:ext cx="14416993" cy="228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9" indent="-755650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두 다리로 폴짝폴짝 뛰어다니지만, 네 다리로도 걷습니다.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65319" y="2755535"/>
            <a:ext cx="14557361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5" indent="-755647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근육질 몸을 가지고 있습니다.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005688" y="4168238"/>
            <a:ext cx="14416993" cy="228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9" indent="-755650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두 다리로 폴짝폴짝 뛰어다니지만, 네 다리로도 걷습니다.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05688" y="6639975"/>
            <a:ext cx="13534677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9" indent="-755650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주머니에 새끼를 넣고 다닙니다.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62350" y="2727021"/>
            <a:ext cx="10763300" cy="7144141"/>
          </a:xfrm>
          <a:custGeom>
            <a:avLst/>
            <a:gdLst/>
            <a:ahLst/>
            <a:cxnLst/>
            <a:rect r="r" b="b" t="t" l="l"/>
            <a:pathLst>
              <a:path h="7144141" w="10763300">
                <a:moveTo>
                  <a:pt x="0" y="0"/>
                </a:moveTo>
                <a:lnTo>
                  <a:pt x="10763300" y="0"/>
                </a:lnTo>
                <a:lnTo>
                  <a:pt x="10763300" y="7144140"/>
                </a:lnTo>
                <a:lnTo>
                  <a:pt x="0" y="7144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38925" y="526746"/>
            <a:ext cx="118101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캥거루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65319" y="2755535"/>
            <a:ext cx="14557361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5" indent="-755647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기분파입니다.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865319" y="2755535"/>
            <a:ext cx="14557361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5" indent="-755647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기분파입니다.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05688" y="4696875"/>
            <a:ext cx="15253612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9" indent="-755650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긴 혀를 이용해 벌레를 잡아먹습니다.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005688" y="4696875"/>
            <a:ext cx="15253612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9" indent="-755650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긴 혀를 이용해 벌레를 잡아먹습니다.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05688" y="6639975"/>
            <a:ext cx="12511993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9" indent="-755650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파충류이고, 4글자입니다.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65319" y="2755535"/>
            <a:ext cx="14557361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5" indent="-755647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기분파입니다.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87346" y="2727021"/>
            <a:ext cx="10513308" cy="7333033"/>
          </a:xfrm>
          <a:custGeom>
            <a:avLst/>
            <a:gdLst/>
            <a:ahLst/>
            <a:cxnLst/>
            <a:rect r="r" b="b" t="t" l="l"/>
            <a:pathLst>
              <a:path h="7333033" w="10513308">
                <a:moveTo>
                  <a:pt x="0" y="0"/>
                </a:moveTo>
                <a:lnTo>
                  <a:pt x="10513308" y="0"/>
                </a:lnTo>
                <a:lnTo>
                  <a:pt x="10513308" y="7333032"/>
                </a:lnTo>
                <a:lnTo>
                  <a:pt x="0" y="73330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38925" y="526746"/>
            <a:ext cx="118101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카멜레온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65319" y="2755535"/>
            <a:ext cx="14557361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5" indent="-755647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겨울잠을 잡니다.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005688" y="4168238"/>
            <a:ext cx="15253612" cy="228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9" indent="-755650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아기일 때와 어른일 때 모습이 아예 다릅니다.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65319" y="2755535"/>
            <a:ext cx="14557361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5" indent="-755647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겨울잠을 잡니다.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005688" y="4168238"/>
            <a:ext cx="15253612" cy="228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9" indent="-755650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아기일 때와 어른일 때 모습이 아예 다릅니다.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05688" y="6639975"/>
            <a:ext cx="12511993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9" indent="-755650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점프를 잘합니다.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65319" y="2755535"/>
            <a:ext cx="14557361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5" indent="-755647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겨울잠을 잡니다.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04957" y="2727021"/>
            <a:ext cx="11678086" cy="7225816"/>
          </a:xfrm>
          <a:custGeom>
            <a:avLst/>
            <a:gdLst/>
            <a:ahLst/>
            <a:cxnLst/>
            <a:rect r="r" b="b" t="t" l="l"/>
            <a:pathLst>
              <a:path h="7225816" w="11678086">
                <a:moveTo>
                  <a:pt x="0" y="0"/>
                </a:moveTo>
                <a:lnTo>
                  <a:pt x="11678086" y="0"/>
                </a:lnTo>
                <a:lnTo>
                  <a:pt x="11678086" y="7225815"/>
                </a:lnTo>
                <a:lnTo>
                  <a:pt x="0" y="72258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38925" y="526746"/>
            <a:ext cx="118101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개구리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65319" y="2755535"/>
            <a:ext cx="14557361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5" indent="-755647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대머리입니다.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005688" y="4696875"/>
            <a:ext cx="15253612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9" indent="-755650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달리기가 아주 빠릅니다.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65319" y="2755535"/>
            <a:ext cx="14557361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5" indent="-755647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대머리입니다.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005688" y="4696875"/>
            <a:ext cx="15253612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9" indent="-755650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달리기가 아주 빠릅니다.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05688" y="6639975"/>
            <a:ext cx="14557361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9" indent="-755650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제 알은 엄청나게 큰 것으로 유명합니다.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65319" y="2755535"/>
            <a:ext cx="14557361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5" indent="-755647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대머리입니다.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28787" y="2727021"/>
            <a:ext cx="7830427" cy="7145264"/>
          </a:xfrm>
          <a:custGeom>
            <a:avLst/>
            <a:gdLst/>
            <a:ahLst/>
            <a:cxnLst/>
            <a:rect r="r" b="b" t="t" l="l"/>
            <a:pathLst>
              <a:path h="7145264" w="7830427">
                <a:moveTo>
                  <a:pt x="0" y="0"/>
                </a:moveTo>
                <a:lnTo>
                  <a:pt x="7830426" y="0"/>
                </a:lnTo>
                <a:lnTo>
                  <a:pt x="7830426" y="7145264"/>
                </a:lnTo>
                <a:lnTo>
                  <a:pt x="0" y="71452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38925" y="526746"/>
            <a:ext cx="118101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타조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884369" y="2755535"/>
            <a:ext cx="14557361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5" indent="-755647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시력이 좋은 편은 아닙니다.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005688" y="4696875"/>
            <a:ext cx="15253612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9" indent="-755650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제가 주인공인 게임이 있습니다.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65319" y="2755535"/>
            <a:ext cx="14557361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5" indent="-755647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시력이 좋은 편은 아닙니다.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005688" y="4696875"/>
            <a:ext cx="15253612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9" indent="-755650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제가 주인공인 게임이 있습니다.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05688" y="6639975"/>
            <a:ext cx="14557361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9" indent="-755650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땅을 아주 잘 팝니다.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65319" y="2755535"/>
            <a:ext cx="14557361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5" indent="-755647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시력이 좋은 편은 아닙니다.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81693" y="2727021"/>
            <a:ext cx="10724613" cy="7145274"/>
          </a:xfrm>
          <a:custGeom>
            <a:avLst/>
            <a:gdLst/>
            <a:ahLst/>
            <a:cxnLst/>
            <a:rect r="r" b="b" t="t" l="l"/>
            <a:pathLst>
              <a:path h="7145274" w="10724613">
                <a:moveTo>
                  <a:pt x="0" y="0"/>
                </a:moveTo>
                <a:lnTo>
                  <a:pt x="10724614" y="0"/>
                </a:lnTo>
                <a:lnTo>
                  <a:pt x="10724614" y="7145274"/>
                </a:lnTo>
                <a:lnTo>
                  <a:pt x="0" y="71452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38925" y="526746"/>
            <a:ext cx="118101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두더지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865319" y="2226898"/>
            <a:ext cx="14557361" cy="228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5" indent="-755647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아프리카에 살고, 긴 목을 가지고 있습니다.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005688" y="4714173"/>
            <a:ext cx="15253612" cy="228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9" indent="-755650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경계심이 많고, 주로 곤충이나 전갈을 먹습니다.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65319" y="2226898"/>
            <a:ext cx="14557361" cy="228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5" indent="-755647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아프리카에 살고, 긴 목을 가지고 있습니다.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005688" y="4714173"/>
            <a:ext cx="15253612" cy="228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9" indent="-755650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경계심이 많고, 주로 곤충이나 전갈을 먹습니다.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05688" y="7201449"/>
            <a:ext cx="14557361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9" indent="-755650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이름에 캣이 들어갑니다.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65319" y="2226898"/>
            <a:ext cx="14557361" cy="228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5" indent="-755647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아프리카에 살고, 긴 목을 가지고 있습니다.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98709" y="2727021"/>
            <a:ext cx="6690581" cy="7559979"/>
          </a:xfrm>
          <a:custGeom>
            <a:avLst/>
            <a:gdLst/>
            <a:ahLst/>
            <a:cxnLst/>
            <a:rect r="r" b="b" t="t" l="l"/>
            <a:pathLst>
              <a:path h="7559979" w="6690581">
                <a:moveTo>
                  <a:pt x="0" y="0"/>
                </a:moveTo>
                <a:lnTo>
                  <a:pt x="6690582" y="0"/>
                </a:lnTo>
                <a:lnTo>
                  <a:pt x="6690582" y="7559979"/>
                </a:lnTo>
                <a:lnTo>
                  <a:pt x="0" y="75599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38925" y="526746"/>
            <a:ext cx="118101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미어캣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865319" y="2755535"/>
            <a:ext cx="14557361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5" indent="-755647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포유류이고, 몸집이 작은 편입니다.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005688" y="4168238"/>
            <a:ext cx="12807191" cy="228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9" indent="-755650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돼지같이 뾰족한 주둥이와, 짧은 네 다리를 가지고 있습니다.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65319" y="2755535"/>
            <a:ext cx="14557361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5" indent="-755647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포유류이고, 몸집이 작은 편입니다.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005688" y="4168238"/>
            <a:ext cx="12807191" cy="228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9" indent="-755650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돼지같이 뾰족한 주둥이와, 짧은 네 다리를 가지고 있습니다.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05688" y="6639975"/>
            <a:ext cx="14557361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9" indent="-755650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등이 가시로 덮여 있습니다.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65319" y="2755535"/>
            <a:ext cx="14557361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5" indent="-755647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포유류이고, 몸집이 작은 편입니다.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96760" y="2727021"/>
            <a:ext cx="9494479" cy="7559979"/>
          </a:xfrm>
          <a:custGeom>
            <a:avLst/>
            <a:gdLst/>
            <a:ahLst/>
            <a:cxnLst/>
            <a:rect r="r" b="b" t="t" l="l"/>
            <a:pathLst>
              <a:path h="7559979" w="9494479">
                <a:moveTo>
                  <a:pt x="0" y="0"/>
                </a:moveTo>
                <a:lnTo>
                  <a:pt x="9494480" y="0"/>
                </a:lnTo>
                <a:lnTo>
                  <a:pt x="9494480" y="7559979"/>
                </a:lnTo>
                <a:lnTo>
                  <a:pt x="0" y="75599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38925" y="526746"/>
            <a:ext cx="118101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고슴도치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865319" y="2226898"/>
            <a:ext cx="14557361" cy="228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5" indent="-755647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바다에 살고, 몸의 대부분이 검은색입니다.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865319" y="2226898"/>
            <a:ext cx="14557361" cy="228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5" indent="-755647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바다에 살고, 몸의 대부분이 검은색입니다.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05688" y="4696875"/>
            <a:ext cx="15253612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9" indent="-755650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매우 높은 지능을 가지고 있습니다.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005688" y="4696875"/>
            <a:ext cx="15253612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9" indent="-755650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매우 높은 지능을 가지고 있습니다.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05688" y="6639975"/>
            <a:ext cx="14557361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9" indent="-755650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고래의 일종입니다.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65319" y="2226898"/>
            <a:ext cx="14557361" cy="228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5" indent="-755647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바다에 살고, 몸의 대부분이 검은색입니다.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46685" y="2727021"/>
            <a:ext cx="14794629" cy="7175395"/>
          </a:xfrm>
          <a:custGeom>
            <a:avLst/>
            <a:gdLst/>
            <a:ahLst/>
            <a:cxnLst/>
            <a:rect r="r" b="b" t="t" l="l"/>
            <a:pathLst>
              <a:path h="7175395" w="14794629">
                <a:moveTo>
                  <a:pt x="0" y="0"/>
                </a:moveTo>
                <a:lnTo>
                  <a:pt x="14794630" y="0"/>
                </a:lnTo>
                <a:lnTo>
                  <a:pt x="14794630" y="7175395"/>
                </a:lnTo>
                <a:lnTo>
                  <a:pt x="0" y="71753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38925" y="526746"/>
            <a:ext cx="118101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범고래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865319" y="2755535"/>
            <a:ext cx="14557361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5" indent="-755647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인간과 아주 가까운 동물입니다.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005688" y="4168238"/>
            <a:ext cx="13930139" cy="228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9" indent="-755650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인간에게 큰 도움이 되는 동물은 아닙니다.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65319" y="2755535"/>
            <a:ext cx="14557361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5" indent="-755647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인간과 아주 가까운 동물입니다.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005688" y="4168238"/>
            <a:ext cx="13930139" cy="228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9" indent="-755650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인간에게 큰 도움이 되는 동물은 아닙니다.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05688" y="6639975"/>
            <a:ext cx="14557361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9" indent="-755650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쥐와 뱀을 잘 잡습니다.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65319" y="2755535"/>
            <a:ext cx="14557361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5" indent="-755647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인간과 아주 가까운 동물입니다.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81094" y="2727021"/>
            <a:ext cx="11325811" cy="7559979"/>
          </a:xfrm>
          <a:custGeom>
            <a:avLst/>
            <a:gdLst/>
            <a:ahLst/>
            <a:cxnLst/>
            <a:rect r="r" b="b" t="t" l="l"/>
            <a:pathLst>
              <a:path h="7559979" w="11325811">
                <a:moveTo>
                  <a:pt x="0" y="0"/>
                </a:moveTo>
                <a:lnTo>
                  <a:pt x="11325812" y="0"/>
                </a:lnTo>
                <a:lnTo>
                  <a:pt x="11325812" y="7559979"/>
                </a:lnTo>
                <a:lnTo>
                  <a:pt x="0" y="75599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38925" y="526746"/>
            <a:ext cx="118101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고양이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865319" y="2226898"/>
            <a:ext cx="14557361" cy="228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5" indent="-755647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주로 아프리카에 살고, 아주 위험한 동물입니다.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005688" y="4696875"/>
            <a:ext cx="15253612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9" indent="-755650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마치 갑옷을 입은 것 같습니다.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65319" y="2226898"/>
            <a:ext cx="14557361" cy="228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5" indent="-755647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주로 아프리카에 살고, 아주 위험한 동물입니다.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005688" y="4696875"/>
            <a:ext cx="15253612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9" indent="-755650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마치 갑옷을 입은 것 같습니다.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05688" y="6639975"/>
            <a:ext cx="14557361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9" indent="-755650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큰 뿔을 가지고 있습니다.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65319" y="2226898"/>
            <a:ext cx="14557361" cy="228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5" indent="-755647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주로 아프리카에 살고, 아주 위험한 동물입니다.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8311" y="2727021"/>
            <a:ext cx="14891378" cy="7222318"/>
          </a:xfrm>
          <a:custGeom>
            <a:avLst/>
            <a:gdLst/>
            <a:ahLst/>
            <a:cxnLst/>
            <a:rect r="r" b="b" t="t" l="l"/>
            <a:pathLst>
              <a:path h="7222318" w="14891378">
                <a:moveTo>
                  <a:pt x="0" y="0"/>
                </a:moveTo>
                <a:lnTo>
                  <a:pt x="14891378" y="0"/>
                </a:lnTo>
                <a:lnTo>
                  <a:pt x="14891378" y="7222318"/>
                </a:lnTo>
                <a:lnTo>
                  <a:pt x="0" y="72223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38925" y="526746"/>
            <a:ext cx="118101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코뿔소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865319" y="2755535"/>
            <a:ext cx="14557361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5" indent="-755647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애니메이션 캐릭터로 유명합니다.</a:t>
            </a:r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005688" y="4696875"/>
            <a:ext cx="15253612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9" indent="-755650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무언가를 깨먹는 것을 좋아합니다.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65319" y="2755535"/>
            <a:ext cx="14557361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5" indent="-755647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애니메이션 캐릭터로 유명합니다.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005688" y="4696875"/>
            <a:ext cx="15253612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9" indent="-755650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무언가를 깨먹는 것을 좋아합니다.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05688" y="6111338"/>
            <a:ext cx="14557361" cy="228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9" indent="-755650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바다에서 살고, 주로 배영을 하고 있습니다.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65319" y="2755535"/>
            <a:ext cx="14557361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5" indent="-755647" lvl="1">
              <a:lnSpc>
                <a:spcPts val="8399"/>
              </a:lnSpc>
              <a:buAutoNum type="arabicPeriod" startAt="1"/>
            </a:pPr>
            <a:r>
              <a:rPr lang="en-US" sz="6999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애니메이션 캐릭터로 유명합니다.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89942" y="2872332"/>
            <a:ext cx="11108117" cy="7414668"/>
          </a:xfrm>
          <a:custGeom>
            <a:avLst/>
            <a:gdLst/>
            <a:ahLst/>
            <a:cxnLst/>
            <a:rect r="r" b="b" t="t" l="l"/>
            <a:pathLst>
              <a:path h="7414668" w="11108117">
                <a:moveTo>
                  <a:pt x="0" y="0"/>
                </a:moveTo>
                <a:lnTo>
                  <a:pt x="11108116" y="0"/>
                </a:lnTo>
                <a:lnTo>
                  <a:pt x="11108116" y="7414668"/>
                </a:lnTo>
                <a:lnTo>
                  <a:pt x="0" y="7414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38925" y="526746"/>
            <a:ext cx="118101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해달</a:t>
            </a:r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9593" y="2670731"/>
            <a:ext cx="15138780" cy="114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392042" indent="-696021" lvl="1">
              <a:lnSpc>
                <a:spcPts val="7737"/>
              </a:lnSpc>
              <a:buAutoNum type="arabicPeriod" startAt="1"/>
            </a:pPr>
            <a:r>
              <a:rPr lang="en-US" sz="6447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외래종으로, 먹성이 좋아 골칫거리입니다.</a:t>
            </a:r>
          </a:p>
        </p:txBody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285568" y="4491256"/>
            <a:ext cx="15862840" cy="114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392047" indent="-696023" lvl="1">
              <a:lnSpc>
                <a:spcPts val="7737"/>
              </a:lnSpc>
              <a:buAutoNum type="arabicPeriod" startAt="1"/>
            </a:pPr>
            <a:r>
              <a:rPr lang="en-US" sz="6447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몸집에 비해 큰 이빨을 가지고 있습니다.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39593" y="2670731"/>
            <a:ext cx="15138780" cy="114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392042" indent="-696021" lvl="1">
              <a:lnSpc>
                <a:spcPts val="7737"/>
              </a:lnSpc>
              <a:buAutoNum type="arabicPeriod" startAt="1"/>
            </a:pPr>
            <a:r>
              <a:rPr lang="en-US" sz="6447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외래종으로, 먹성이 좋아 골칫거리입니다.</a:t>
            </a:r>
          </a:p>
        </p:txBody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285568" y="4491256"/>
            <a:ext cx="15862840" cy="114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392047" indent="-696023" lvl="1">
              <a:lnSpc>
                <a:spcPts val="7737"/>
              </a:lnSpc>
              <a:buAutoNum type="arabicPeriod" startAt="1"/>
            </a:pPr>
            <a:r>
              <a:rPr lang="en-US" sz="6447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몸집에 비해 큰 이빨을 가지고 있습니다.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85568" y="6310094"/>
            <a:ext cx="15484809" cy="114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392047" indent="-696023" lvl="1">
              <a:lnSpc>
                <a:spcPts val="7737"/>
              </a:lnSpc>
              <a:buAutoNum type="arabicPeriod" startAt="1"/>
            </a:pPr>
            <a:r>
              <a:rPr lang="en-US" sz="6447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햄스터의 친척이지만, 몸집이 훨씬 큽니다.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39593" y="2670731"/>
            <a:ext cx="15138780" cy="114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392042" indent="-696021" lvl="1">
              <a:lnSpc>
                <a:spcPts val="7737"/>
              </a:lnSpc>
              <a:buAutoNum type="arabicPeriod" startAt="1"/>
            </a:pPr>
            <a:r>
              <a:rPr lang="en-US" sz="6447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저는 외래종으로, 먹성이 좋아 골칫거리입니다.</a:t>
            </a:r>
          </a:p>
        </p:txBody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96682" y="2727021"/>
            <a:ext cx="9294637" cy="7575129"/>
          </a:xfrm>
          <a:custGeom>
            <a:avLst/>
            <a:gdLst/>
            <a:ahLst/>
            <a:cxnLst/>
            <a:rect r="r" b="b" t="t" l="l"/>
            <a:pathLst>
              <a:path h="7575129" w="9294637">
                <a:moveTo>
                  <a:pt x="0" y="0"/>
                </a:moveTo>
                <a:lnTo>
                  <a:pt x="9294636" y="0"/>
                </a:lnTo>
                <a:lnTo>
                  <a:pt x="9294636" y="7575129"/>
                </a:lnTo>
                <a:lnTo>
                  <a:pt x="0" y="75751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38925" y="526746"/>
            <a:ext cx="118101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뉴트리아</a:t>
            </a:r>
          </a:p>
        </p:txBody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3895725"/>
            <a:ext cx="9444385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DAHFbRVekOA</dc:identifier>
  <dcterms:modified xsi:type="dcterms:W3CDTF">2011-08-01T06:04:30Z</dcterms:modified>
  <cp:revision>1</cp:revision>
  <dc:title>[Sunday Play] 나는 누구일까요?</dc:title>
</cp:coreProperties>
</file>