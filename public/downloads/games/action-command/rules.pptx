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Jua" charset="1" panose="00000000000000000000"/>
      <p:regular r:id="rId31"/>
    </p:embeddedFont>
    <p:embeddedFont>
      <p:font typeface="TDTD갬성명조" charset="1" panose="02000503000000000000"/>
      <p:regular r:id="rId32"/>
    </p:embeddedFont>
    <p:embeddedFont>
      <p:font typeface="TDTD가온" charset="1" panose="02000503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문장 만들기 행동지령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573620"/>
            <a:chOff x="0" y="0"/>
            <a:chExt cx="14259577" cy="34314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4259577" cy="205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화면에 글자가 섞인 격자판이 나타납니다.</a:t>
              </a:r>
            </a:p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글자를 조합하여 숨겨진 행동지령을 알아내세요.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1405" y="7350840"/>
            <a:ext cx="7584755" cy="2574122"/>
            <a:chOff x="0" y="0"/>
            <a:chExt cx="10113007" cy="343216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9958397" cy="2054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1분 안에 행동을 수행한 사람만 통과!</a:t>
              </a:r>
            </a:p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가장 많이 통과한 사람이 우승합니다.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0113007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98474" y="3858476"/>
            <a:ext cx="7891051" cy="2570047"/>
            <a:chOff x="0" y="0"/>
            <a:chExt cx="10521401" cy="34267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0521401" cy="2051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정답을 입으로 말하면 안 됩니다!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말 없이 해당 행동을 직접 수행하세요.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6486548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문장 만들기 행동지령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4144925"/>
                <a:gridCol w="4144925"/>
                <a:gridCol w="4144925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옆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옆사람과 하이파이브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4144925"/>
                <a:gridCol w="4144925"/>
                <a:gridCol w="4144925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일어나서 만세 부르기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4144925"/>
                <a:gridCol w="4144925"/>
                <a:gridCol w="4144925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들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양손 들고 제자리 돌기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4144925"/>
                <a:gridCol w="4144925"/>
                <a:gridCol w="4144925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두손 모아서 기도하기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3108693"/>
                <a:gridCol w="3108693"/>
                <a:gridCol w="3108693"/>
                <a:gridCol w="3108693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다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옆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예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옆 사람에게 예쁘다고 말하기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3108693"/>
                <a:gridCol w="3108693"/>
                <a:gridCol w="3108693"/>
                <a:gridCol w="3108693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일어나서 제자리 세바퀴 돌기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3108693"/>
                <a:gridCol w="3108693"/>
                <a:gridCol w="3108693"/>
                <a:gridCol w="3108693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옆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옆사람과 손잡고 만세 부르기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3108693"/>
                <a:gridCol w="3108693"/>
                <a:gridCol w="3108693"/>
                <a:gridCol w="3108693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십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눈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초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눈 감고 한발로 십초간 버티기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3108693"/>
                <a:gridCol w="3108693"/>
                <a:gridCol w="3108693"/>
                <a:gridCol w="3108693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하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옆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양옆 사람과 손잡고 점프하기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26613" y="1103145"/>
          <a:ext cx="12434774" cy="8080709"/>
        </p:xfrm>
        <a:graphic>
          <a:graphicData uri="http://schemas.openxmlformats.org/drawingml/2006/table">
            <a:tbl>
              <a:tblPr/>
              <a:tblGrid>
                <a:gridCol w="3108693"/>
                <a:gridCol w="3108693"/>
                <a:gridCol w="3108693"/>
                <a:gridCol w="3108693"/>
              </a:tblGrid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주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뒤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5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있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999"/>
                        </a:lnSpc>
                        <a:defRPr/>
                      </a:pPr>
                      <a:r>
                        <a:rPr lang="en-US" sz="9999">
                          <a:solidFill>
                            <a:srgbClr val="000000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뒤에 있는 사람 어깨 주무르기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DAHF5poie7g</dc:identifier>
  <dcterms:modified xsi:type="dcterms:W3CDTF">2011-08-01T06:04:30Z</dcterms:modified>
  <cp:revision>1</cp:revision>
  <dc:title>[Sunday Play] 문장 만들기 행동지령</dc:title>
</cp:coreProperties>
</file>