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Jua" charset="1" panose="00000000000000000000"/>
      <p:regular r:id="rId20"/>
    </p:embeddedFont>
    <p:embeddedFont>
      <p:font typeface="TDTD갬성명조" charset="1" panose="02000503000000000000"/>
      <p:regular r:id="rId21"/>
    </p:embeddedFont>
    <p:embeddedFont>
      <p:font typeface="TDTD가온" charset="1" panose="02000503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7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0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11.gif" Type="http://schemas.openxmlformats.org/officeDocument/2006/relationships/image"/><Relationship Id="rId4" Target="../media/image12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스피드 스태킹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0694683" cy="2573620"/>
            <a:chOff x="0" y="0"/>
            <a:chExt cx="14259577" cy="343149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0584"/>
              <a:ext cx="14259577" cy="2050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팀을 나누고 출발선 뒤에 한 줄로 섭니다.                                     </a:t>
              </a:r>
            </a:p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컵은 책상 위에 정리해 둡니다.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9574913" cy="116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49221" y="8200435"/>
            <a:ext cx="8687650" cy="1778769"/>
            <a:chOff x="0" y="0"/>
            <a:chExt cx="11583533" cy="237169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7534"/>
              <a:ext cx="11406442" cy="994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패턴을 가장 먼저 정확히 완성한 팀이 승리!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71450"/>
              <a:ext cx="11583533" cy="117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21704" y="3858476"/>
            <a:ext cx="9074156" cy="3364141"/>
            <a:chOff x="0" y="0"/>
            <a:chExt cx="12098875" cy="448552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5218"/>
              <a:ext cx="12098875" cy="3110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화면에 패턴이 나오면 한 명씩 달려가 컵 1개를 놓고 돌아옵니다.                         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바톤터치 후 다음 사람이 출발합니다.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71450"/>
              <a:ext cx="7079955" cy="1169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스피드 스태킹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7796469" y="2120832"/>
            <a:ext cx="2820595" cy="3022668"/>
          </a:xfrm>
          <a:custGeom>
            <a:avLst/>
            <a:gdLst/>
            <a:ahLst/>
            <a:cxnLst/>
            <a:rect r="r" b="b" t="t" l="l"/>
            <a:pathLst>
              <a:path h="3022668" w="2820595">
                <a:moveTo>
                  <a:pt x="0" y="0"/>
                </a:moveTo>
                <a:lnTo>
                  <a:pt x="2820595" y="0"/>
                </a:lnTo>
                <a:lnTo>
                  <a:pt x="2820595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355554" y="5150806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5" y="0"/>
                </a:lnTo>
                <a:lnTo>
                  <a:pt x="2648555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03" t="-3705" r="-4939" b="-1082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6409425" y="5143500"/>
            <a:ext cx="2814585" cy="3029974"/>
          </a:xfrm>
          <a:custGeom>
            <a:avLst/>
            <a:gdLst/>
            <a:ahLst/>
            <a:cxnLst/>
            <a:rect r="r" b="b" t="t" l="l"/>
            <a:pathLst>
              <a:path h="3029974" w="2814585">
                <a:moveTo>
                  <a:pt x="0" y="0"/>
                </a:moveTo>
                <a:lnTo>
                  <a:pt x="2814585" y="0"/>
                </a:lnTo>
                <a:lnTo>
                  <a:pt x="2814585" y="3029974"/>
                </a:lnTo>
                <a:lnTo>
                  <a:pt x="0" y="302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52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7819722" y="2120832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6" y="0"/>
                </a:lnTo>
                <a:lnTo>
                  <a:pt x="2648556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03" t="-3705" r="-4939" b="-108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110220" y="5143500"/>
            <a:ext cx="2814585" cy="3029974"/>
          </a:xfrm>
          <a:custGeom>
            <a:avLst/>
            <a:gdLst/>
            <a:ahLst/>
            <a:cxnLst/>
            <a:rect r="r" b="b" t="t" l="l"/>
            <a:pathLst>
              <a:path h="3029974" w="2814585">
                <a:moveTo>
                  <a:pt x="0" y="0"/>
                </a:moveTo>
                <a:lnTo>
                  <a:pt x="2814585" y="0"/>
                </a:lnTo>
                <a:lnTo>
                  <a:pt x="2814585" y="3029974"/>
                </a:lnTo>
                <a:lnTo>
                  <a:pt x="0" y="3029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52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6363195" y="5150806"/>
            <a:ext cx="2747025" cy="3022668"/>
          </a:xfrm>
          <a:custGeom>
            <a:avLst/>
            <a:gdLst/>
            <a:ahLst/>
            <a:cxnLst/>
            <a:rect r="r" b="b" t="t" l="l"/>
            <a:pathLst>
              <a:path h="3022668" w="2747025">
                <a:moveTo>
                  <a:pt x="0" y="0"/>
                </a:moveTo>
                <a:lnTo>
                  <a:pt x="2747025" y="0"/>
                </a:lnTo>
                <a:lnTo>
                  <a:pt x="2747025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97" t="-9387" r="-4273" b="-4315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0676924" y="6651181"/>
            <a:ext cx="2820595" cy="3022668"/>
          </a:xfrm>
          <a:custGeom>
            <a:avLst/>
            <a:gdLst/>
            <a:ahLst/>
            <a:cxnLst/>
            <a:rect r="r" b="b" t="t" l="l"/>
            <a:pathLst>
              <a:path h="3022668" w="2820595">
                <a:moveTo>
                  <a:pt x="0" y="0"/>
                </a:moveTo>
                <a:lnTo>
                  <a:pt x="2820595" y="0"/>
                </a:lnTo>
                <a:lnTo>
                  <a:pt x="282059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6575151" y="3628513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5" y="0"/>
                </a:lnTo>
                <a:lnTo>
                  <a:pt x="2648555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03" t="-3705" r="-4939" b="-1082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7736707" y="598540"/>
            <a:ext cx="2814585" cy="3029974"/>
          </a:xfrm>
          <a:custGeom>
            <a:avLst/>
            <a:gdLst/>
            <a:ahLst/>
            <a:cxnLst/>
            <a:rect r="r" b="b" t="t" l="l"/>
            <a:pathLst>
              <a:path h="3029974" w="2814585">
                <a:moveTo>
                  <a:pt x="0" y="0"/>
                </a:moveTo>
                <a:lnTo>
                  <a:pt x="2814586" y="0"/>
                </a:lnTo>
                <a:lnTo>
                  <a:pt x="2814586" y="3029973"/>
                </a:lnTo>
                <a:lnTo>
                  <a:pt x="0" y="3029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52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7929899" y="6651181"/>
            <a:ext cx="2747025" cy="3022668"/>
          </a:xfrm>
          <a:custGeom>
            <a:avLst/>
            <a:gdLst/>
            <a:ahLst/>
            <a:cxnLst/>
            <a:rect r="r" b="b" t="t" l="l"/>
            <a:pathLst>
              <a:path h="3022668" w="2747025">
                <a:moveTo>
                  <a:pt x="0" y="0"/>
                </a:moveTo>
                <a:lnTo>
                  <a:pt x="2747025" y="0"/>
                </a:lnTo>
                <a:lnTo>
                  <a:pt x="274702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97" t="-9387" r="-4273" b="-431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5078833" y="6651181"/>
            <a:ext cx="2820595" cy="3022668"/>
          </a:xfrm>
          <a:custGeom>
            <a:avLst/>
            <a:gdLst/>
            <a:ahLst/>
            <a:cxnLst/>
            <a:rect r="r" b="b" t="t" l="l"/>
            <a:pathLst>
              <a:path h="3022668" w="2820595">
                <a:moveTo>
                  <a:pt x="0" y="0"/>
                </a:moveTo>
                <a:lnTo>
                  <a:pt x="2820595" y="0"/>
                </a:lnTo>
                <a:lnTo>
                  <a:pt x="282059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9303411" y="3632166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6" y="0"/>
                </a:lnTo>
                <a:lnTo>
                  <a:pt x="2648556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03" t="-3705" r="-4939" b="-10821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2047677" y="6665793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5" y="0"/>
                </a:lnTo>
                <a:lnTo>
                  <a:pt x="264855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03" t="-3705" r="-4939" b="-108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3276351" y="6665793"/>
            <a:ext cx="2814585" cy="3029974"/>
          </a:xfrm>
          <a:custGeom>
            <a:avLst/>
            <a:gdLst/>
            <a:ahLst/>
            <a:cxnLst/>
            <a:rect r="r" b="b" t="t" l="l"/>
            <a:pathLst>
              <a:path h="3029974" w="2814585">
                <a:moveTo>
                  <a:pt x="0" y="0"/>
                </a:moveTo>
                <a:lnTo>
                  <a:pt x="2814586" y="0"/>
                </a:lnTo>
                <a:lnTo>
                  <a:pt x="2814586" y="3029973"/>
                </a:lnTo>
                <a:lnTo>
                  <a:pt x="0" y="30299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52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7433509" y="6665793"/>
            <a:ext cx="2747025" cy="3022668"/>
          </a:xfrm>
          <a:custGeom>
            <a:avLst/>
            <a:gdLst/>
            <a:ahLst/>
            <a:cxnLst/>
            <a:rect r="r" b="b" t="t" l="l"/>
            <a:pathLst>
              <a:path h="3022668" w="2747025">
                <a:moveTo>
                  <a:pt x="0" y="0"/>
                </a:moveTo>
                <a:lnTo>
                  <a:pt x="2747025" y="0"/>
                </a:lnTo>
                <a:lnTo>
                  <a:pt x="274702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97" t="-9387" r="-4273" b="-431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5981414" y="3643125"/>
            <a:ext cx="2820595" cy="3022668"/>
          </a:xfrm>
          <a:custGeom>
            <a:avLst/>
            <a:gdLst/>
            <a:ahLst/>
            <a:cxnLst/>
            <a:rect r="r" b="b" t="t" l="l"/>
            <a:pathLst>
              <a:path h="3022668" w="2820595">
                <a:moveTo>
                  <a:pt x="0" y="0"/>
                </a:moveTo>
                <a:lnTo>
                  <a:pt x="2820595" y="0"/>
                </a:lnTo>
                <a:lnTo>
                  <a:pt x="2820595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794" t="-2828" r="-3453" b="-242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8856256" y="3643125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6" y="0"/>
                </a:lnTo>
                <a:lnTo>
                  <a:pt x="2648556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03" t="-3705" r="-4939" b="-1082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7391711" y="603627"/>
            <a:ext cx="2747025" cy="3022668"/>
          </a:xfrm>
          <a:custGeom>
            <a:avLst/>
            <a:gdLst/>
            <a:ahLst/>
            <a:cxnLst/>
            <a:rect r="r" b="b" t="t" l="l"/>
            <a:pathLst>
              <a:path h="3022668" w="2747025">
                <a:moveTo>
                  <a:pt x="0" y="0"/>
                </a:moveTo>
                <a:lnTo>
                  <a:pt x="2747025" y="0"/>
                </a:lnTo>
                <a:lnTo>
                  <a:pt x="274702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97" t="-9387" r="-4273" b="-431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4834189" y="6665793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5" y="0"/>
                </a:lnTo>
                <a:lnTo>
                  <a:pt x="264855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03" t="-3705" r="-4939" b="-1082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0318891" y="6658487"/>
            <a:ext cx="2814585" cy="3029974"/>
          </a:xfrm>
          <a:custGeom>
            <a:avLst/>
            <a:gdLst/>
            <a:ahLst/>
            <a:cxnLst/>
            <a:rect r="r" b="b" t="t" l="l"/>
            <a:pathLst>
              <a:path h="3029974" w="2814585">
                <a:moveTo>
                  <a:pt x="0" y="0"/>
                </a:moveTo>
                <a:lnTo>
                  <a:pt x="2814585" y="0"/>
                </a:lnTo>
                <a:lnTo>
                  <a:pt x="2814585" y="3029973"/>
                </a:lnTo>
                <a:lnTo>
                  <a:pt x="0" y="30299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52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2156150" y="6651181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6" y="0"/>
                </a:lnTo>
                <a:lnTo>
                  <a:pt x="2648556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03" t="-3705" r="-4939" b="-108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6310955" y="3621207"/>
            <a:ext cx="2814585" cy="3029974"/>
          </a:xfrm>
          <a:custGeom>
            <a:avLst/>
            <a:gdLst/>
            <a:ahLst/>
            <a:cxnLst/>
            <a:rect r="r" b="b" t="t" l="l"/>
            <a:pathLst>
              <a:path h="3029974" w="2814585">
                <a:moveTo>
                  <a:pt x="0" y="0"/>
                </a:moveTo>
                <a:lnTo>
                  <a:pt x="2814585" y="0"/>
                </a:lnTo>
                <a:lnTo>
                  <a:pt x="2814585" y="3029974"/>
                </a:lnTo>
                <a:lnTo>
                  <a:pt x="0" y="3029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52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0427365" y="6658487"/>
            <a:ext cx="2820595" cy="3022668"/>
          </a:xfrm>
          <a:custGeom>
            <a:avLst/>
            <a:gdLst/>
            <a:ahLst/>
            <a:cxnLst/>
            <a:rect r="r" b="b" t="t" l="l"/>
            <a:pathLst>
              <a:path h="3022668" w="2820595">
                <a:moveTo>
                  <a:pt x="0" y="0"/>
                </a:moveTo>
                <a:lnTo>
                  <a:pt x="2820595" y="0"/>
                </a:lnTo>
                <a:lnTo>
                  <a:pt x="282059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794" t="-2828" r="-3453" b="-242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9136867" y="3628513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6" y="0"/>
                </a:lnTo>
                <a:lnTo>
                  <a:pt x="2648556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03" t="-3705" r="-4939" b="-1082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3384825" y="6643875"/>
            <a:ext cx="2747025" cy="3022668"/>
          </a:xfrm>
          <a:custGeom>
            <a:avLst/>
            <a:gdLst/>
            <a:ahLst/>
            <a:cxnLst/>
            <a:rect r="r" b="b" t="t" l="l"/>
            <a:pathLst>
              <a:path h="3022668" w="2747025">
                <a:moveTo>
                  <a:pt x="0" y="0"/>
                </a:moveTo>
                <a:lnTo>
                  <a:pt x="2747025" y="0"/>
                </a:lnTo>
                <a:lnTo>
                  <a:pt x="274702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97" t="-9387" r="-4273" b="-431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7736707" y="581709"/>
            <a:ext cx="2814585" cy="3029974"/>
          </a:xfrm>
          <a:custGeom>
            <a:avLst/>
            <a:gdLst/>
            <a:ahLst/>
            <a:cxnLst/>
            <a:rect r="r" b="b" t="t" l="l"/>
            <a:pathLst>
              <a:path h="3029974" w="2814585">
                <a:moveTo>
                  <a:pt x="0" y="0"/>
                </a:moveTo>
                <a:lnTo>
                  <a:pt x="2814586" y="0"/>
                </a:lnTo>
                <a:lnTo>
                  <a:pt x="2814586" y="3029973"/>
                </a:lnTo>
                <a:lnTo>
                  <a:pt x="0" y="30299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52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7684468" y="6658487"/>
            <a:ext cx="2820595" cy="3022668"/>
          </a:xfrm>
          <a:custGeom>
            <a:avLst/>
            <a:gdLst/>
            <a:ahLst/>
            <a:cxnLst/>
            <a:rect r="r" b="b" t="t" l="l"/>
            <a:pathLst>
              <a:path h="3022668" w="2820595">
                <a:moveTo>
                  <a:pt x="0" y="0"/>
                </a:moveTo>
                <a:lnTo>
                  <a:pt x="2820595" y="0"/>
                </a:lnTo>
                <a:lnTo>
                  <a:pt x="282059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794" t="-2828" r="-3453" b="-242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4834289" y="6658487"/>
            <a:ext cx="2820595" cy="3022668"/>
          </a:xfrm>
          <a:custGeom>
            <a:avLst/>
            <a:gdLst/>
            <a:ahLst/>
            <a:cxnLst/>
            <a:rect r="r" b="b" t="t" l="l"/>
            <a:pathLst>
              <a:path h="3022668" w="2820595">
                <a:moveTo>
                  <a:pt x="0" y="0"/>
                </a:moveTo>
                <a:lnTo>
                  <a:pt x="2820595" y="0"/>
                </a:lnTo>
                <a:lnTo>
                  <a:pt x="282059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794" t="-2828" r="-3453" b="-2424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2157214" y="6650071"/>
            <a:ext cx="2820595" cy="3022668"/>
          </a:xfrm>
          <a:custGeom>
            <a:avLst/>
            <a:gdLst/>
            <a:ahLst/>
            <a:cxnLst/>
            <a:rect r="r" b="b" t="t" l="l"/>
            <a:pathLst>
              <a:path h="3022668" w="2820595">
                <a:moveTo>
                  <a:pt x="0" y="0"/>
                </a:moveTo>
                <a:lnTo>
                  <a:pt x="2820596" y="0"/>
                </a:lnTo>
                <a:lnTo>
                  <a:pt x="2820596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581920" y="6650071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5" y="0"/>
                </a:lnTo>
                <a:lnTo>
                  <a:pt x="2648555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03" t="-3705" r="-4939" b="-1082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3316200" y="6650071"/>
            <a:ext cx="2814585" cy="3029974"/>
          </a:xfrm>
          <a:custGeom>
            <a:avLst/>
            <a:gdLst/>
            <a:ahLst/>
            <a:cxnLst/>
            <a:rect r="r" b="b" t="t" l="l"/>
            <a:pathLst>
              <a:path h="3029974" w="2814585">
                <a:moveTo>
                  <a:pt x="0" y="0"/>
                </a:moveTo>
                <a:lnTo>
                  <a:pt x="2814586" y="0"/>
                </a:lnTo>
                <a:lnTo>
                  <a:pt x="2814586" y="3029974"/>
                </a:lnTo>
                <a:lnTo>
                  <a:pt x="0" y="302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52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5063535" y="6650071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5" y="0"/>
                </a:lnTo>
                <a:lnTo>
                  <a:pt x="2648555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03" t="-3705" r="-4939" b="-1082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7798110" y="6650071"/>
            <a:ext cx="2747025" cy="3022668"/>
          </a:xfrm>
          <a:custGeom>
            <a:avLst/>
            <a:gdLst/>
            <a:ahLst/>
            <a:cxnLst/>
            <a:rect r="r" b="b" t="t" l="l"/>
            <a:pathLst>
              <a:path h="3022668" w="2747025">
                <a:moveTo>
                  <a:pt x="0" y="0"/>
                </a:moveTo>
                <a:lnTo>
                  <a:pt x="2747025" y="0"/>
                </a:lnTo>
                <a:lnTo>
                  <a:pt x="2747025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97" t="-9387" r="-4273" b="-431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1906198" y="3627404"/>
            <a:ext cx="2747025" cy="3022668"/>
          </a:xfrm>
          <a:custGeom>
            <a:avLst/>
            <a:gdLst/>
            <a:ahLst/>
            <a:cxnLst/>
            <a:rect r="r" b="b" t="t" l="l"/>
            <a:pathLst>
              <a:path h="3022668" w="2747025">
                <a:moveTo>
                  <a:pt x="0" y="0"/>
                </a:moveTo>
                <a:lnTo>
                  <a:pt x="2747024" y="0"/>
                </a:lnTo>
                <a:lnTo>
                  <a:pt x="2747024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97" t="-9387" r="-4273" b="-431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3868398" y="3627404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5" y="0"/>
                </a:lnTo>
                <a:lnTo>
                  <a:pt x="264855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03" t="-3705" r="-4939" b="-1082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9085602" y="3627404"/>
            <a:ext cx="2820595" cy="3022668"/>
          </a:xfrm>
          <a:custGeom>
            <a:avLst/>
            <a:gdLst/>
            <a:ahLst/>
            <a:cxnLst/>
            <a:rect r="r" b="b" t="t" l="l"/>
            <a:pathLst>
              <a:path h="3022668" w="2820595">
                <a:moveTo>
                  <a:pt x="0" y="0"/>
                </a:moveTo>
                <a:lnTo>
                  <a:pt x="2820596" y="0"/>
                </a:lnTo>
                <a:lnTo>
                  <a:pt x="2820596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6387812" y="3620098"/>
            <a:ext cx="2820595" cy="3022668"/>
          </a:xfrm>
          <a:custGeom>
            <a:avLst/>
            <a:gdLst/>
            <a:ahLst/>
            <a:cxnLst/>
            <a:rect r="r" b="b" t="t" l="l"/>
            <a:pathLst>
              <a:path h="3022668" w="2820595">
                <a:moveTo>
                  <a:pt x="0" y="0"/>
                </a:moveTo>
                <a:lnTo>
                  <a:pt x="2820596" y="0"/>
                </a:lnTo>
                <a:lnTo>
                  <a:pt x="2820596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7736707" y="597430"/>
            <a:ext cx="2814585" cy="3029974"/>
          </a:xfrm>
          <a:custGeom>
            <a:avLst/>
            <a:gdLst/>
            <a:ahLst/>
            <a:cxnLst/>
            <a:rect r="r" b="b" t="t" l="l"/>
            <a:pathLst>
              <a:path h="3029974" w="2814585">
                <a:moveTo>
                  <a:pt x="0" y="0"/>
                </a:moveTo>
                <a:lnTo>
                  <a:pt x="2814586" y="0"/>
                </a:lnTo>
                <a:lnTo>
                  <a:pt x="2814586" y="3029974"/>
                </a:lnTo>
                <a:lnTo>
                  <a:pt x="0" y="302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52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2172454" y="6685295"/>
            <a:ext cx="2820595" cy="3022668"/>
          </a:xfrm>
          <a:custGeom>
            <a:avLst/>
            <a:gdLst/>
            <a:ahLst/>
            <a:cxnLst/>
            <a:rect r="r" b="b" t="t" l="l"/>
            <a:pathLst>
              <a:path h="3022668" w="2820595">
                <a:moveTo>
                  <a:pt x="0" y="0"/>
                </a:moveTo>
                <a:lnTo>
                  <a:pt x="2820596" y="0"/>
                </a:lnTo>
                <a:lnTo>
                  <a:pt x="2820596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9154602" y="3662628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5" y="0"/>
                </a:lnTo>
                <a:lnTo>
                  <a:pt x="264855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03" t="-3705" r="-4939" b="-1082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3815085" y="3662628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5" y="0"/>
                </a:lnTo>
                <a:lnTo>
                  <a:pt x="264855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03" t="-3705" r="-4939" b="-1082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6463640" y="3662628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5" y="0"/>
                </a:lnTo>
                <a:lnTo>
                  <a:pt x="264855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03" t="-3705" r="-4939" b="-1082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3294950" y="6685295"/>
            <a:ext cx="2820595" cy="3022668"/>
          </a:xfrm>
          <a:custGeom>
            <a:avLst/>
            <a:gdLst/>
            <a:ahLst/>
            <a:cxnLst/>
            <a:rect r="r" b="b" t="t" l="l"/>
            <a:pathLst>
              <a:path h="3022668" w="2820595">
                <a:moveTo>
                  <a:pt x="0" y="0"/>
                </a:moveTo>
                <a:lnTo>
                  <a:pt x="2820596" y="0"/>
                </a:lnTo>
                <a:lnTo>
                  <a:pt x="2820596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4906735" y="6692601"/>
            <a:ext cx="2820595" cy="3022668"/>
          </a:xfrm>
          <a:custGeom>
            <a:avLst/>
            <a:gdLst/>
            <a:ahLst/>
            <a:cxnLst/>
            <a:rect r="r" b="b" t="t" l="l"/>
            <a:pathLst>
              <a:path h="3022668" w="2820595">
                <a:moveTo>
                  <a:pt x="0" y="0"/>
                </a:moveTo>
                <a:lnTo>
                  <a:pt x="2820595" y="0"/>
                </a:lnTo>
                <a:lnTo>
                  <a:pt x="2820595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7736707" y="613604"/>
            <a:ext cx="2814585" cy="3029974"/>
          </a:xfrm>
          <a:custGeom>
            <a:avLst/>
            <a:gdLst/>
            <a:ahLst/>
            <a:cxnLst/>
            <a:rect r="r" b="b" t="t" l="l"/>
            <a:pathLst>
              <a:path h="3029974" w="2814585">
                <a:moveTo>
                  <a:pt x="0" y="0"/>
                </a:moveTo>
                <a:lnTo>
                  <a:pt x="2814586" y="0"/>
                </a:lnTo>
                <a:lnTo>
                  <a:pt x="2814586" y="3029974"/>
                </a:lnTo>
                <a:lnTo>
                  <a:pt x="0" y="302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52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0474355" y="6683076"/>
            <a:ext cx="2820595" cy="3022668"/>
          </a:xfrm>
          <a:custGeom>
            <a:avLst/>
            <a:gdLst/>
            <a:ahLst/>
            <a:cxnLst/>
            <a:rect r="r" b="b" t="t" l="l"/>
            <a:pathLst>
              <a:path h="3022668" w="2820595">
                <a:moveTo>
                  <a:pt x="0" y="0"/>
                </a:moveTo>
                <a:lnTo>
                  <a:pt x="2820595" y="0"/>
                </a:lnTo>
                <a:lnTo>
                  <a:pt x="2820595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7690545" y="6666245"/>
            <a:ext cx="2820595" cy="3022668"/>
          </a:xfrm>
          <a:custGeom>
            <a:avLst/>
            <a:gdLst/>
            <a:ahLst/>
            <a:cxnLst/>
            <a:rect r="r" b="b" t="t" l="l"/>
            <a:pathLst>
              <a:path h="3022668" w="2820595">
                <a:moveTo>
                  <a:pt x="0" y="0"/>
                </a:moveTo>
                <a:lnTo>
                  <a:pt x="2820595" y="0"/>
                </a:lnTo>
                <a:lnTo>
                  <a:pt x="2820595" y="3022668"/>
                </a:lnTo>
                <a:lnTo>
                  <a:pt x="0" y="3022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1824360" y="3662628"/>
            <a:ext cx="2648555" cy="3022668"/>
          </a:xfrm>
          <a:custGeom>
            <a:avLst/>
            <a:gdLst/>
            <a:ahLst/>
            <a:cxnLst/>
            <a:rect r="r" b="b" t="t" l="l"/>
            <a:pathLst>
              <a:path h="3022668" w="2648555">
                <a:moveTo>
                  <a:pt x="0" y="0"/>
                </a:moveTo>
                <a:lnTo>
                  <a:pt x="2648555" y="0"/>
                </a:lnTo>
                <a:lnTo>
                  <a:pt x="2648555" y="3022667"/>
                </a:lnTo>
                <a:lnTo>
                  <a:pt x="0" y="3022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03" t="-3705" r="-4939" b="-10821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6649539" y="8186777"/>
            <a:ext cx="1878993" cy="2013607"/>
          </a:xfrm>
          <a:custGeom>
            <a:avLst/>
            <a:gdLst/>
            <a:ahLst/>
            <a:cxnLst/>
            <a:rect r="r" b="b" t="t" l="l"/>
            <a:pathLst>
              <a:path h="2013607" w="1878993">
                <a:moveTo>
                  <a:pt x="0" y="0"/>
                </a:moveTo>
                <a:lnTo>
                  <a:pt x="1878993" y="0"/>
                </a:lnTo>
                <a:lnTo>
                  <a:pt x="1878993" y="2013608"/>
                </a:lnTo>
                <a:lnTo>
                  <a:pt x="0" y="2013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407525" y="8186777"/>
            <a:ext cx="1764385" cy="2013607"/>
          </a:xfrm>
          <a:custGeom>
            <a:avLst/>
            <a:gdLst/>
            <a:ahLst/>
            <a:cxnLst/>
            <a:rect r="r" b="b" t="t" l="l"/>
            <a:pathLst>
              <a:path h="2013607" w="1764385">
                <a:moveTo>
                  <a:pt x="0" y="0"/>
                </a:moveTo>
                <a:lnTo>
                  <a:pt x="1764386" y="0"/>
                </a:lnTo>
                <a:lnTo>
                  <a:pt x="1764386" y="2013608"/>
                </a:lnTo>
                <a:lnTo>
                  <a:pt x="0" y="2013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03" t="-3705" r="-4939" b="-1082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2171911" y="8181910"/>
            <a:ext cx="1874989" cy="2018474"/>
          </a:xfrm>
          <a:custGeom>
            <a:avLst/>
            <a:gdLst/>
            <a:ahLst/>
            <a:cxnLst/>
            <a:rect r="r" b="b" t="t" l="l"/>
            <a:pathLst>
              <a:path h="2018474" w="1874989">
                <a:moveTo>
                  <a:pt x="0" y="0"/>
                </a:moveTo>
                <a:lnTo>
                  <a:pt x="1874989" y="0"/>
                </a:lnTo>
                <a:lnTo>
                  <a:pt x="1874989" y="2018475"/>
                </a:lnTo>
                <a:lnTo>
                  <a:pt x="0" y="2018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52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8528532" y="8186777"/>
            <a:ext cx="1878993" cy="2013607"/>
          </a:xfrm>
          <a:custGeom>
            <a:avLst/>
            <a:gdLst/>
            <a:ahLst/>
            <a:cxnLst/>
            <a:rect r="r" b="b" t="t" l="l"/>
            <a:pathLst>
              <a:path h="2013607" w="1878993">
                <a:moveTo>
                  <a:pt x="0" y="0"/>
                </a:moveTo>
                <a:lnTo>
                  <a:pt x="1878993" y="0"/>
                </a:lnTo>
                <a:lnTo>
                  <a:pt x="1878993" y="2013608"/>
                </a:lnTo>
                <a:lnTo>
                  <a:pt x="0" y="2013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7558239" y="6144386"/>
            <a:ext cx="1874989" cy="2018474"/>
          </a:xfrm>
          <a:custGeom>
            <a:avLst/>
            <a:gdLst/>
            <a:ahLst/>
            <a:cxnLst/>
            <a:rect r="r" b="b" t="t" l="l"/>
            <a:pathLst>
              <a:path h="2018474" w="1874989">
                <a:moveTo>
                  <a:pt x="0" y="0"/>
                </a:moveTo>
                <a:lnTo>
                  <a:pt x="1874989" y="0"/>
                </a:lnTo>
                <a:lnTo>
                  <a:pt x="1874989" y="2018474"/>
                </a:lnTo>
                <a:lnTo>
                  <a:pt x="0" y="2018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52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9433228" y="6144386"/>
            <a:ext cx="1829983" cy="2013607"/>
          </a:xfrm>
          <a:custGeom>
            <a:avLst/>
            <a:gdLst/>
            <a:ahLst/>
            <a:cxnLst/>
            <a:rect r="r" b="b" t="t" l="l"/>
            <a:pathLst>
              <a:path h="2013607" w="1829983">
                <a:moveTo>
                  <a:pt x="0" y="0"/>
                </a:moveTo>
                <a:lnTo>
                  <a:pt x="1829983" y="0"/>
                </a:lnTo>
                <a:lnTo>
                  <a:pt x="1829983" y="2013607"/>
                </a:lnTo>
                <a:lnTo>
                  <a:pt x="0" y="20136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97" t="-9387" r="-4273" b="-431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1263211" y="6144386"/>
            <a:ext cx="1829983" cy="2013607"/>
          </a:xfrm>
          <a:custGeom>
            <a:avLst/>
            <a:gdLst/>
            <a:ahLst/>
            <a:cxnLst/>
            <a:rect r="r" b="b" t="t" l="l"/>
            <a:pathLst>
              <a:path h="2013607" w="1829983">
                <a:moveTo>
                  <a:pt x="0" y="0"/>
                </a:moveTo>
                <a:lnTo>
                  <a:pt x="1829983" y="0"/>
                </a:lnTo>
                <a:lnTo>
                  <a:pt x="1829983" y="2013607"/>
                </a:lnTo>
                <a:lnTo>
                  <a:pt x="0" y="20136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97" t="-9387" r="-4273" b="-431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0243004" y="4140181"/>
            <a:ext cx="1764385" cy="2013607"/>
          </a:xfrm>
          <a:custGeom>
            <a:avLst/>
            <a:gdLst/>
            <a:ahLst/>
            <a:cxnLst/>
            <a:rect r="r" b="b" t="t" l="l"/>
            <a:pathLst>
              <a:path h="2013607" w="1764385">
                <a:moveTo>
                  <a:pt x="0" y="0"/>
                </a:moveTo>
                <a:lnTo>
                  <a:pt x="1764385" y="0"/>
                </a:lnTo>
                <a:lnTo>
                  <a:pt x="1764385" y="2013607"/>
                </a:lnTo>
                <a:lnTo>
                  <a:pt x="0" y="2013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03" t="-3705" r="-4939" b="-1082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6626133" y="4151393"/>
            <a:ext cx="1764385" cy="2013607"/>
          </a:xfrm>
          <a:custGeom>
            <a:avLst/>
            <a:gdLst/>
            <a:ahLst/>
            <a:cxnLst/>
            <a:rect r="r" b="b" t="t" l="l"/>
            <a:pathLst>
              <a:path h="2013607" w="1764385">
                <a:moveTo>
                  <a:pt x="0" y="0"/>
                </a:moveTo>
                <a:lnTo>
                  <a:pt x="1764385" y="0"/>
                </a:lnTo>
                <a:lnTo>
                  <a:pt x="1764385" y="2013608"/>
                </a:lnTo>
                <a:lnTo>
                  <a:pt x="0" y="2013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03" t="-3705" r="-4939" b="-1082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8390518" y="4135314"/>
            <a:ext cx="1874989" cy="2018474"/>
          </a:xfrm>
          <a:custGeom>
            <a:avLst/>
            <a:gdLst/>
            <a:ahLst/>
            <a:cxnLst/>
            <a:rect r="r" b="b" t="t" l="l"/>
            <a:pathLst>
              <a:path h="2018474" w="1874989">
                <a:moveTo>
                  <a:pt x="0" y="0"/>
                </a:moveTo>
                <a:lnTo>
                  <a:pt x="1874989" y="0"/>
                </a:lnTo>
                <a:lnTo>
                  <a:pt x="1874989" y="2018474"/>
                </a:lnTo>
                <a:lnTo>
                  <a:pt x="0" y="2018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52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9410725" y="2121706"/>
            <a:ext cx="1829983" cy="2013607"/>
          </a:xfrm>
          <a:custGeom>
            <a:avLst/>
            <a:gdLst/>
            <a:ahLst/>
            <a:cxnLst/>
            <a:rect r="r" b="b" t="t" l="l"/>
            <a:pathLst>
              <a:path h="2013607" w="1829983">
                <a:moveTo>
                  <a:pt x="0" y="0"/>
                </a:moveTo>
                <a:lnTo>
                  <a:pt x="1829983" y="0"/>
                </a:lnTo>
                <a:lnTo>
                  <a:pt x="1829983" y="2013608"/>
                </a:lnTo>
                <a:lnTo>
                  <a:pt x="0" y="2013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97" t="-9387" r="-4273" b="-431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7415318" y="2121706"/>
            <a:ext cx="1878993" cy="2013607"/>
          </a:xfrm>
          <a:custGeom>
            <a:avLst/>
            <a:gdLst/>
            <a:ahLst/>
            <a:cxnLst/>
            <a:rect r="r" b="b" t="t" l="l"/>
            <a:pathLst>
              <a:path h="2013607" w="1878993">
                <a:moveTo>
                  <a:pt x="0" y="0"/>
                </a:moveTo>
                <a:lnTo>
                  <a:pt x="1878993" y="0"/>
                </a:lnTo>
                <a:lnTo>
                  <a:pt x="1878993" y="2013608"/>
                </a:lnTo>
                <a:lnTo>
                  <a:pt x="0" y="2013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8390518" y="108099"/>
            <a:ext cx="1764385" cy="2013607"/>
          </a:xfrm>
          <a:custGeom>
            <a:avLst/>
            <a:gdLst/>
            <a:ahLst/>
            <a:cxnLst/>
            <a:rect r="r" b="b" t="t" l="l"/>
            <a:pathLst>
              <a:path h="2013607" w="1764385">
                <a:moveTo>
                  <a:pt x="0" y="0"/>
                </a:moveTo>
                <a:lnTo>
                  <a:pt x="1764385" y="0"/>
                </a:lnTo>
                <a:lnTo>
                  <a:pt x="1764385" y="2013607"/>
                </a:lnTo>
                <a:lnTo>
                  <a:pt x="0" y="2013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03" t="-3705" r="-4939" b="-1082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5743940" y="6184051"/>
            <a:ext cx="1764385" cy="2013607"/>
          </a:xfrm>
          <a:custGeom>
            <a:avLst/>
            <a:gdLst/>
            <a:ahLst/>
            <a:cxnLst/>
            <a:rect r="r" b="b" t="t" l="l"/>
            <a:pathLst>
              <a:path h="2013607" w="1764385">
                <a:moveTo>
                  <a:pt x="0" y="0"/>
                </a:moveTo>
                <a:lnTo>
                  <a:pt x="1764385" y="0"/>
                </a:lnTo>
                <a:lnTo>
                  <a:pt x="1764385" y="2013607"/>
                </a:lnTo>
                <a:lnTo>
                  <a:pt x="0" y="2013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03" t="-3705" r="-4939" b="-10821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4796150" y="8251496"/>
            <a:ext cx="1829983" cy="2013607"/>
          </a:xfrm>
          <a:custGeom>
            <a:avLst/>
            <a:gdLst/>
            <a:ahLst/>
            <a:cxnLst/>
            <a:rect r="r" b="b" t="t" l="l"/>
            <a:pathLst>
              <a:path h="2013607" w="1829983">
                <a:moveTo>
                  <a:pt x="0" y="0"/>
                </a:moveTo>
                <a:lnTo>
                  <a:pt x="1829983" y="0"/>
                </a:lnTo>
                <a:lnTo>
                  <a:pt x="1829983" y="2013608"/>
                </a:lnTo>
                <a:lnTo>
                  <a:pt x="0" y="2013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97" t="-9387" r="-4273" b="-4315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6649539" y="8186777"/>
            <a:ext cx="1878993" cy="2013607"/>
          </a:xfrm>
          <a:custGeom>
            <a:avLst/>
            <a:gdLst/>
            <a:ahLst/>
            <a:cxnLst/>
            <a:rect r="r" b="b" t="t" l="l"/>
            <a:pathLst>
              <a:path h="2013607" w="1878993">
                <a:moveTo>
                  <a:pt x="0" y="0"/>
                </a:moveTo>
                <a:lnTo>
                  <a:pt x="1878993" y="0"/>
                </a:lnTo>
                <a:lnTo>
                  <a:pt x="1878993" y="2013608"/>
                </a:lnTo>
                <a:lnTo>
                  <a:pt x="0" y="2013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8528532" y="8186777"/>
            <a:ext cx="1878993" cy="2013607"/>
          </a:xfrm>
          <a:custGeom>
            <a:avLst/>
            <a:gdLst/>
            <a:ahLst/>
            <a:cxnLst/>
            <a:rect r="r" b="b" t="t" l="l"/>
            <a:pathLst>
              <a:path h="2013607" w="1878993">
                <a:moveTo>
                  <a:pt x="0" y="0"/>
                </a:moveTo>
                <a:lnTo>
                  <a:pt x="1878993" y="0"/>
                </a:lnTo>
                <a:lnTo>
                  <a:pt x="1878993" y="2013608"/>
                </a:lnTo>
                <a:lnTo>
                  <a:pt x="0" y="2013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9433228" y="6144386"/>
            <a:ext cx="1829983" cy="2013607"/>
          </a:xfrm>
          <a:custGeom>
            <a:avLst/>
            <a:gdLst/>
            <a:ahLst/>
            <a:cxnLst/>
            <a:rect r="r" b="b" t="t" l="l"/>
            <a:pathLst>
              <a:path h="2013607" w="1829983">
                <a:moveTo>
                  <a:pt x="0" y="0"/>
                </a:moveTo>
                <a:lnTo>
                  <a:pt x="1829983" y="0"/>
                </a:lnTo>
                <a:lnTo>
                  <a:pt x="1829983" y="2013607"/>
                </a:lnTo>
                <a:lnTo>
                  <a:pt x="0" y="2013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97" t="-9387" r="-4273" b="-431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1263211" y="6144386"/>
            <a:ext cx="1829983" cy="2013607"/>
          </a:xfrm>
          <a:custGeom>
            <a:avLst/>
            <a:gdLst/>
            <a:ahLst/>
            <a:cxnLst/>
            <a:rect r="r" b="b" t="t" l="l"/>
            <a:pathLst>
              <a:path h="2013607" w="1829983">
                <a:moveTo>
                  <a:pt x="0" y="0"/>
                </a:moveTo>
                <a:lnTo>
                  <a:pt x="1829983" y="0"/>
                </a:lnTo>
                <a:lnTo>
                  <a:pt x="1829983" y="2013607"/>
                </a:lnTo>
                <a:lnTo>
                  <a:pt x="0" y="2013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97" t="-9387" r="-4273" b="-431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0243004" y="4140181"/>
            <a:ext cx="1764385" cy="2013607"/>
          </a:xfrm>
          <a:custGeom>
            <a:avLst/>
            <a:gdLst/>
            <a:ahLst/>
            <a:cxnLst/>
            <a:rect r="r" b="b" t="t" l="l"/>
            <a:pathLst>
              <a:path h="2013607" w="1764385">
                <a:moveTo>
                  <a:pt x="0" y="0"/>
                </a:moveTo>
                <a:lnTo>
                  <a:pt x="1764385" y="0"/>
                </a:lnTo>
                <a:lnTo>
                  <a:pt x="1764385" y="2013607"/>
                </a:lnTo>
                <a:lnTo>
                  <a:pt x="0" y="2013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03" t="-3705" r="-4939" b="-1082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6626133" y="4151393"/>
            <a:ext cx="1764385" cy="2013607"/>
          </a:xfrm>
          <a:custGeom>
            <a:avLst/>
            <a:gdLst/>
            <a:ahLst/>
            <a:cxnLst/>
            <a:rect r="r" b="b" t="t" l="l"/>
            <a:pathLst>
              <a:path h="2013607" w="1764385">
                <a:moveTo>
                  <a:pt x="0" y="0"/>
                </a:moveTo>
                <a:lnTo>
                  <a:pt x="1764385" y="0"/>
                </a:lnTo>
                <a:lnTo>
                  <a:pt x="1764385" y="2013608"/>
                </a:lnTo>
                <a:lnTo>
                  <a:pt x="0" y="2013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03" t="-3705" r="-4939" b="-1082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7269011" y="2132919"/>
            <a:ext cx="1874989" cy="2018474"/>
          </a:xfrm>
          <a:custGeom>
            <a:avLst/>
            <a:gdLst/>
            <a:ahLst/>
            <a:cxnLst/>
            <a:rect r="r" b="b" t="t" l="l"/>
            <a:pathLst>
              <a:path h="2018474" w="1874989">
                <a:moveTo>
                  <a:pt x="0" y="0"/>
                </a:moveTo>
                <a:lnTo>
                  <a:pt x="1874989" y="0"/>
                </a:lnTo>
                <a:lnTo>
                  <a:pt x="1874989" y="2018474"/>
                </a:lnTo>
                <a:lnTo>
                  <a:pt x="0" y="2018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52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8204503" y="79524"/>
            <a:ext cx="1878993" cy="2013607"/>
          </a:xfrm>
          <a:custGeom>
            <a:avLst/>
            <a:gdLst/>
            <a:ahLst/>
            <a:cxnLst/>
            <a:rect r="r" b="b" t="t" l="l"/>
            <a:pathLst>
              <a:path h="2013607" w="1878993">
                <a:moveTo>
                  <a:pt x="0" y="0"/>
                </a:moveTo>
                <a:lnTo>
                  <a:pt x="1878994" y="0"/>
                </a:lnTo>
                <a:lnTo>
                  <a:pt x="1878994" y="2013607"/>
                </a:lnTo>
                <a:lnTo>
                  <a:pt x="0" y="2013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9144000" y="2132919"/>
            <a:ext cx="1874989" cy="2018474"/>
          </a:xfrm>
          <a:custGeom>
            <a:avLst/>
            <a:gdLst/>
            <a:ahLst/>
            <a:cxnLst/>
            <a:rect r="r" b="b" t="t" l="l"/>
            <a:pathLst>
              <a:path h="2018474" w="1874989">
                <a:moveTo>
                  <a:pt x="0" y="0"/>
                </a:moveTo>
                <a:lnTo>
                  <a:pt x="1874989" y="0"/>
                </a:lnTo>
                <a:lnTo>
                  <a:pt x="1874989" y="2018474"/>
                </a:lnTo>
                <a:lnTo>
                  <a:pt x="0" y="2018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52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8434568" y="4189493"/>
            <a:ext cx="1764385" cy="2013607"/>
          </a:xfrm>
          <a:custGeom>
            <a:avLst/>
            <a:gdLst/>
            <a:ahLst/>
            <a:cxnLst/>
            <a:rect r="r" b="b" t="t" l="l"/>
            <a:pathLst>
              <a:path h="2013607" w="1764385">
                <a:moveTo>
                  <a:pt x="0" y="0"/>
                </a:moveTo>
                <a:lnTo>
                  <a:pt x="1764386" y="0"/>
                </a:lnTo>
                <a:lnTo>
                  <a:pt x="1764386" y="2013608"/>
                </a:lnTo>
                <a:lnTo>
                  <a:pt x="0" y="2013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03" t="-3705" r="-4939" b="-1082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5678343" y="6144386"/>
            <a:ext cx="1829983" cy="2013607"/>
          </a:xfrm>
          <a:custGeom>
            <a:avLst/>
            <a:gdLst/>
            <a:ahLst/>
            <a:cxnLst/>
            <a:rect r="r" b="b" t="t" l="l"/>
            <a:pathLst>
              <a:path h="2013607" w="1829983">
                <a:moveTo>
                  <a:pt x="0" y="0"/>
                </a:moveTo>
                <a:lnTo>
                  <a:pt x="1829982" y="0"/>
                </a:lnTo>
                <a:lnTo>
                  <a:pt x="1829982" y="2013607"/>
                </a:lnTo>
                <a:lnTo>
                  <a:pt x="0" y="2013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97" t="-9387" r="-4273" b="-431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7508325" y="6144386"/>
            <a:ext cx="1829983" cy="2013607"/>
          </a:xfrm>
          <a:custGeom>
            <a:avLst/>
            <a:gdLst/>
            <a:ahLst/>
            <a:cxnLst/>
            <a:rect r="r" b="b" t="t" l="l"/>
            <a:pathLst>
              <a:path h="2013607" w="1829983">
                <a:moveTo>
                  <a:pt x="0" y="0"/>
                </a:moveTo>
                <a:lnTo>
                  <a:pt x="1829983" y="0"/>
                </a:lnTo>
                <a:lnTo>
                  <a:pt x="1829983" y="2013607"/>
                </a:lnTo>
                <a:lnTo>
                  <a:pt x="0" y="2013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97" t="-9387" r="-4273" b="-4315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0348220" y="8186777"/>
            <a:ext cx="1878993" cy="2013607"/>
          </a:xfrm>
          <a:custGeom>
            <a:avLst/>
            <a:gdLst/>
            <a:ahLst/>
            <a:cxnLst/>
            <a:rect r="r" b="b" t="t" l="l"/>
            <a:pathLst>
              <a:path h="2013607" w="1878993">
                <a:moveTo>
                  <a:pt x="0" y="0"/>
                </a:moveTo>
                <a:lnTo>
                  <a:pt x="1878993" y="0"/>
                </a:lnTo>
                <a:lnTo>
                  <a:pt x="1878993" y="2013608"/>
                </a:lnTo>
                <a:lnTo>
                  <a:pt x="0" y="2013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2227213" y="8186777"/>
            <a:ext cx="1878993" cy="2013607"/>
          </a:xfrm>
          <a:custGeom>
            <a:avLst/>
            <a:gdLst/>
            <a:ahLst/>
            <a:cxnLst/>
            <a:rect r="r" b="b" t="t" l="l"/>
            <a:pathLst>
              <a:path h="2013607" w="1878993">
                <a:moveTo>
                  <a:pt x="0" y="0"/>
                </a:moveTo>
                <a:lnTo>
                  <a:pt x="1878993" y="0"/>
                </a:lnTo>
                <a:lnTo>
                  <a:pt x="1878993" y="2013608"/>
                </a:lnTo>
                <a:lnTo>
                  <a:pt x="0" y="2013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4714341" y="8186777"/>
            <a:ext cx="1878993" cy="2013607"/>
          </a:xfrm>
          <a:custGeom>
            <a:avLst/>
            <a:gdLst/>
            <a:ahLst/>
            <a:cxnLst/>
            <a:rect r="r" b="b" t="t" l="l"/>
            <a:pathLst>
              <a:path h="2013607" w="1878993">
                <a:moveTo>
                  <a:pt x="0" y="0"/>
                </a:moveTo>
                <a:lnTo>
                  <a:pt x="1878993" y="0"/>
                </a:lnTo>
                <a:lnTo>
                  <a:pt x="1878993" y="2013608"/>
                </a:lnTo>
                <a:lnTo>
                  <a:pt x="0" y="2013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94" t="-2828" r="-3453" b="-2424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DAHHLFHM7Kw</dc:identifier>
  <dcterms:modified xsi:type="dcterms:W3CDTF">2011-08-01T06:04:30Z</dcterms:modified>
  <cp:revision>1</cp:revision>
  <dc:title>[Sunday Play] 스피드 스태킹</dc:title>
</cp:coreProperties>
</file>