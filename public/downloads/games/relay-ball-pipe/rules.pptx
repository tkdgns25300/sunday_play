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무궁화 고딕" charset="1" panose="02020603020101020101"/>
      <p:regular r:id="rId11"/>
    </p:embeddedFont>
    <p:embeddedFont>
      <p:font typeface="무궁화 고딕 Bold" charset="1" panose="02020603020101020101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릴레이 공 옮기기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863751" y="9822180"/>
            <a:ext cx="3039028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0694683" cy="2442580"/>
            <a:chOff x="0" y="0"/>
            <a:chExt cx="14259577" cy="3256774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78853"/>
              <a:ext cx="14259577" cy="187792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713"/>
                </a:lnSpc>
              </a:pPr>
              <a:r>
                <a:rPr lang="en-US" sz="408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U보드를 들고 일렬로 서서</a:t>
              </a:r>
            </a:p>
            <a:p>
              <a:pPr algn="l">
                <a:lnSpc>
                  <a:spcPts val="5713"/>
                </a:lnSpc>
              </a:pPr>
              <a:r>
                <a:rPr lang="en-US" sz="408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첫 주</a:t>
              </a:r>
              <a:r>
                <a:rPr lang="en-US" sz="408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자가 공을 굴립니다.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66675"/>
              <a:ext cx="9574913" cy="10627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1164326" y="8200435"/>
            <a:ext cx="6341492" cy="1714645"/>
            <a:chOff x="0" y="0"/>
            <a:chExt cx="8455322" cy="2286193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3758"/>
              <a:ext cx="8326056" cy="912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724"/>
                </a:lnSpc>
              </a:pPr>
              <a:r>
                <a:rPr lang="en-US" sz="408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컵에 먼저 골인하는 팀이 승리!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8455322" cy="105302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656513" y="3679522"/>
            <a:ext cx="8678559" cy="3162174"/>
            <a:chOff x="0" y="0"/>
            <a:chExt cx="11571412" cy="4216232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73156"/>
              <a:ext cx="11571412" cy="28430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715"/>
                </a:lnSpc>
              </a:pPr>
              <a:r>
                <a:rPr lang="en-US" sz="4082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공이 지나가면 맨 뒤로 달려가</a:t>
              </a:r>
            </a:p>
            <a:p>
              <a:pPr algn="l">
                <a:lnSpc>
                  <a:spcPts val="5715"/>
                </a:lnSpc>
              </a:pPr>
              <a:r>
                <a:rPr lang="en-US" sz="4082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계속 굴러가도록 연결!</a:t>
              </a:r>
            </a:p>
            <a:p>
              <a:pPr algn="l">
                <a:lnSpc>
                  <a:spcPts val="5715"/>
                </a:lnSpc>
              </a:pPr>
              <a:r>
                <a:rPr lang="en-US" sz="4082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(공을 떨어뜨리면 처음부터 다시)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57150"/>
              <a:ext cx="7133890" cy="10531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릴레이 공 옮기기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863751" y="9822180"/>
            <a:ext cx="3039028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DAHH27gUt5M</dc:identifier>
  <dcterms:modified xsi:type="dcterms:W3CDTF">2011-08-01T06:04:30Z</dcterms:modified>
  <cp:revision>1</cp:revision>
  <dc:title>[Sunday Play] 릴레이 공 옮기기(ppt)</dc:title>
</cp:coreProperties>
</file>