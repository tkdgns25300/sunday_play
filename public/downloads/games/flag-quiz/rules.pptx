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slide+xml" PartName="/ppt/slides/slide34.xml"/>
  <Override ContentType="application/vnd.openxmlformats-officedocument.presentationml.slide+xml" PartName="/ppt/slides/slide35.xml"/>
  <Override ContentType="application/vnd.openxmlformats-officedocument.presentationml.slide+xml" PartName="/ppt/slides/slide36.xml"/>
  <Override ContentType="application/vnd.openxmlformats-officedocument.presentationml.slide+xml" PartName="/ppt/slides/slide37.xml"/>
  <Override ContentType="application/vnd.openxmlformats-officedocument.presentationml.slide+xml" PartName="/ppt/slides/slide38.xml"/>
  <Override ContentType="application/vnd.openxmlformats-officedocument.presentationml.slide+xml" PartName="/ppt/slides/slide39.xml"/>
  <Override ContentType="application/vnd.openxmlformats-officedocument.presentationml.slide+xml" PartName="/ppt/slides/slide40.xml"/>
  <Override ContentType="application/vnd.openxmlformats-officedocument.presentationml.slide+xml" PartName="/ppt/slides/slide41.xml"/>
  <Override ContentType="application/vnd.openxmlformats-officedocument.presentationml.slide+xml" PartName="/ppt/slides/slide42.xml"/>
  <Override ContentType="application/vnd.openxmlformats-officedocument.presentationml.slide+xml" PartName="/ppt/slides/slide43.xml"/>
  <Override ContentType="application/vnd.openxmlformats-officedocument.presentationml.slide+xml" PartName="/ppt/slides/slide44.xml"/>
  <Override ContentType="application/vnd.openxmlformats-officedocument.presentationml.slide+xml" PartName="/ppt/slides/slide45.xml"/>
  <Override ContentType="application/vnd.openxmlformats-officedocument.presentationml.slide+xml" PartName="/ppt/slides/slide46.xml"/>
  <Override ContentType="application/vnd.openxmlformats-officedocument.presentationml.slide+xml" PartName="/ppt/slides/slide47.xml"/>
  <Override ContentType="application/vnd.openxmlformats-officedocument.presentationml.slide+xml" PartName="/ppt/slides/slide48.xml"/>
  <Override ContentType="application/vnd.openxmlformats-officedocument.presentationml.slide+xml" PartName="/ppt/slides/slide49.xml"/>
  <Override ContentType="application/vnd.openxmlformats-officedocument.presentationml.slide+xml" PartName="/ppt/slides/slide50.xml"/>
  <Override ContentType="application/vnd.openxmlformats-officedocument.presentationml.slide+xml" PartName="/ppt/slides/slide51.xml"/>
  <Override ContentType="application/vnd.openxmlformats-officedocument.presentationml.slide+xml" PartName="/ppt/slides/slide52.xml"/>
  <Override ContentType="application/vnd.openxmlformats-officedocument.presentationml.slide+xml" PartName="/ppt/slides/slide53.xml"/>
  <Override ContentType="application/vnd.openxmlformats-officedocument.presentationml.slide+xml" PartName="/ppt/slides/slide54.xml"/>
  <Override ContentType="application/vnd.openxmlformats-officedocument.presentationml.slide+xml" PartName="/ppt/slides/slide55.xml"/>
  <Override ContentType="application/vnd.openxmlformats-officedocument.presentationml.slide+xml" PartName="/ppt/slides/slide56.xml"/>
  <Override ContentType="application/vnd.openxmlformats-officedocument.presentationml.slide+xml" PartName="/ppt/slides/slide57.xml"/>
  <Override ContentType="application/vnd.openxmlformats-officedocument.presentationml.slide+xml" PartName="/ppt/slides/slide58.xml"/>
  <Override ContentType="application/vnd.openxmlformats-officedocument.presentationml.slide+xml" PartName="/ppt/slides/slide59.xml"/>
  <Override ContentType="application/vnd.openxmlformats-officedocument.presentationml.slide+xml" PartName="/ppt/slides/slide60.xml"/>
  <Override ContentType="application/vnd.openxmlformats-officedocument.presentationml.slide+xml" PartName="/ppt/slides/slide61.xml"/>
  <Override ContentType="application/vnd.openxmlformats-officedocument.presentationml.slide+xml" PartName="/ppt/slides/slide62.xml"/>
  <Override ContentType="application/vnd.openxmlformats-officedocument.presentationml.slide+xml" PartName="/ppt/slides/slide63.xml"/>
  <Override ContentType="application/vnd.openxmlformats-officedocument.presentationml.slide+xml" PartName="/ppt/slides/slide6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</p:sldIdLst>
  <p:sldSz cx="18288000" cy="10287000"/>
  <p:notesSz cx="6858000" cy="9144000"/>
  <p:embeddedFontLst>
    <p:embeddedFont>
      <p:font typeface="Jua" charset="1" panose="00000000000000000000"/>
      <p:regular r:id="rId70"/>
    </p:embeddedFont>
    <p:embeddedFont>
      <p:font typeface="TDTD갬성명조" charset="1" panose="02000503000000000000"/>
      <p:regular r:id="rId71"/>
    </p:embeddedFont>
    <p:embeddedFont>
      <p:font typeface="TDTD가온" charset="1" panose="02000503000000000000"/>
      <p:regular r:id="rId7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slides/slide34.xml" Type="http://schemas.openxmlformats.org/officeDocument/2006/relationships/slide"/><Relationship Id="rId4" Target="theme/theme1.xml" Type="http://schemas.openxmlformats.org/officeDocument/2006/relationships/theme"/><Relationship Id="rId40" Target="slides/slide35.xml" Type="http://schemas.openxmlformats.org/officeDocument/2006/relationships/slide"/><Relationship Id="rId41" Target="slides/slide36.xml" Type="http://schemas.openxmlformats.org/officeDocument/2006/relationships/slide"/><Relationship Id="rId42" Target="slides/slide37.xml" Type="http://schemas.openxmlformats.org/officeDocument/2006/relationships/slide"/><Relationship Id="rId43" Target="slides/slide38.xml" Type="http://schemas.openxmlformats.org/officeDocument/2006/relationships/slide"/><Relationship Id="rId44" Target="slides/slide39.xml" Type="http://schemas.openxmlformats.org/officeDocument/2006/relationships/slide"/><Relationship Id="rId45" Target="slides/slide40.xml" Type="http://schemas.openxmlformats.org/officeDocument/2006/relationships/slide"/><Relationship Id="rId46" Target="slides/slide41.xml" Type="http://schemas.openxmlformats.org/officeDocument/2006/relationships/slide"/><Relationship Id="rId47" Target="slides/slide42.xml" Type="http://schemas.openxmlformats.org/officeDocument/2006/relationships/slide"/><Relationship Id="rId48" Target="slides/slide43.xml" Type="http://schemas.openxmlformats.org/officeDocument/2006/relationships/slide"/><Relationship Id="rId49" Target="slides/slide44.xml" Type="http://schemas.openxmlformats.org/officeDocument/2006/relationships/slide"/><Relationship Id="rId5" Target="tableStyles.xml" Type="http://schemas.openxmlformats.org/officeDocument/2006/relationships/tableStyles"/><Relationship Id="rId50" Target="slides/slide45.xml" Type="http://schemas.openxmlformats.org/officeDocument/2006/relationships/slide"/><Relationship Id="rId51" Target="slides/slide46.xml" Type="http://schemas.openxmlformats.org/officeDocument/2006/relationships/slide"/><Relationship Id="rId52" Target="slides/slide47.xml" Type="http://schemas.openxmlformats.org/officeDocument/2006/relationships/slide"/><Relationship Id="rId53" Target="slides/slide48.xml" Type="http://schemas.openxmlformats.org/officeDocument/2006/relationships/slide"/><Relationship Id="rId54" Target="slides/slide49.xml" Type="http://schemas.openxmlformats.org/officeDocument/2006/relationships/slide"/><Relationship Id="rId55" Target="slides/slide50.xml" Type="http://schemas.openxmlformats.org/officeDocument/2006/relationships/slide"/><Relationship Id="rId56" Target="slides/slide51.xml" Type="http://schemas.openxmlformats.org/officeDocument/2006/relationships/slide"/><Relationship Id="rId57" Target="slides/slide52.xml" Type="http://schemas.openxmlformats.org/officeDocument/2006/relationships/slide"/><Relationship Id="rId58" Target="slides/slide53.xml" Type="http://schemas.openxmlformats.org/officeDocument/2006/relationships/slide"/><Relationship Id="rId59" Target="slides/slide54.xml" Type="http://schemas.openxmlformats.org/officeDocument/2006/relationships/slide"/><Relationship Id="rId6" Target="slides/slide1.xml" Type="http://schemas.openxmlformats.org/officeDocument/2006/relationships/slide"/><Relationship Id="rId60" Target="slides/slide55.xml" Type="http://schemas.openxmlformats.org/officeDocument/2006/relationships/slide"/><Relationship Id="rId61" Target="slides/slide56.xml" Type="http://schemas.openxmlformats.org/officeDocument/2006/relationships/slide"/><Relationship Id="rId62" Target="slides/slide57.xml" Type="http://schemas.openxmlformats.org/officeDocument/2006/relationships/slide"/><Relationship Id="rId63" Target="slides/slide58.xml" Type="http://schemas.openxmlformats.org/officeDocument/2006/relationships/slide"/><Relationship Id="rId64" Target="slides/slide59.xml" Type="http://schemas.openxmlformats.org/officeDocument/2006/relationships/slide"/><Relationship Id="rId65" Target="slides/slide60.xml" Type="http://schemas.openxmlformats.org/officeDocument/2006/relationships/slide"/><Relationship Id="rId66" Target="slides/slide61.xml" Type="http://schemas.openxmlformats.org/officeDocument/2006/relationships/slide"/><Relationship Id="rId67" Target="slides/slide62.xml" Type="http://schemas.openxmlformats.org/officeDocument/2006/relationships/slide"/><Relationship Id="rId68" Target="slides/slide63.xml" Type="http://schemas.openxmlformats.org/officeDocument/2006/relationships/slide"/><Relationship Id="rId69" Target="slides/slide64.xml" Type="http://schemas.openxmlformats.org/officeDocument/2006/relationships/slide"/><Relationship Id="rId7" Target="slides/slide2.xml" Type="http://schemas.openxmlformats.org/officeDocument/2006/relationships/slide"/><Relationship Id="rId70" Target="fonts/font70.fntdata" Type="http://schemas.openxmlformats.org/officeDocument/2006/relationships/font"/><Relationship Id="rId71" Target="fonts/font71.fntdata" Type="http://schemas.openxmlformats.org/officeDocument/2006/relationships/font"/><Relationship Id="rId72" Target="fonts/font72.fntdata" Type="http://schemas.openxmlformats.org/officeDocument/2006/relationships/font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8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1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3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2.png" Type="http://schemas.openxmlformats.org/officeDocument/2006/relationships/image"/></Relationships>
</file>

<file path=ppt/slides/_rels/slide3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3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/Relationships>
</file>

<file path=ppt/slides/_rels/slide3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3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4.png" Type="http://schemas.openxmlformats.org/officeDocument/2006/relationships/image"/></Relationships>
</file>

<file path=ppt/slides/_rels/slide3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4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5.png" Type="http://schemas.openxmlformats.org/officeDocument/2006/relationships/image"/></Relationships>
</file>

<file path=ppt/slides/_rels/slide4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4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6.png" Type="http://schemas.openxmlformats.org/officeDocument/2006/relationships/image"/></Relationships>
</file>

<file path=ppt/slides/_rels/slide4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4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/Relationships>
</file>

<file path=ppt/slides/_rels/slide4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4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8.png" Type="http://schemas.openxmlformats.org/officeDocument/2006/relationships/image"/></Relationships>
</file>

<file path=ppt/slides/_rels/slide4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4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9.png" Type="http://schemas.openxmlformats.org/officeDocument/2006/relationships/image"/></Relationships>
</file>

<file path=ppt/slides/_rels/slide4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5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/Relationships>
</file>

<file path=ppt/slides/_rels/slide5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5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1.png" Type="http://schemas.openxmlformats.org/officeDocument/2006/relationships/image"/></Relationships>
</file>

<file path=ppt/slides/_rels/slide5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5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/Relationships>
</file>

<file path=ppt/slides/_rels/slide5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5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3.png" Type="http://schemas.openxmlformats.org/officeDocument/2006/relationships/image"/></Relationships>
</file>

<file path=ppt/slides/_rels/slide5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5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4.png" Type="http://schemas.openxmlformats.org/officeDocument/2006/relationships/image"/></Relationships>
</file>

<file path=ppt/slides/_rels/slide5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6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5.png" Type="http://schemas.openxmlformats.org/officeDocument/2006/relationships/image"/></Relationships>
</file>

<file path=ppt/slides/_rels/slide6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6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6.png" Type="http://schemas.openxmlformats.org/officeDocument/2006/relationships/image"/></Relationships>
</file>

<file path=ppt/slides/_rels/slide6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7.gif" Type="http://schemas.openxmlformats.org/officeDocument/2006/relationships/image"/></Relationships>
</file>

<file path=ppt/slides/_rels/slide6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gif" Type="http://schemas.openxmlformats.org/officeDocument/2006/relationships/image"/><Relationship Id="rId3" Target="../media/image37.gif" Type="http://schemas.openxmlformats.org/officeDocument/2006/relationships/image"/><Relationship Id="rId4" Target="../media/image38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나라 맞추기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2619696" cy="2100123"/>
            <a:chOff x="0" y="0"/>
            <a:chExt cx="16826261" cy="2800164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15940"/>
              <a:ext cx="16826261" cy="118422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02"/>
                </a:lnSpc>
              </a:pPr>
              <a:r>
                <a:rPr lang="en-US" sz="5287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팀별로 나눠 앉습니다.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90500"/>
              <a:ext cx="11298371" cy="136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181877" y="7809938"/>
            <a:ext cx="8106123" cy="2034517"/>
            <a:chOff x="0" y="0"/>
            <a:chExt cx="10808164" cy="271268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10705410" cy="116988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20"/>
                </a:lnSpc>
              </a:pPr>
              <a:r>
                <a:rPr lang="en-US" sz="53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많은 점수를 얻은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90500"/>
              <a:ext cx="10808164" cy="1374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218668" y="3547689"/>
            <a:ext cx="8554182" cy="3975348"/>
            <a:chOff x="0" y="0"/>
            <a:chExt cx="11405576" cy="5300464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21596"/>
              <a:ext cx="11405576" cy="36788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415"/>
                </a:lnSpc>
              </a:pPr>
              <a:r>
                <a:rPr lang="en-US" sz="52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화면에 국기가 나타나면, 가장 먼저 나라 이름을 외친 팀이 득점!</a:t>
              </a:r>
            </a:p>
            <a:p>
              <a:pPr algn="l">
                <a:lnSpc>
                  <a:spcPts val="7415"/>
                </a:lnSpc>
              </a:pP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90500"/>
              <a:ext cx="5799240" cy="13699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나라 맞추기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23925" y="0"/>
            <a:ext cx="15440150" cy="10287000"/>
          </a:xfrm>
          <a:custGeom>
            <a:avLst/>
            <a:gdLst/>
            <a:ahLst/>
            <a:cxnLst/>
            <a:rect r="r" b="b" t="t" l="l"/>
            <a:pathLst>
              <a:path h="10287000" w="15440150">
                <a:moveTo>
                  <a:pt x="0" y="0"/>
                </a:moveTo>
                <a:lnTo>
                  <a:pt x="15440150" y="0"/>
                </a:lnTo>
                <a:lnTo>
                  <a:pt x="1544015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대한민국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319966"/>
            <a:ext cx="18288000" cy="9647068"/>
          </a:xfrm>
          <a:custGeom>
            <a:avLst/>
            <a:gdLst/>
            <a:ahLst/>
            <a:cxnLst/>
            <a:rect r="r" b="b" t="t" l="l"/>
            <a:pathLst>
              <a:path h="9647068" w="18288000">
                <a:moveTo>
                  <a:pt x="0" y="0"/>
                </a:moveTo>
                <a:lnTo>
                  <a:pt x="18288000" y="0"/>
                </a:lnTo>
                <a:lnTo>
                  <a:pt x="18288000" y="9647068"/>
                </a:lnTo>
                <a:lnTo>
                  <a:pt x="0" y="96470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미국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70726" y="0"/>
            <a:ext cx="15546548" cy="10345521"/>
          </a:xfrm>
          <a:custGeom>
            <a:avLst/>
            <a:gdLst/>
            <a:ahLst/>
            <a:cxnLst/>
            <a:rect r="r" b="b" t="t" l="l"/>
            <a:pathLst>
              <a:path h="10345521" w="15546548">
                <a:moveTo>
                  <a:pt x="0" y="0"/>
                </a:moveTo>
                <a:lnTo>
                  <a:pt x="15546548" y="0"/>
                </a:lnTo>
                <a:lnTo>
                  <a:pt x="15546548" y="10345521"/>
                </a:lnTo>
                <a:lnTo>
                  <a:pt x="0" y="1034552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일본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중국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9144000"/>
          </a:xfrm>
          <a:custGeom>
            <a:avLst/>
            <a:gdLst/>
            <a:ahLst/>
            <a:cxnLst/>
            <a:rect r="r" b="b" t="t" l="l"/>
            <a:pathLst>
              <a:path h="9144000" w="18288000">
                <a:moveTo>
                  <a:pt x="0" y="0"/>
                </a:moveTo>
                <a:lnTo>
                  <a:pt x="18288000" y="0"/>
                </a:lnTo>
                <a:lnTo>
                  <a:pt x="18288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영국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37520" y="0"/>
            <a:ext cx="14612960" cy="10287000"/>
          </a:xfrm>
          <a:custGeom>
            <a:avLst/>
            <a:gdLst/>
            <a:ahLst/>
            <a:cxnLst/>
            <a:rect r="r" b="b" t="t" l="l"/>
            <a:pathLst>
              <a:path h="10287000" w="14612960">
                <a:moveTo>
                  <a:pt x="0" y="0"/>
                </a:moveTo>
                <a:lnTo>
                  <a:pt x="14612960" y="0"/>
                </a:lnTo>
                <a:lnTo>
                  <a:pt x="1461296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-5383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프랑스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71500" y="0"/>
            <a:ext cx="17145000" cy="10287000"/>
          </a:xfrm>
          <a:custGeom>
            <a:avLst/>
            <a:gdLst/>
            <a:ahLst/>
            <a:cxnLst/>
            <a:rect r="r" b="b" t="t" l="l"/>
            <a:pathLst>
              <a:path h="10287000" w="17145000">
                <a:moveTo>
                  <a:pt x="0" y="0"/>
                </a:moveTo>
                <a:lnTo>
                  <a:pt x="17145000" y="0"/>
                </a:lnTo>
                <a:lnTo>
                  <a:pt x="17145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독일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9144000"/>
          </a:xfrm>
          <a:custGeom>
            <a:avLst/>
            <a:gdLst/>
            <a:ahLst/>
            <a:cxnLst/>
            <a:rect r="r" b="b" t="t" l="l"/>
            <a:pathLst>
              <a:path h="9144000" w="18288000">
                <a:moveTo>
                  <a:pt x="0" y="0"/>
                </a:moveTo>
                <a:lnTo>
                  <a:pt x="18288000" y="0"/>
                </a:lnTo>
                <a:lnTo>
                  <a:pt x="18288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캐나다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811777" y="0"/>
            <a:ext cx="14664447" cy="10287000"/>
          </a:xfrm>
          <a:custGeom>
            <a:avLst/>
            <a:gdLst/>
            <a:ahLst/>
            <a:cxnLst/>
            <a:rect r="r" b="b" t="t" l="l"/>
            <a:pathLst>
              <a:path h="10287000" w="14664447">
                <a:moveTo>
                  <a:pt x="0" y="0"/>
                </a:moveTo>
                <a:lnTo>
                  <a:pt x="14664446" y="0"/>
                </a:lnTo>
                <a:lnTo>
                  <a:pt x="146644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브라질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9144000"/>
          </a:xfrm>
          <a:custGeom>
            <a:avLst/>
            <a:gdLst/>
            <a:ahLst/>
            <a:cxnLst/>
            <a:rect r="r" b="b" t="t" l="l"/>
            <a:pathLst>
              <a:path h="9144000" w="18288000">
                <a:moveTo>
                  <a:pt x="0" y="0"/>
                </a:moveTo>
                <a:lnTo>
                  <a:pt x="18288000" y="0"/>
                </a:lnTo>
                <a:lnTo>
                  <a:pt x="18288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호주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이탈리아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스페인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1867" y="0"/>
            <a:ext cx="17984266" cy="10287000"/>
          </a:xfrm>
          <a:custGeom>
            <a:avLst/>
            <a:gdLst/>
            <a:ahLst/>
            <a:cxnLst/>
            <a:rect r="r" b="b" t="t" l="l"/>
            <a:pathLst>
              <a:path h="10287000" w="17984266">
                <a:moveTo>
                  <a:pt x="0" y="0"/>
                </a:moveTo>
                <a:lnTo>
                  <a:pt x="17984266" y="0"/>
                </a:lnTo>
                <a:lnTo>
                  <a:pt x="1798426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멕시코</a:t>
            </a:r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인도</a:t>
            </a:r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러시아</a:t>
            </a:r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튀르키예</a:t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000500" y="0"/>
            <a:ext cx="10287000" cy="10287000"/>
          </a:xfrm>
          <a:custGeom>
            <a:avLst/>
            <a:gdLst/>
            <a:ahLst/>
            <a:cxnLst/>
            <a:rect r="r" b="b" t="t" l="l"/>
            <a:pathLst>
              <a:path h="10287000" w="10287000">
                <a:moveTo>
                  <a:pt x="0" y="0"/>
                </a:moveTo>
                <a:lnTo>
                  <a:pt x="10287000" y="0"/>
                </a:lnTo>
                <a:lnTo>
                  <a:pt x="10287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스위스</a:t>
            </a:r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태국</a:t>
            </a:r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061589" y="0"/>
            <a:ext cx="14164822" cy="10287000"/>
          </a:xfrm>
          <a:custGeom>
            <a:avLst/>
            <a:gdLst/>
            <a:ahLst/>
            <a:cxnLst/>
            <a:rect r="r" b="b" t="t" l="l"/>
            <a:pathLst>
              <a:path h="10287000" w="14164822">
                <a:moveTo>
                  <a:pt x="0" y="0"/>
                </a:moveTo>
                <a:lnTo>
                  <a:pt x="14164822" y="0"/>
                </a:lnTo>
                <a:lnTo>
                  <a:pt x="1416482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이스라엘</a:t>
            </a:r>
          </a:p>
        </p:txBody>
      </p:sp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남아프리카 공화국</a:t>
            </a:r>
          </a:p>
        </p:txBody>
      </p:sp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078753" y="0"/>
            <a:ext cx="14130495" cy="10287000"/>
          </a:xfrm>
          <a:custGeom>
            <a:avLst/>
            <a:gdLst/>
            <a:ahLst/>
            <a:cxnLst/>
            <a:rect r="r" b="b" t="t" l="l"/>
            <a:pathLst>
              <a:path h="10287000" w="14130495">
                <a:moveTo>
                  <a:pt x="0" y="0"/>
                </a:moveTo>
                <a:lnTo>
                  <a:pt x="14130494" y="0"/>
                </a:lnTo>
                <a:lnTo>
                  <a:pt x="1413049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노르웨이</a:t>
            </a:r>
          </a:p>
        </p:txBody>
      </p:sp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91153" y="0"/>
            <a:ext cx="16505695" cy="10287000"/>
          </a:xfrm>
          <a:custGeom>
            <a:avLst/>
            <a:gdLst/>
            <a:ahLst/>
            <a:cxnLst/>
            <a:rect r="r" b="b" t="t" l="l"/>
            <a:pathLst>
              <a:path h="10287000" w="16505695">
                <a:moveTo>
                  <a:pt x="0" y="0"/>
                </a:moveTo>
                <a:lnTo>
                  <a:pt x="16505694" y="0"/>
                </a:lnTo>
                <a:lnTo>
                  <a:pt x="1650569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아르헨티나</a:t>
            </a:r>
          </a:p>
        </p:txBody>
      </p:sp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이집트</a:t>
            </a:r>
          </a:p>
        </p:txBody>
      </p:sp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그리스</a:t>
            </a:r>
          </a:p>
        </p:txBody>
      </p:sp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91153" y="0"/>
            <a:ext cx="16505695" cy="10287000"/>
          </a:xfrm>
          <a:custGeom>
            <a:avLst/>
            <a:gdLst/>
            <a:ahLst/>
            <a:cxnLst/>
            <a:rect r="r" b="b" t="t" l="l"/>
            <a:pathLst>
              <a:path h="10287000" w="16505695">
                <a:moveTo>
                  <a:pt x="0" y="0"/>
                </a:moveTo>
                <a:lnTo>
                  <a:pt x="16505694" y="0"/>
                </a:lnTo>
                <a:lnTo>
                  <a:pt x="1650569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폴란드</a:t>
            </a:r>
          </a:p>
        </p:txBody>
      </p:sp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20139" y="-133597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7" y="0"/>
                </a:lnTo>
                <a:lnTo>
                  <a:pt x="15458607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콜롬비아</a:t>
            </a:r>
          </a:p>
        </p:txBody>
      </p:sp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9144000"/>
          </a:xfrm>
          <a:custGeom>
            <a:avLst/>
            <a:gdLst/>
            <a:ahLst/>
            <a:cxnLst/>
            <a:rect r="r" b="b" t="t" l="l"/>
            <a:pathLst>
              <a:path h="9144000" w="18288000">
                <a:moveTo>
                  <a:pt x="0" y="0"/>
                </a:moveTo>
                <a:lnTo>
                  <a:pt x="18288000" y="0"/>
                </a:lnTo>
                <a:lnTo>
                  <a:pt x="18288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나이지리아</a:t>
            </a:r>
          </a:p>
        </p:txBody>
      </p:sp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9144000"/>
          </a:xfrm>
          <a:custGeom>
            <a:avLst/>
            <a:gdLst/>
            <a:ahLst/>
            <a:cxnLst/>
            <a:rect r="r" b="b" t="t" l="l"/>
            <a:pathLst>
              <a:path h="9144000" w="18288000">
                <a:moveTo>
                  <a:pt x="0" y="0"/>
                </a:moveTo>
                <a:lnTo>
                  <a:pt x="18288000" y="0"/>
                </a:lnTo>
                <a:lnTo>
                  <a:pt x="18288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뉴질랜드</a:t>
            </a:r>
          </a:p>
        </p:txBody>
      </p:sp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14697" y="0"/>
            <a:ext cx="15458607" cy="10287000"/>
          </a:xfrm>
          <a:custGeom>
            <a:avLst/>
            <a:gdLst/>
            <a:ahLst/>
            <a:cxnLst/>
            <a:rect r="r" b="b" t="t" l="l"/>
            <a:pathLst>
              <a:path h="10287000" w="15458607">
                <a:moveTo>
                  <a:pt x="0" y="0"/>
                </a:moveTo>
                <a:lnTo>
                  <a:pt x="15458606" y="0"/>
                </a:lnTo>
                <a:lnTo>
                  <a:pt x="1545860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베트남</a:t>
            </a:r>
          </a:p>
        </p:txBody>
      </p:sp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571500"/>
            <a:ext cx="18288000" cy="9144000"/>
          </a:xfrm>
          <a:custGeom>
            <a:avLst/>
            <a:gdLst/>
            <a:ahLst/>
            <a:cxnLst/>
            <a:rect r="r" b="b" t="t" l="l"/>
            <a:pathLst>
              <a:path h="9144000" w="18288000">
                <a:moveTo>
                  <a:pt x="0" y="0"/>
                </a:moveTo>
                <a:lnTo>
                  <a:pt x="18288000" y="0"/>
                </a:lnTo>
                <a:lnTo>
                  <a:pt x="18288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2717556" y="3895725"/>
            <a:ext cx="12852888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필리핀</a:t>
            </a:r>
          </a:p>
        </p:txBody>
      </p:sp>
    </p:spTree>
  </p:cSld>
  <p:clrMapOvr>
    <a:masterClrMapping/>
  </p:clrMapOvr>
</p:sld>
</file>

<file path=ppt/slides/slide6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DAHGKoPTrBQ</dc:identifier>
  <dcterms:modified xsi:type="dcterms:W3CDTF">2011-08-01T06:04:30Z</dcterms:modified>
  <cp:revision>1</cp:revision>
  <dc:title>[Sunday Play] 나라 맞추기</dc:title>
</cp:coreProperties>
</file>