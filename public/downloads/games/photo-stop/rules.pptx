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무궁화 고딕" charset="1" panose="02020603020101020101"/>
      <p:regular r:id="rId10"/>
    </p:embeddedFont>
    <p:embeddedFont>
      <p:font typeface="무궁화 고딕 Bold" charset="1" panose="02020603020101020101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사진 스탑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42119" y="9822180"/>
            <a:ext cx="36606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619696" cy="1979093"/>
            <a:chOff x="0" y="0"/>
            <a:chExt cx="16826261" cy="263879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29141"/>
              <a:ext cx="16826261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화면에 다양한 사진이 빠르게 넘어갑니다.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2494" y="7990412"/>
            <a:ext cx="7555506" cy="1921487"/>
            <a:chOff x="0" y="0"/>
            <a:chExt cx="10074008" cy="256198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52333"/>
              <a:ext cx="9978234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사람이 가장 많은 사진이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0074008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07602" y="3708343"/>
            <a:ext cx="9541449" cy="2774631"/>
            <a:chOff x="0" y="0"/>
            <a:chExt cx="12721932" cy="369950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23059"/>
              <a:ext cx="12721932" cy="2076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타이밍을 잡고 "스탑"하세요!</a:t>
              </a:r>
            </a:p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사진이 멈추면 사진 속 사람 수를 셉니다.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4694285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사진 스탑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42119" y="9822180"/>
            <a:ext cx="366066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DAHH9StySkU</dc:identifier>
  <dcterms:modified xsi:type="dcterms:W3CDTF">2011-08-01T06:04:30Z</dcterms:modified>
  <cp:revision>1</cp:revision>
  <dc:title>[Sunday Play] 사진 스탑(ppt)</dc:title>
</cp:coreProperties>
</file>