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slide+xml" PartName="/ppt/slides/slide46.xml"/>
  <Override ContentType="application/vnd.openxmlformats-officedocument.presentationml.slide+xml" PartName="/ppt/slides/slide47.xml"/>
  <Override ContentType="application/vnd.openxmlformats-officedocument.presentationml.slide+xml" PartName="/ppt/slides/slide48.xml"/>
  <Override ContentType="application/vnd.openxmlformats-officedocument.presentationml.slide+xml" PartName="/ppt/slides/slide49.xml"/>
  <Override ContentType="application/vnd.openxmlformats-officedocument.presentationml.slide+xml" PartName="/ppt/slides/slide50.xml"/>
  <Override ContentType="application/vnd.openxmlformats-officedocument.presentationml.slide+xml" PartName="/ppt/slides/slide51.xml"/>
  <Override ContentType="application/vnd.openxmlformats-officedocument.presentationml.slide+xml" PartName="/ppt/slides/slide52.xml"/>
  <Override ContentType="application/vnd.openxmlformats-officedocument.presentationml.slide+xml" PartName="/ppt/slides/slide53.xml"/>
  <Override ContentType="application/vnd.openxmlformats-officedocument.presentationml.slide+xml" PartName="/ppt/slides/slide54.xml"/>
  <Override ContentType="application/vnd.openxmlformats-officedocument.presentationml.slide+xml" PartName="/ppt/slides/slide55.xml"/>
  <Override ContentType="application/vnd.openxmlformats-officedocument.presentationml.slide+xml" PartName="/ppt/slides/slide56.xml"/>
  <Override ContentType="application/vnd.openxmlformats-officedocument.presentationml.slide+xml" PartName="/ppt/slides/slide57.xml"/>
  <Override ContentType="application/vnd.openxmlformats-officedocument.presentationml.slide+xml" PartName="/ppt/slides/slide58.xml"/>
  <Override ContentType="application/vnd.openxmlformats-officedocument.presentationml.slide+xml" PartName="/ppt/slides/slide59.xml"/>
  <Override ContentType="application/vnd.openxmlformats-officedocument.presentationml.slide+xml" PartName="/ppt/slides/slide60.xml"/>
  <Override ContentType="application/vnd.openxmlformats-officedocument.presentationml.slide+xml" PartName="/ppt/slides/slide61.xml"/>
  <Override ContentType="application/vnd.openxmlformats-officedocument.presentationml.slide+xml" PartName="/ppt/slides/slide62.xml"/>
  <Override ContentType="application/vnd.openxmlformats-officedocument.presentationml.slide+xml" PartName="/ppt/slides/slide63.xml"/>
  <Override ContentType="application/vnd.openxmlformats-officedocument.presentationml.slide+xml" PartName="/ppt/slides/slide6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</p:sldIdLst>
  <p:sldSz cx="18288000" cy="10287000"/>
  <p:notesSz cx="6858000" cy="9144000"/>
  <p:embeddedFontLst>
    <p:embeddedFont>
      <p:font typeface="Jua" charset="1" panose="00000000000000000000"/>
      <p:regular r:id="rId70"/>
    </p:embeddedFont>
    <p:embeddedFont>
      <p:font typeface="TDTD갬성명조" charset="1" panose="02000503000000000000"/>
      <p:regular r:id="rId71"/>
    </p:embeddedFont>
    <p:embeddedFont>
      <p:font typeface="TDTD가온" charset="1" panose="02000503000000000000"/>
      <p:regular r:id="rId7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slides/slide46.xml" Type="http://schemas.openxmlformats.org/officeDocument/2006/relationships/slide"/><Relationship Id="rId52" Target="slides/slide47.xml" Type="http://schemas.openxmlformats.org/officeDocument/2006/relationships/slide"/><Relationship Id="rId53" Target="slides/slide48.xml" Type="http://schemas.openxmlformats.org/officeDocument/2006/relationships/slide"/><Relationship Id="rId54" Target="slides/slide49.xml" Type="http://schemas.openxmlformats.org/officeDocument/2006/relationships/slide"/><Relationship Id="rId55" Target="slides/slide50.xml" Type="http://schemas.openxmlformats.org/officeDocument/2006/relationships/slide"/><Relationship Id="rId56" Target="slides/slide51.xml" Type="http://schemas.openxmlformats.org/officeDocument/2006/relationships/slide"/><Relationship Id="rId57" Target="slides/slide52.xml" Type="http://schemas.openxmlformats.org/officeDocument/2006/relationships/slide"/><Relationship Id="rId58" Target="slides/slide53.xml" Type="http://schemas.openxmlformats.org/officeDocument/2006/relationships/slide"/><Relationship Id="rId59" Target="slides/slide54.xml" Type="http://schemas.openxmlformats.org/officeDocument/2006/relationships/slide"/><Relationship Id="rId6" Target="slides/slide1.xml" Type="http://schemas.openxmlformats.org/officeDocument/2006/relationships/slide"/><Relationship Id="rId60" Target="slides/slide55.xml" Type="http://schemas.openxmlformats.org/officeDocument/2006/relationships/slide"/><Relationship Id="rId61" Target="slides/slide56.xml" Type="http://schemas.openxmlformats.org/officeDocument/2006/relationships/slide"/><Relationship Id="rId62" Target="slides/slide57.xml" Type="http://schemas.openxmlformats.org/officeDocument/2006/relationships/slide"/><Relationship Id="rId63" Target="slides/slide58.xml" Type="http://schemas.openxmlformats.org/officeDocument/2006/relationships/slide"/><Relationship Id="rId64" Target="slides/slide59.xml" Type="http://schemas.openxmlformats.org/officeDocument/2006/relationships/slide"/><Relationship Id="rId65" Target="slides/slide60.xml" Type="http://schemas.openxmlformats.org/officeDocument/2006/relationships/slide"/><Relationship Id="rId66" Target="slides/slide61.xml" Type="http://schemas.openxmlformats.org/officeDocument/2006/relationships/slide"/><Relationship Id="rId67" Target="slides/slide62.xml" Type="http://schemas.openxmlformats.org/officeDocument/2006/relationships/slide"/><Relationship Id="rId68" Target="slides/slide63.xml" Type="http://schemas.openxmlformats.org/officeDocument/2006/relationships/slide"/><Relationship Id="rId69" Target="slides/slide64.xml" Type="http://schemas.openxmlformats.org/officeDocument/2006/relationships/slide"/><Relationship Id="rId7" Target="slides/slide2.xml" Type="http://schemas.openxmlformats.org/officeDocument/2006/relationships/slide"/><Relationship Id="rId70" Target="fonts/font70.fntdata" Type="http://schemas.openxmlformats.org/officeDocument/2006/relationships/font"/><Relationship Id="rId71" Target="fonts/font71.fntdata" Type="http://schemas.openxmlformats.org/officeDocument/2006/relationships/font"/><Relationship Id="rId72" Target="fonts/font72.fntdata" Type="http://schemas.openxmlformats.org/officeDocument/2006/relationships/font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O/X 퀴즈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2078314" cy="1779769"/>
            <a:chOff x="0" y="0"/>
            <a:chExt cx="16104419" cy="237302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0584"/>
              <a:ext cx="16104419" cy="9924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3"/>
                </a:lnSpc>
              </a:pP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O / X 구역을 나누고, 참가자 전원 중앙에</a:t>
              </a: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 모입니다.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71450"/>
              <a:ext cx="9574913" cy="11692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507852" y="7984396"/>
            <a:ext cx="5385378" cy="1778769"/>
            <a:chOff x="0" y="0"/>
            <a:chExt cx="7180505" cy="2371692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7534"/>
              <a:ext cx="7070728" cy="9941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84"/>
                </a:lnSpc>
              </a:pPr>
              <a:r>
                <a:rPr lang="en-US" sz="448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최후의 1인이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71450"/>
              <a:ext cx="7180505" cy="1171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115632" y="3864595"/>
            <a:ext cx="10056735" cy="2570047"/>
            <a:chOff x="0" y="0"/>
            <a:chExt cx="13408980" cy="3426730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75218"/>
              <a:ext cx="13408980" cy="20515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문제가 나오면 10초 안에 O 또는 X 구역으로 이동!                                 </a:t>
              </a:r>
            </a:p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틀리면 탈락!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71450"/>
              <a:ext cx="6898637" cy="11695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O/X 퀴즈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140295"/>
            <a:ext cx="11810151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대한민국의 수도는 서울이다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2330670"/>
            <a:ext cx="11810151" cy="5295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O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140295"/>
            <a:ext cx="11810151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태양계에서 가장 큰 행성은 목성이다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2330670"/>
            <a:ext cx="11810151" cy="5295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O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140295"/>
            <a:ext cx="11810151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지구에서 가장 큰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대륙은 아시아이다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2330670"/>
            <a:ext cx="11810151" cy="5295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O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140295"/>
            <a:ext cx="11810151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바나나는 나무에서 열린다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1187670"/>
            <a:ext cx="11810151" cy="7581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X</a:t>
            </a:r>
          </a:p>
          <a:p>
            <a:pPr algn="ctr">
              <a:lnSpc>
                <a:spcPts val="18000"/>
              </a:lnSpc>
            </a:pPr>
            <a:r>
              <a:rPr lang="en-US" sz="15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(바나나는 풀)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19462" y="2943225"/>
            <a:ext cx="15049075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세계에서 인구가 가장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많은 나라는 중국이다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1187670"/>
            <a:ext cx="11810151" cy="7581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X</a:t>
            </a:r>
          </a:p>
          <a:p>
            <a:pPr algn="ctr">
              <a:lnSpc>
                <a:spcPts val="18000"/>
              </a:lnSpc>
            </a:pPr>
            <a:r>
              <a:rPr lang="en-US" sz="15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(인도)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고래는 물고기이다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1187670"/>
            <a:ext cx="11810151" cy="7581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X</a:t>
            </a:r>
          </a:p>
          <a:p>
            <a:pPr algn="ctr">
              <a:lnSpc>
                <a:spcPts val="18000"/>
              </a:lnSpc>
            </a:pPr>
            <a:r>
              <a:rPr lang="en-US" sz="15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(포유류)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133812" y="3895725"/>
            <a:ext cx="1402037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문어의 심장은 3개이다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2330670"/>
            <a:ext cx="11810151" cy="5295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O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140295"/>
            <a:ext cx="11810151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금붕어의 기억력은 3초이다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1344833"/>
            <a:ext cx="11810151" cy="7267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X</a:t>
            </a:r>
          </a:p>
          <a:p>
            <a:pPr algn="ctr">
              <a:lnSpc>
                <a:spcPts val="15599"/>
              </a:lnSpc>
            </a:pPr>
            <a:r>
              <a:rPr lang="en-US" sz="129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(수개월 기억 가능)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감자는 뿌리이다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1187670"/>
            <a:ext cx="11810151" cy="7581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X</a:t>
            </a:r>
          </a:p>
          <a:p>
            <a:pPr algn="ctr">
              <a:lnSpc>
                <a:spcPts val="18000"/>
              </a:lnSpc>
            </a:pPr>
            <a:r>
              <a:rPr lang="en-US" sz="15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(줄기)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140295"/>
            <a:ext cx="11810151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라면은 한국에서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처음 만들어졌다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1187670"/>
            <a:ext cx="11810151" cy="7581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X</a:t>
            </a:r>
          </a:p>
          <a:p>
            <a:pPr algn="ctr">
              <a:lnSpc>
                <a:spcPts val="18000"/>
              </a:lnSpc>
            </a:pPr>
            <a:r>
              <a:rPr lang="en-US" sz="15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(일본)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140295"/>
            <a:ext cx="11810151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하루에 머리카락은 약 100개씩 빠진다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2330670"/>
            <a:ext cx="11810151" cy="5295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O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140295"/>
            <a:ext cx="11810151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에베레스트는 매년 높아지고 있다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1263870"/>
            <a:ext cx="11810151" cy="7429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O</a:t>
            </a:r>
          </a:p>
          <a:p>
            <a:pPr algn="ctr">
              <a:lnSpc>
                <a:spcPts val="16800"/>
              </a:lnSpc>
            </a:pPr>
            <a:r>
              <a:rPr lang="en-US" sz="14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(2~4mm씩)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호주는 섬이다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1263870"/>
            <a:ext cx="11810151" cy="7429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X</a:t>
            </a:r>
          </a:p>
          <a:p>
            <a:pPr algn="ctr">
              <a:lnSpc>
                <a:spcPts val="16800"/>
              </a:lnSpc>
            </a:pPr>
            <a:r>
              <a:rPr lang="en-US" sz="14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(대륙)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007300" y="2943225"/>
            <a:ext cx="14273399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러시아는 아시아와 유럽 두 대륙에 걸쳐 있다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2330670"/>
            <a:ext cx="11810151" cy="5295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O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707530" y="2943225"/>
            <a:ext cx="12872940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자유의 여신상은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미국이 직접 만들었다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1263870"/>
            <a:ext cx="11810151" cy="7429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X</a:t>
            </a:r>
          </a:p>
          <a:p>
            <a:pPr algn="ctr">
              <a:lnSpc>
                <a:spcPts val="16800"/>
              </a:lnSpc>
            </a:pPr>
            <a:r>
              <a:rPr lang="en-US" sz="14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(프랑스가 선물)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하품은 전염된다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2330670"/>
            <a:ext cx="11810151" cy="5295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O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140295"/>
            <a:ext cx="11810151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비행기 안에서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방귀를 더 자주 뀐다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1263870"/>
            <a:ext cx="11810151" cy="7429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O</a:t>
            </a:r>
          </a:p>
          <a:p>
            <a:pPr algn="ctr">
              <a:lnSpc>
                <a:spcPts val="16800"/>
              </a:lnSpc>
            </a:pPr>
            <a:r>
              <a:rPr lang="en-US" sz="14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(기압차 때문)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140295"/>
            <a:ext cx="11810151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사람의 뇌는 10%만 사용한다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1263870"/>
            <a:ext cx="11810151" cy="7429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X</a:t>
            </a:r>
          </a:p>
          <a:p>
            <a:pPr algn="ctr">
              <a:lnSpc>
                <a:spcPts val="16800"/>
              </a:lnSpc>
            </a:pPr>
            <a:r>
              <a:rPr lang="en-US" sz="14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(대부분 사용)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378274" y="2943225"/>
            <a:ext cx="13531452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번개를 맞을 확률보다 로또 당첨 확률이 높다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2330670"/>
            <a:ext cx="11810151" cy="5295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X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968214" y="2943225"/>
            <a:ext cx="12351572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스마트폰을 처음 만든 회사는 애플이다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1263870"/>
            <a:ext cx="11810151" cy="7429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X</a:t>
            </a:r>
          </a:p>
          <a:p>
            <a:pPr algn="ctr">
              <a:lnSpc>
                <a:spcPts val="16800"/>
              </a:lnSpc>
            </a:pPr>
            <a:r>
              <a:rPr lang="en-US" sz="14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(IBM)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68015" y="2943225"/>
            <a:ext cx="16151970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사람의 혈관을 이으면 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지구를 2바퀴 반 돌 수 있다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1263870"/>
            <a:ext cx="11810151" cy="7429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O</a:t>
            </a:r>
          </a:p>
          <a:p>
            <a:pPr algn="ctr">
              <a:lnSpc>
                <a:spcPts val="16800"/>
              </a:lnSpc>
            </a:pPr>
            <a:r>
              <a:rPr lang="en-US" sz="14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(약 10만 km)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587970"/>
            <a:ext cx="11810151" cy="3267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중국의 만리장성은 1만 리(약 4,000km)이다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1263870"/>
            <a:ext cx="11810151" cy="7429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X</a:t>
            </a:r>
          </a:p>
          <a:p>
            <a:pPr algn="ctr">
              <a:lnSpc>
                <a:spcPts val="16800"/>
              </a:lnSpc>
            </a:pPr>
            <a:r>
              <a:rPr lang="en-US" sz="14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(52,990리)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767688" y="2943225"/>
            <a:ext cx="12752624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바퀴벌레는 머리 없이 며칠 살 수 있다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1263870"/>
            <a:ext cx="11810151" cy="7429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O</a:t>
            </a:r>
          </a:p>
          <a:p>
            <a:pPr algn="ctr">
              <a:lnSpc>
                <a:spcPts val="16800"/>
              </a:lnSpc>
            </a:pPr>
            <a:r>
              <a:rPr lang="en-US" sz="14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(일주일)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677451" y="2943225"/>
            <a:ext cx="12933098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여자가 남자보다 눈을 더 자주 깜빡인다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1263870"/>
            <a:ext cx="11810151" cy="7429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O</a:t>
            </a:r>
          </a:p>
          <a:p>
            <a:pPr algn="ctr">
              <a:lnSpc>
                <a:spcPts val="16800"/>
              </a:lnSpc>
            </a:pPr>
            <a:r>
              <a:rPr lang="en-US" sz="14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(약 2배)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140295"/>
            <a:ext cx="11810151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잠을 안 자면 배고픈 것보다 먼저 죽는다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2330670"/>
            <a:ext cx="11810151" cy="5295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O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140295"/>
            <a:ext cx="11810151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바다의 95%는 아직 탐사되지 않았다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2330670"/>
            <a:ext cx="11810151" cy="5295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O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140295"/>
            <a:ext cx="11810151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올림픽 금메달은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순금이다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1263870"/>
            <a:ext cx="11810151" cy="7429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X</a:t>
            </a:r>
          </a:p>
          <a:p>
            <a:pPr algn="ctr">
              <a:lnSpc>
                <a:spcPts val="16800"/>
              </a:lnSpc>
            </a:pPr>
            <a:r>
              <a:rPr lang="en-US" sz="14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(은에 금도금)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04898" y="3180641"/>
            <a:ext cx="14878203" cy="3629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100원짜리 동전을 만드는 데 100원 이상 든다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2330670"/>
            <a:ext cx="11810151" cy="5295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O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140295"/>
            <a:ext cx="11810151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돌고래는 한쪽 눈만 감고 잔다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1263870"/>
            <a:ext cx="11810151" cy="7429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O</a:t>
            </a:r>
          </a:p>
          <a:p>
            <a:pPr algn="ctr">
              <a:lnSpc>
                <a:spcPts val="16800"/>
              </a:lnSpc>
            </a:pPr>
            <a:r>
              <a:rPr lang="en-US" sz="14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(반구 수면)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3140295"/>
            <a:ext cx="11810151" cy="410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타이타닉에는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수영장이 있었다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2330670"/>
            <a:ext cx="11810151" cy="5295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O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DAHHRfVCOBU</dc:identifier>
  <dcterms:modified xsi:type="dcterms:W3CDTF">2011-08-01T06:04:30Z</dcterms:modified>
  <cp:revision>1</cp:revision>
  <dc:title>[Sunday Play] O/X 퀴즈</dc:title>
</cp:coreProperties>
</file>