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x="18288000" cy="10287000"/>
  <p:notesSz cx="6858000" cy="9144000"/>
  <p:embeddedFontLst>
    <p:embeddedFont>
      <p:font typeface="무궁화 고딕" charset="1" panose="02020603020101020101"/>
      <p:regular r:id="rId70"/>
    </p:embeddedFont>
    <p:embeddedFont>
      <p:font typeface="무궁화 고딕 Bold" charset="1" panose="02020603020101020101"/>
      <p:regular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O/X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03856" y="9822180"/>
            <a:ext cx="2998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078314" cy="1701684"/>
            <a:chOff x="0" y="0"/>
            <a:chExt cx="16104419" cy="22689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8378"/>
              <a:ext cx="16104419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O / X 구역을 나누고, 참가자 전원 중앙에</a:t>
              </a: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모입니다.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574913" cy="1062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07852" y="8200435"/>
            <a:ext cx="5385378" cy="1697863"/>
            <a:chOff x="0" y="0"/>
            <a:chExt cx="7180505" cy="226381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83283"/>
              <a:ext cx="7070728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최후의 1인이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7180505" cy="10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15632" y="4017465"/>
            <a:ext cx="10056735" cy="2402261"/>
            <a:chOff x="0" y="0"/>
            <a:chExt cx="13408980" cy="32030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2681"/>
              <a:ext cx="13408980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문제가 나오면 10초 안에 O 또는 X 구역으로 이동!                                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틀리면 탈락!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6898637" cy="1053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O/X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03856" y="9822180"/>
            <a:ext cx="29989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대한민국의 수도는 서울이다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73670"/>
            <a:ext cx="11810151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122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태양계에서 가장 큰 행성은 목성이다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지구에서 가장 큰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대륙은 아시아이다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바나나는 나무에서 열린다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02045"/>
            <a:ext cx="11810151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8000"/>
              </a:lnSpc>
            </a:pPr>
            <a:r>
              <a:rPr lang="en-US" sz="15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(바나나는 풀)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462" y="3228975"/>
            <a:ext cx="15049075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세계에서 인구가 가장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많은 나라는 중국이다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02045"/>
            <a:ext cx="11810151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8000"/>
              </a:lnSpc>
            </a:pPr>
            <a:r>
              <a:rPr lang="en-US" sz="15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(인도)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고래는 물고기이다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02045"/>
            <a:ext cx="11810151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8000"/>
              </a:lnSpc>
            </a:pPr>
            <a:r>
              <a:rPr lang="en-US" sz="15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(포유류)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3812" y="4205287"/>
            <a:ext cx="14020375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122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문어의 심장은 3개이다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금붕어의 기억력은 3초이다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2125883"/>
            <a:ext cx="11810151" cy="64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4520"/>
              </a:lnSpc>
            </a:pPr>
            <a:r>
              <a:rPr lang="en-US" sz="121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(수개월 기억 가능)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감자는 뿌리이다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02045"/>
            <a:ext cx="11810151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8000"/>
              </a:lnSpc>
            </a:pPr>
            <a:r>
              <a:rPr lang="en-US" sz="15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(줄기)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라면은 한국에서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처음 만들어졌다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02045"/>
            <a:ext cx="11810151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8000"/>
              </a:lnSpc>
            </a:pPr>
            <a:r>
              <a:rPr lang="en-US" sz="15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(일본)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하루에 머리카락은 약 100개씩 빠진다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에베레스트는 매년 높아지고 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(2~4mm씩)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호주는 섬이다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(대륙)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300" y="3343275"/>
            <a:ext cx="14273399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러시아는 아시아와 유럽 두 대륙에 걸쳐 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7530" y="3343275"/>
            <a:ext cx="12872940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자유의 여신상은</a:t>
            </a:r>
          </a:p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미국이 직접 만들었다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(프랑스가 선물)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하품은 전염된다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540345"/>
            <a:ext cx="11810151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비행기 안에서</a:t>
            </a:r>
          </a:p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방귀를 더 자주 뀐다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(기압차 때문)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사람의 뇌는 10%만 사용한다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(대부분 사용)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8274" y="3305175"/>
            <a:ext cx="13531452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번개를 맞을 확률보다 로또 당첨 확률이 높다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8214" y="3400425"/>
            <a:ext cx="12351572" cy="34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0"/>
              </a:lnSpc>
            </a:pPr>
            <a:r>
              <a:rPr lang="en-US" sz="114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스마트폰을 처음 만든 회사는 애플이다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(IBM)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8015" y="3352800"/>
            <a:ext cx="16151970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0"/>
              </a:lnSpc>
            </a:pPr>
            <a:r>
              <a:rPr lang="en-US" sz="11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사람의 혈관을 이으면 </a:t>
            </a:r>
          </a:p>
          <a:p>
            <a:pPr algn="ctr">
              <a:lnSpc>
                <a:spcPts val="14040"/>
              </a:lnSpc>
            </a:pPr>
            <a:r>
              <a:rPr lang="en-US" sz="11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지구를 2바퀴 반 돌 수 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(약 10만 km)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826095"/>
            <a:ext cx="11810151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중국의 만리장성은 1만 리(약 4,000km)이다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(52,990리)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7688" y="3343275"/>
            <a:ext cx="12752624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0"/>
              </a:lnSpc>
            </a:pPr>
            <a:r>
              <a:rPr lang="en-US" sz="11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바퀴벌레는 머리 없이 며칠 살 수 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(일주일)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7451" y="3324225"/>
            <a:ext cx="1293309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0"/>
              </a:lnSpc>
            </a:pPr>
            <a:r>
              <a:rPr lang="en-US" sz="119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여자가 남자보다 눈을 더 자주 깜빡인다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(약 2배)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549870"/>
            <a:ext cx="11810151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0"/>
              </a:lnSpc>
            </a:pPr>
            <a:r>
              <a:rPr lang="en-US" sz="11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잠을 안 자면 배고픈 것보다 먼저 죽는다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92720"/>
            <a:ext cx="11810151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0"/>
              </a:lnSpc>
            </a:pPr>
            <a:r>
              <a:rPr lang="en-US" sz="121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바다의 95%는 아직 탐사되지 않았다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올림픽 금메달은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순금이다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(은에 금도금)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4898" y="3447341"/>
            <a:ext cx="14878203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100원짜리 동전을 만드는 데 100원 이상 든다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돌고래는 한쪽 눈만 감고 잔다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1978245"/>
            <a:ext cx="1181015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  <a:p>
            <a:pPr algn="ctr">
              <a:lnSpc>
                <a:spcPts val="16800"/>
              </a:lnSpc>
            </a:pPr>
            <a:r>
              <a:rPr lang="en-US" sz="14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(반구 수면)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타이타닉에는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수영장이 있었다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045045"/>
            <a:ext cx="11810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DAHH21TMoOA</dc:identifier>
  <dcterms:modified xsi:type="dcterms:W3CDTF">2011-08-01T06:04:30Z</dcterms:modified>
  <cp:revision>1</cp:revision>
  <dc:title>[Sunday Play] O/X 퀴즈(ppt)</dc:title>
</cp:coreProperties>
</file>