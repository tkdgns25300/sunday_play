
<file path=[Content_Types].xml><?xml version="1.0" encoding="utf-8"?>
<Types xmlns="http://schemas.openxmlformats.org/package/2006/content-types">
  <Default ContentType="application/x-fontdata" Extension="fntdata"/>
  <Default ContentType="image/gif" Extension="gif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x="18288000" cy="10287000"/>
  <p:notesSz cx="6858000" cy="9144000"/>
  <p:embeddedFontLst>
    <p:embeddedFont>
      <p:font typeface="무궁화 고딕" charset="1" panose="02020603020101020101"/>
      <p:regular r:id="rId14"/>
    </p:embeddedFont>
    <p:embeddedFont>
      <p:font typeface="무궁화 고딕 Bold" charset="1" panose="02020603020101020101"/>
      <p:regular r:id="rId1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fonts/font14.fntdata" Type="http://schemas.openxmlformats.org/officeDocument/2006/relationships/font"/><Relationship Id="rId15" Target="fonts/font15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3.png" Type="http://schemas.openxmlformats.org/officeDocument/2006/relationships/image"/><Relationship Id="rId4" Target="../media/image4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7.gif" Type="http://schemas.openxmlformats.org/officeDocument/2006/relationships/image"/><Relationship Id="rId4" Target="../media/image8.gif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4178617"/>
            <a:ext cx="15555091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FFFAE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라이어 게임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4121803" y="9822180"/>
            <a:ext cx="3780975" cy="464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ⓒ 2026. Sunday Play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64034" b="46739"/>
          <a:stretch>
            <a:fillRect/>
          </a:stretch>
        </p:blipFill>
        <p:spPr>
          <a:xfrm flipH="true" flipV="false" rot="-5400000">
            <a:off x="-4815703" y="-1693918"/>
            <a:ext cx="4331879" cy="6415001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1372087" y="3578731"/>
            <a:ext cx="4173130" cy="9243409"/>
          </a:xfrm>
          <a:prstGeom prst="rect">
            <a:avLst/>
          </a:prstGeom>
        </p:spPr>
      </p:pic>
      <p:sp>
        <p:nvSpPr>
          <p:cNvPr name="Freeform 4" id="4"/>
          <p:cNvSpPr/>
          <p:nvPr/>
        </p:nvSpPr>
        <p:spPr>
          <a:xfrm flipH="false" flipV="false" rot="-1016799">
            <a:off x="11210747" y="-2141754"/>
            <a:ext cx="9983125" cy="8685318"/>
          </a:xfrm>
          <a:custGeom>
            <a:avLst/>
            <a:gdLst/>
            <a:ahLst/>
            <a:cxnLst/>
            <a:rect r="r" b="b" t="t" l="l"/>
            <a:pathLst>
              <a:path h="8685318" w="9983125">
                <a:moveTo>
                  <a:pt x="0" y="0"/>
                </a:moveTo>
                <a:lnTo>
                  <a:pt x="9983125" y="0"/>
                </a:lnTo>
                <a:lnTo>
                  <a:pt x="9983125" y="8685318"/>
                </a:lnTo>
                <a:lnTo>
                  <a:pt x="0" y="868531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1392761" y="819780"/>
            <a:ext cx="5362043" cy="1381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0800"/>
              </a:lnSpc>
            </a:pPr>
            <a:r>
              <a:rPr lang="en-US" sz="9000">
                <a:solidFill>
                  <a:srgbClr val="FFFAE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규칙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309172" y="535073"/>
            <a:ext cx="11259176" cy="2388758"/>
            <a:chOff x="0" y="0"/>
            <a:chExt cx="15012235" cy="3185010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1449978"/>
              <a:ext cx="15012235" cy="173503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5320"/>
                </a:lnSpc>
              </a:pPr>
              <a:r>
                <a:rPr lang="en-US" sz="3800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쪽지를 받고 확인합니다.</a:t>
              </a:r>
            </a:p>
            <a:p>
              <a:pPr algn="l">
                <a:lnSpc>
                  <a:spcPts val="5320"/>
                </a:lnSpc>
              </a:pPr>
              <a:r>
                <a:rPr lang="en-US" sz="3800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다른 사람에게 보여주지 마세요!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-57150"/>
              <a:ext cx="10080302" cy="109958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745"/>
                </a:lnSpc>
              </a:pPr>
              <a:r>
                <a:rPr lang="en-US" sz="5189">
                  <a:solidFill>
                    <a:srgbClr val="FFFAEF"/>
                  </a:solidFill>
                  <a:latin typeface="무궁화 고딕 Bold"/>
                  <a:ea typeface="무궁화 고딕 Bold"/>
                  <a:cs typeface="무궁화 고딕 Bold"/>
                  <a:sym typeface="무궁화 고딕 Bold"/>
                </a:rPr>
                <a:t>STEP 1.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8762767" y="7054797"/>
            <a:ext cx="9364812" cy="3567982"/>
            <a:chOff x="0" y="0"/>
            <a:chExt cx="12486417" cy="4757309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1399429"/>
              <a:ext cx="12486417" cy="335788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5040"/>
                </a:lnSpc>
              </a:pPr>
              <a:r>
                <a:rPr lang="en-US" sz="3600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토론 후 동시에 라이어를 지목!</a:t>
              </a:r>
            </a:p>
            <a:p>
              <a:pPr algn="l">
                <a:lnSpc>
                  <a:spcPts val="5040"/>
                </a:lnSpc>
              </a:pPr>
              <a:r>
                <a:rPr lang="en-US" sz="3600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라이어를 찾으면 시민 승리, 못 찾으면 라이어 승리!</a:t>
              </a:r>
            </a:p>
            <a:p>
              <a:pPr algn="l">
                <a:lnSpc>
                  <a:spcPts val="5040"/>
                </a:lnSpc>
              </a:pPr>
              <a:r>
                <a:rPr lang="en-US" sz="3600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(라이어가 들켜도 단어를 맞추면 역전 승리!)</a:t>
              </a:r>
            </a:p>
            <a:p>
              <a:pPr algn="l">
                <a:lnSpc>
                  <a:spcPts val="5040"/>
                </a:lnSpc>
              </a:pP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-57150"/>
              <a:ext cx="12486417" cy="106497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477"/>
                </a:lnSpc>
              </a:pPr>
              <a:r>
                <a:rPr lang="en-US" sz="4982">
                  <a:solidFill>
                    <a:srgbClr val="FFFAEF"/>
                  </a:solidFill>
                  <a:latin typeface="무궁화 고딕 Bold"/>
                  <a:ea typeface="무궁화 고딕 Bold"/>
                  <a:cs typeface="무궁화 고딕 Bold"/>
                  <a:sym typeface="무궁화 고딕 Bold"/>
                </a:rPr>
                <a:t>STEP 3.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4335378" y="3476726"/>
            <a:ext cx="8854776" cy="3025175"/>
            <a:chOff x="0" y="0"/>
            <a:chExt cx="11806369" cy="4033567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1409535"/>
              <a:ext cx="11806369" cy="262403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5320"/>
                </a:lnSpc>
              </a:pPr>
              <a:r>
                <a:rPr lang="en-US" sz="3800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돌아가며 단어에 대해 한 마디씩 설명합니다.</a:t>
              </a:r>
            </a:p>
            <a:p>
              <a:pPr algn="l">
                <a:lnSpc>
                  <a:spcPts val="5320"/>
                </a:lnSpc>
              </a:pPr>
              <a:r>
                <a:rPr lang="en-US" sz="3800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너무 직접적이면 라이어에게 힌트를,</a:t>
              </a:r>
            </a:p>
            <a:p>
              <a:pPr algn="l">
                <a:lnSpc>
                  <a:spcPts val="5320"/>
                </a:lnSpc>
              </a:pPr>
              <a:r>
                <a:rPr lang="en-US" sz="3800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너무 모호하면 의심을 받습니다!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-47625"/>
              <a:ext cx="7382661" cy="106662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595"/>
                </a:lnSpc>
              </a:pPr>
              <a:r>
                <a:rPr lang="en-US" sz="5073">
                  <a:solidFill>
                    <a:srgbClr val="FFFAEF"/>
                  </a:solidFill>
                  <a:latin typeface="무궁화 고딕 Bold"/>
                  <a:ea typeface="무궁화 고딕 Bold"/>
                  <a:cs typeface="무궁화 고딕 Bold"/>
                  <a:sym typeface="무궁화 고딕 Bold"/>
                </a:rPr>
                <a:t>STEP 2.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4178617"/>
            <a:ext cx="15555091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FFFAE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라이어 게임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4121803" y="9822180"/>
            <a:ext cx="3780975" cy="464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ⓒ 2026. Sunday Play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4378545"/>
            <a:ext cx="11810151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주제 : 음식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4378545"/>
            <a:ext cx="11810151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주제 : 장소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4378545"/>
            <a:ext cx="11810151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주제 : 동물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4378545"/>
            <a:ext cx="11810151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주제 : 직업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-7408585">
            <a:off x="4499355" y="-533795"/>
            <a:ext cx="9289290" cy="10369815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 rot="0">
            <a:off x="4421807" y="4181475"/>
            <a:ext cx="9444385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감사합니다!</a:t>
            </a:r>
          </a:p>
        </p:txBody>
      </p:sp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62989" t="67035" r="0" b="0"/>
          <a:stretch>
            <a:fillRect/>
          </a:stretch>
        </p:blipFill>
        <p:spPr>
          <a:xfrm flipH="false" flipV="false" rot="5400000">
            <a:off x="-202103" y="6179918"/>
            <a:ext cx="4312936" cy="3841377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4"/>
          <a:srcRect l="0" t="0" r="0" b="0"/>
          <a:stretch>
            <a:fillRect/>
          </a:stretch>
        </p:blipFill>
        <p:spPr>
          <a:xfrm flipH="false" flipV="false" rot="0">
            <a:off x="11640279" y="-4239083"/>
            <a:ext cx="8152651" cy="847816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DAHH9fJ8JFs</dc:identifier>
  <dcterms:modified xsi:type="dcterms:W3CDTF">2011-08-01T06:04:30Z</dcterms:modified>
  <cp:revision>1</cp:revision>
  <dc:title>[Sunday Play] 라이어 게임(ppt)</dc:title>
</cp:coreProperties>
</file>