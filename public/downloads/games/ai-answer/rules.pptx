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무궁화 고딕" charset="1" panose="02020603020101020101"/>
      <p:regular r:id="rId21"/>
    </p:embeddedFont>
    <p:embeddedFont>
      <p:font typeface="무궁화 고딕 Bold" charset="1" panose="02020603020101020101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AI에게 정답 듣기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21803" y="9822180"/>
            <a:ext cx="378097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1701684"/>
            <a:chOff x="0" y="0"/>
            <a:chExt cx="14259577" cy="22689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4259577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각 팀 대표 1명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이 나오고, 화면에 문장이 공개됩니다.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46476" y="8305238"/>
            <a:ext cx="8487123" cy="1697862"/>
            <a:chOff x="0" y="0"/>
            <a:chExt cx="11316164" cy="22638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1114316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빠른</a:t>
              </a: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시간 안에 성공한 팀이 승리!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316164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44594" y="4025016"/>
            <a:ext cx="10397630" cy="2402261"/>
            <a:chOff x="0" y="0"/>
            <a:chExt cx="13863507" cy="32030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386350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대표가 AI에게 질문하여 목표 문장을 말하게 하세요.                   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단, "~라고 말해줘" 같은 직접 지시는 금지!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6898637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AI에게 정답 듣기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21803" y="9822180"/>
            <a:ext cx="378097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사랑합니다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화이팅(파이팅)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시작이 반이다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포기하지 마세요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웃으면 복이 온다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백문이 불여일견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5135" y="3324225"/>
            <a:ext cx="14697730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0"/>
              </a:lnSpc>
            </a:pPr>
            <a:r>
              <a:rPr lang="en-US" sz="119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세상에서 제일 맛있는 건 엄마가 해준 밥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모르겠어요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5714" y="4257675"/>
            <a:ext cx="14256572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00"/>
              </a:lnSpc>
            </a:pPr>
            <a:r>
              <a:rPr lang="en-US" sz="11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다시 한번 말씀해 주세요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DAHH20AI_Uw</dc:identifier>
  <dcterms:modified xsi:type="dcterms:W3CDTF">2011-08-01T06:04:30Z</dcterms:modified>
  <cp:revision>1</cp:revision>
  <dc:title>[Sunday Play] AI에게 정답 듣기(ppt)</dc:title>
</cp:coreProperties>
</file>