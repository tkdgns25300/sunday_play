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Jua" charset="1" panose="00000000000000000000"/>
      <p:regular r:id="rId41"/>
    </p:embeddedFont>
    <p:embeddedFont>
      <p:font typeface="TDTD갬성명조" charset="1" panose="02000503000000000000"/>
      <p:regular r:id="rId42"/>
    </p:embeddedFont>
    <p:embeddedFont>
      <p:font typeface="TDTD가온" charset="1" panose="02000503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22.gif" Type="http://schemas.openxmlformats.org/officeDocument/2006/relationships/image"/><Relationship Id="rId4" Target="../media/image2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이모티콘 영화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2871795"/>
            <a:chOff x="0" y="0"/>
            <a:chExt cx="15911666" cy="38290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40942"/>
              <a:ext cx="15911666" cy="2288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이모티콘 조합이 나타납니다.</a:t>
              </a:r>
            </a:p>
            <a:p>
              <a:pPr algn="l">
                <a:lnSpc>
                  <a:spcPts val="699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0"/>
              <a:ext cx="10684245" cy="1303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49"/>
                </a:lnSpc>
              </a:pPr>
              <a:r>
                <a:rPr lang="en-US" sz="5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42395" y="7389599"/>
            <a:ext cx="6045079" cy="2866932"/>
            <a:chOff x="0" y="0"/>
            <a:chExt cx="8060105" cy="382257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34457"/>
              <a:ext cx="8060105" cy="2288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가장 많이 맞춘 팀이 우승!</a:t>
              </a:r>
            </a:p>
            <a:p>
              <a:pPr algn="l">
                <a:lnSpc>
                  <a:spcPts val="69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90500"/>
              <a:ext cx="8060105" cy="1303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49"/>
                </a:lnSpc>
              </a:pPr>
              <a:r>
                <a:rPr lang="en-US" sz="5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93094" y="3710034"/>
            <a:ext cx="8501812" cy="2866931"/>
            <a:chOff x="0" y="0"/>
            <a:chExt cx="11335749" cy="38225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534456"/>
              <a:ext cx="11335749" cy="2288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어떤 영화인지 가장 먼저 외치세요!</a:t>
              </a:r>
            </a:p>
            <a:p>
              <a:pPr algn="l">
                <a:lnSpc>
                  <a:spcPts val="699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90500"/>
              <a:ext cx="7235855" cy="1303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49"/>
                </a:lnSpc>
              </a:pPr>
              <a:r>
                <a:rPr lang="en-US" sz="5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이모티콘 영화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❄️ 👸 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🦁 👑 🌅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2170" y="0"/>
            <a:ext cx="7183659" cy="10287000"/>
          </a:xfrm>
          <a:custGeom>
            <a:avLst/>
            <a:gdLst/>
            <a:ahLst/>
            <a:cxnLst/>
            <a:rect r="r" b="b" t="t" l="l"/>
            <a:pathLst>
              <a:path h="10287000" w="7183659">
                <a:moveTo>
                  <a:pt x="0" y="0"/>
                </a:moveTo>
                <a:lnTo>
                  <a:pt x="7183660" y="0"/>
                </a:lnTo>
                <a:lnTo>
                  <a:pt x="71836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🕷️ 🕸️ 🦸‍♂️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9747" y="0"/>
            <a:ext cx="7188506" cy="10287000"/>
          </a:xfrm>
          <a:custGeom>
            <a:avLst/>
            <a:gdLst/>
            <a:ahLst/>
            <a:cxnLst/>
            <a:rect r="r" b="b" t="t" l="l"/>
            <a:pathLst>
              <a:path h="10287000" w="7188506">
                <a:moveTo>
                  <a:pt x="0" y="0"/>
                </a:moveTo>
                <a:lnTo>
                  <a:pt x="7188506" y="0"/>
                </a:lnTo>
                <a:lnTo>
                  <a:pt x="71885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🐠 🔍 🌊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🚢 ❄️ 💑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6409" y="0"/>
            <a:ext cx="7175182" cy="10287000"/>
          </a:xfrm>
          <a:custGeom>
            <a:avLst/>
            <a:gdLst/>
            <a:ahLst/>
            <a:cxnLst/>
            <a:rect r="r" b="b" t="t" l="l"/>
            <a:pathLst>
              <a:path h="10287000" w="7175182">
                <a:moveTo>
                  <a:pt x="0" y="0"/>
                </a:moveTo>
                <a:lnTo>
                  <a:pt x="7175182" y="0"/>
                </a:lnTo>
                <a:lnTo>
                  <a:pt x="7175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🦇 🌃 🦸‍♂️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3837" y="0"/>
            <a:ext cx="7180326" cy="10287000"/>
          </a:xfrm>
          <a:custGeom>
            <a:avLst/>
            <a:gdLst/>
            <a:ahLst/>
            <a:cxnLst/>
            <a:rect r="r" b="b" t="t" l="l"/>
            <a:pathLst>
              <a:path h="10287000" w="7180326">
                <a:moveTo>
                  <a:pt x="0" y="0"/>
                </a:moveTo>
                <a:lnTo>
                  <a:pt x="7180326" y="0"/>
                </a:lnTo>
                <a:lnTo>
                  <a:pt x="71803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5004" y="3294941"/>
            <a:ext cx="14797993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😀😢😡😱🤢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6409" y="0"/>
            <a:ext cx="7175182" cy="10287000"/>
          </a:xfrm>
          <a:custGeom>
            <a:avLst/>
            <a:gdLst/>
            <a:ahLst/>
            <a:cxnLst/>
            <a:rect r="r" b="b" t="t" l="l"/>
            <a:pathLst>
              <a:path h="10287000" w="7175182">
                <a:moveTo>
                  <a:pt x="0" y="0"/>
                </a:moveTo>
                <a:lnTo>
                  <a:pt x="7175182" y="0"/>
                </a:lnTo>
                <a:lnTo>
                  <a:pt x="7175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7109" y="3152775"/>
            <a:ext cx="13193782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🎈🏠👴👦🐕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7143" y="0"/>
            <a:ext cx="6853714" cy="10287000"/>
          </a:xfrm>
          <a:custGeom>
            <a:avLst/>
            <a:gdLst/>
            <a:ahLst/>
            <a:cxnLst/>
            <a:rect r="r" b="b" t="t" l="l"/>
            <a:pathLst>
              <a:path h="10287000" w="6853714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👸 🦁 🌹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🐼 🥋 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9979" y="0"/>
            <a:ext cx="7188041" cy="10287000"/>
          </a:xfrm>
          <a:custGeom>
            <a:avLst/>
            <a:gdLst/>
            <a:ahLst/>
            <a:cxnLst/>
            <a:rect r="r" b="b" t="t" l="l"/>
            <a:pathLst>
              <a:path h="10287000" w="7188041">
                <a:moveTo>
                  <a:pt x="0" y="0"/>
                </a:moveTo>
                <a:lnTo>
                  <a:pt x="7188042" y="0"/>
                </a:lnTo>
                <a:lnTo>
                  <a:pt x="71880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🦕 🦖 🏝️ 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1563" y="0"/>
            <a:ext cx="13924873" cy="10287000"/>
          </a:xfrm>
          <a:custGeom>
            <a:avLst/>
            <a:gdLst/>
            <a:ahLst/>
            <a:cxnLst/>
            <a:rect r="r" b="b" t="t" l="l"/>
            <a:pathLst>
              <a:path h="10287000" w="13924873">
                <a:moveTo>
                  <a:pt x="0" y="0"/>
                </a:moveTo>
                <a:lnTo>
                  <a:pt x="13924874" y="0"/>
                </a:lnTo>
                <a:lnTo>
                  <a:pt x="139248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👻💀🇲🇽🎸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🌊🚣🏝️🐓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2170" y="0"/>
            <a:ext cx="7183659" cy="10287000"/>
          </a:xfrm>
          <a:custGeom>
            <a:avLst/>
            <a:gdLst/>
            <a:ahLst/>
            <a:cxnLst/>
            <a:rect r="r" b="b" t="t" l="l"/>
            <a:pathLst>
              <a:path h="10287000" w="7183659">
                <a:moveTo>
                  <a:pt x="0" y="0"/>
                </a:moveTo>
                <a:lnTo>
                  <a:pt x="7183660" y="0"/>
                </a:lnTo>
                <a:lnTo>
                  <a:pt x="71836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💍🧝🌋👁️ 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099" y="0"/>
            <a:ext cx="15155801" cy="10287000"/>
          </a:xfrm>
          <a:custGeom>
            <a:avLst/>
            <a:gdLst/>
            <a:ahLst/>
            <a:cxnLst/>
            <a:rect r="r" b="b" t="t" l="l"/>
            <a:pathLst>
              <a:path h="10287000" w="15155801">
                <a:moveTo>
                  <a:pt x="0" y="0"/>
                </a:moveTo>
                <a:lnTo>
                  <a:pt x="15155802" y="0"/>
                </a:lnTo>
                <a:lnTo>
                  <a:pt x="151558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⚡🧙🦉🏰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7147" y="0"/>
            <a:ext cx="7193706" cy="10287000"/>
          </a:xfrm>
          <a:custGeom>
            <a:avLst/>
            <a:gdLst/>
            <a:ahLst/>
            <a:cxnLst/>
            <a:rect r="r" b="b" t="t" l="l"/>
            <a:pathLst>
              <a:path h="10287000" w="7193706">
                <a:moveTo>
                  <a:pt x="0" y="0"/>
                </a:moveTo>
                <a:lnTo>
                  <a:pt x="7193706" y="0"/>
                </a:lnTo>
                <a:lnTo>
                  <a:pt x="71937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DAHFswDrEBg</dc:identifier>
  <dcterms:modified xsi:type="dcterms:W3CDTF">2011-08-01T06:04:30Z</dcterms:modified>
  <cp:revision>1</cp:revision>
  <dc:title>[Sunday Play] 이모티콘 영화 퀴즈</dc:title>
</cp:coreProperties>
</file>