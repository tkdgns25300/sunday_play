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x="18288000" cy="10287000"/>
  <p:notesSz cx="6858000" cy="9144000"/>
  <p:embeddedFontLst>
    <p:embeddedFont>
      <p:font typeface="무궁화 고딕" charset="1" panose="02020603020101020101"/>
      <p:regular r:id="rId71"/>
    </p:embeddedFont>
    <p:embeddedFont>
      <p:font typeface="무궁화 고딕 Bold" charset="1" panose="02020603020101020101"/>
      <p:regular r:id="rId7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fonts/font71.fntdata" Type="http://schemas.openxmlformats.org/officeDocument/2006/relationships/font"/><Relationship Id="rId72" Target="fonts/font72.fntdata" Type="http://schemas.openxmlformats.org/officeDocument/2006/relationships/font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37.gif" Type="http://schemas.openxmlformats.org/officeDocument/2006/relationships/image"/><Relationship Id="rId4" Target="../media/image3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나라 맞추기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783540" y="9822180"/>
            <a:ext cx="311923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819780"/>
            <a:ext cx="5362043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2619696" cy="1969569"/>
            <a:chOff x="0" y="0"/>
            <a:chExt cx="16826261" cy="262609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38666"/>
              <a:ext cx="16826261" cy="987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팀별로 나눠 앉습니다.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1298371" cy="12381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581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62613" y="8200435"/>
            <a:ext cx="7825387" cy="1911962"/>
            <a:chOff x="0" y="0"/>
            <a:chExt cx="10433849" cy="254928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61858"/>
              <a:ext cx="10334653" cy="9874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가장 많은 점수를 얻은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57150"/>
              <a:ext cx="10433849" cy="12411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8"/>
                </a:lnSpc>
              </a:pPr>
              <a:r>
                <a:rPr lang="en-US" sz="5829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966317" y="3822879"/>
            <a:ext cx="8554182" cy="2755582"/>
            <a:chOff x="0" y="0"/>
            <a:chExt cx="11405576" cy="367410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32584"/>
              <a:ext cx="11405576" cy="2041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화면에 국기가 나타나면, 가장 먼저</a:t>
              </a:r>
            </a:p>
            <a:p>
              <a:pPr algn="l">
                <a:lnSpc>
                  <a:spcPts val="6299"/>
                </a:lnSpc>
              </a:pPr>
              <a:r>
                <a:rPr lang="en-US" sz="4499">
                  <a:solidFill>
                    <a:srgbClr val="FFFAEF"/>
                  </a:solidFill>
                  <a:latin typeface="무궁화 고딕"/>
                  <a:ea typeface="무궁화 고딕"/>
                  <a:cs typeface="무궁화 고딕"/>
                  <a:sym typeface="무궁화 고딕"/>
                </a:rPr>
                <a:t>나라 이름을 외친 팀이 득점!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66675"/>
              <a:ext cx="5799240" cy="1238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4"/>
                </a:lnSpc>
              </a:pPr>
              <a:r>
                <a:rPr lang="en-US" sz="5826">
                  <a:solidFill>
                    <a:srgbClr val="FFFAEF"/>
                  </a:solidFill>
                  <a:latin typeface="무궁화 고딕 Bold"/>
                  <a:ea typeface="무궁화 고딕 Bold"/>
                  <a:cs typeface="무궁화 고딕 Bold"/>
                  <a:sym typeface="무궁화 고딕 Bold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378545"/>
            <a:ext cx="1181015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4178617"/>
            <a:ext cx="15555091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나라 맞추기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783540" y="9822180"/>
            <a:ext cx="311923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3925" y="0"/>
            <a:ext cx="15440150" cy="10287000"/>
          </a:xfrm>
          <a:custGeom>
            <a:avLst/>
            <a:gdLst/>
            <a:ahLst/>
            <a:cxnLst/>
            <a:rect r="r" b="b" t="t" l="l"/>
            <a:pathLst>
              <a:path h="10287000" w="15440150">
                <a:moveTo>
                  <a:pt x="0" y="0"/>
                </a:moveTo>
                <a:lnTo>
                  <a:pt x="15440150" y="0"/>
                </a:lnTo>
                <a:lnTo>
                  <a:pt x="15440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대한민국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19966"/>
            <a:ext cx="18288000" cy="9647068"/>
          </a:xfrm>
          <a:custGeom>
            <a:avLst/>
            <a:gdLst/>
            <a:ahLst/>
            <a:cxnLst/>
            <a:rect r="r" b="b" t="t" l="l"/>
            <a:pathLst>
              <a:path h="9647068" w="18288000">
                <a:moveTo>
                  <a:pt x="0" y="0"/>
                </a:moveTo>
                <a:lnTo>
                  <a:pt x="18288000" y="0"/>
                </a:lnTo>
                <a:lnTo>
                  <a:pt x="18288000" y="9647068"/>
                </a:lnTo>
                <a:lnTo>
                  <a:pt x="0" y="9647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미국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0726" y="0"/>
            <a:ext cx="15546548" cy="10345521"/>
          </a:xfrm>
          <a:custGeom>
            <a:avLst/>
            <a:gdLst/>
            <a:ahLst/>
            <a:cxnLst/>
            <a:rect r="r" b="b" t="t" l="l"/>
            <a:pathLst>
              <a:path h="10345521" w="15546548">
                <a:moveTo>
                  <a:pt x="0" y="0"/>
                </a:moveTo>
                <a:lnTo>
                  <a:pt x="15546548" y="0"/>
                </a:lnTo>
                <a:lnTo>
                  <a:pt x="15546548" y="10345521"/>
                </a:lnTo>
                <a:lnTo>
                  <a:pt x="0" y="1034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일본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697" y="0"/>
            <a:ext cx="15458607" cy="10287000"/>
          </a:xfrm>
          <a:custGeom>
            <a:avLst/>
            <a:gdLst/>
            <a:ahLst/>
            <a:cxnLst/>
            <a:rect r="r" b="b" t="t" l="l"/>
            <a:pathLst>
              <a:path h="10287000" w="15458607">
                <a:moveTo>
                  <a:pt x="0" y="0"/>
                </a:moveTo>
                <a:lnTo>
                  <a:pt x="15458606" y="0"/>
                </a:lnTo>
                <a:lnTo>
                  <a:pt x="154586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중국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0"/>
            <a:ext cx="18288000" cy="9144000"/>
          </a:xfrm>
          <a:custGeom>
            <a:avLst/>
            <a:gdLst/>
            <a:ahLst/>
            <a:cxnLst/>
            <a:rect r="r" b="b" t="t" l="l"/>
            <a:pathLst>
              <a:path h="9144000" w="18288000">
                <a:moveTo>
                  <a:pt x="0" y="0"/>
                </a:moveTo>
                <a:lnTo>
                  <a:pt x="18288000" y="0"/>
                </a:lnTo>
                <a:lnTo>
                  <a:pt x="1828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영국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37520" y="0"/>
            <a:ext cx="14612960" cy="10287000"/>
          </a:xfrm>
          <a:custGeom>
            <a:avLst/>
            <a:gdLst/>
            <a:ahLst/>
            <a:cxnLst/>
            <a:rect r="r" b="b" t="t" l="l"/>
            <a:pathLst>
              <a:path h="10287000" w="14612960">
                <a:moveTo>
                  <a:pt x="0" y="0"/>
                </a:moveTo>
                <a:lnTo>
                  <a:pt x="14612960" y="0"/>
                </a:lnTo>
                <a:lnTo>
                  <a:pt x="146129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383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프랑스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500" y="0"/>
            <a:ext cx="17145000" cy="10287000"/>
          </a:xfrm>
          <a:custGeom>
            <a:avLst/>
            <a:gdLst/>
            <a:ahLst/>
            <a:cxnLst/>
            <a:rect r="r" b="b" t="t" l="l"/>
            <a:pathLst>
              <a:path h="10287000" w="17145000">
                <a:moveTo>
                  <a:pt x="0" y="0"/>
                </a:moveTo>
                <a:lnTo>
                  <a:pt x="17145000" y="0"/>
                </a:lnTo>
                <a:lnTo>
                  <a:pt x="17145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독일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0"/>
            <a:ext cx="18288000" cy="9144000"/>
          </a:xfrm>
          <a:custGeom>
            <a:avLst/>
            <a:gdLst/>
            <a:ahLst/>
            <a:cxnLst/>
            <a:rect r="r" b="b" t="t" l="l"/>
            <a:pathLst>
              <a:path h="9144000" w="18288000">
                <a:moveTo>
                  <a:pt x="0" y="0"/>
                </a:moveTo>
                <a:lnTo>
                  <a:pt x="18288000" y="0"/>
                </a:lnTo>
                <a:lnTo>
                  <a:pt x="1828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캐나다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11777" y="0"/>
            <a:ext cx="14664447" cy="10287000"/>
          </a:xfrm>
          <a:custGeom>
            <a:avLst/>
            <a:gdLst/>
            <a:ahLst/>
            <a:cxnLst/>
            <a:rect r="r" b="b" t="t" l="l"/>
            <a:pathLst>
              <a:path h="10287000" w="14664447">
                <a:moveTo>
                  <a:pt x="0" y="0"/>
                </a:moveTo>
                <a:lnTo>
                  <a:pt x="14664446" y="0"/>
                </a:lnTo>
                <a:lnTo>
                  <a:pt x="146644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브라질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0"/>
            <a:ext cx="18288000" cy="9144000"/>
          </a:xfrm>
          <a:custGeom>
            <a:avLst/>
            <a:gdLst/>
            <a:ahLst/>
            <a:cxnLst/>
            <a:rect r="r" b="b" t="t" l="l"/>
            <a:pathLst>
              <a:path h="9144000" w="18288000">
                <a:moveTo>
                  <a:pt x="0" y="0"/>
                </a:moveTo>
                <a:lnTo>
                  <a:pt x="18288000" y="0"/>
                </a:lnTo>
                <a:lnTo>
                  <a:pt x="1828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호주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697" y="0"/>
            <a:ext cx="15458607" cy="10287000"/>
          </a:xfrm>
          <a:custGeom>
            <a:avLst/>
            <a:gdLst/>
            <a:ahLst/>
            <a:cxnLst/>
            <a:rect r="r" b="b" t="t" l="l"/>
            <a:pathLst>
              <a:path h="10287000" w="15458607">
                <a:moveTo>
                  <a:pt x="0" y="0"/>
                </a:moveTo>
                <a:lnTo>
                  <a:pt x="15458606" y="0"/>
                </a:lnTo>
                <a:lnTo>
                  <a:pt x="154586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이탈리아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697" y="0"/>
            <a:ext cx="15458607" cy="10287000"/>
          </a:xfrm>
          <a:custGeom>
            <a:avLst/>
            <a:gdLst/>
            <a:ahLst/>
            <a:cxnLst/>
            <a:rect r="r" b="b" t="t" l="l"/>
            <a:pathLst>
              <a:path h="10287000" w="15458607">
                <a:moveTo>
                  <a:pt x="0" y="0"/>
                </a:moveTo>
                <a:lnTo>
                  <a:pt x="15458606" y="0"/>
                </a:lnTo>
                <a:lnTo>
                  <a:pt x="154586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스페인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867" y="0"/>
            <a:ext cx="17984266" cy="10287000"/>
          </a:xfrm>
          <a:custGeom>
            <a:avLst/>
            <a:gdLst/>
            <a:ahLst/>
            <a:cxnLst/>
            <a:rect r="r" b="b" t="t" l="l"/>
            <a:pathLst>
              <a:path h="10287000" w="17984266">
                <a:moveTo>
                  <a:pt x="0" y="0"/>
                </a:moveTo>
                <a:lnTo>
                  <a:pt x="17984266" y="0"/>
                </a:lnTo>
                <a:lnTo>
                  <a:pt x="1798426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멕시코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697" y="0"/>
            <a:ext cx="15458607" cy="10287000"/>
          </a:xfrm>
          <a:custGeom>
            <a:avLst/>
            <a:gdLst/>
            <a:ahLst/>
            <a:cxnLst/>
            <a:rect r="r" b="b" t="t" l="l"/>
            <a:pathLst>
              <a:path h="10287000" w="15458607">
                <a:moveTo>
                  <a:pt x="0" y="0"/>
                </a:moveTo>
                <a:lnTo>
                  <a:pt x="15458606" y="0"/>
                </a:lnTo>
                <a:lnTo>
                  <a:pt x="154586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인도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697" y="0"/>
            <a:ext cx="15458607" cy="10287000"/>
          </a:xfrm>
          <a:custGeom>
            <a:avLst/>
            <a:gdLst/>
            <a:ahLst/>
            <a:cxnLst/>
            <a:rect r="r" b="b" t="t" l="l"/>
            <a:pathLst>
              <a:path h="10287000" w="15458607">
                <a:moveTo>
                  <a:pt x="0" y="0"/>
                </a:moveTo>
                <a:lnTo>
                  <a:pt x="15458606" y="0"/>
                </a:lnTo>
                <a:lnTo>
                  <a:pt x="154586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러시아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697" y="0"/>
            <a:ext cx="15458607" cy="10287000"/>
          </a:xfrm>
          <a:custGeom>
            <a:avLst/>
            <a:gdLst/>
            <a:ahLst/>
            <a:cxnLst/>
            <a:rect r="r" b="b" t="t" l="l"/>
            <a:pathLst>
              <a:path h="10287000" w="15458607">
                <a:moveTo>
                  <a:pt x="0" y="0"/>
                </a:moveTo>
                <a:lnTo>
                  <a:pt x="15458606" y="0"/>
                </a:lnTo>
                <a:lnTo>
                  <a:pt x="154586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튀르키예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050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스위스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697" y="0"/>
            <a:ext cx="15458607" cy="10287000"/>
          </a:xfrm>
          <a:custGeom>
            <a:avLst/>
            <a:gdLst/>
            <a:ahLst/>
            <a:cxnLst/>
            <a:rect r="r" b="b" t="t" l="l"/>
            <a:pathLst>
              <a:path h="10287000" w="15458607">
                <a:moveTo>
                  <a:pt x="0" y="0"/>
                </a:moveTo>
                <a:lnTo>
                  <a:pt x="15458606" y="0"/>
                </a:lnTo>
                <a:lnTo>
                  <a:pt x="154586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태국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61589" y="0"/>
            <a:ext cx="14164822" cy="10287000"/>
          </a:xfrm>
          <a:custGeom>
            <a:avLst/>
            <a:gdLst/>
            <a:ahLst/>
            <a:cxnLst/>
            <a:rect r="r" b="b" t="t" l="l"/>
            <a:pathLst>
              <a:path h="10287000" w="14164822">
                <a:moveTo>
                  <a:pt x="0" y="0"/>
                </a:moveTo>
                <a:lnTo>
                  <a:pt x="14164822" y="0"/>
                </a:lnTo>
                <a:lnTo>
                  <a:pt x="141648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이스라엘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697" y="0"/>
            <a:ext cx="15458607" cy="10287000"/>
          </a:xfrm>
          <a:custGeom>
            <a:avLst/>
            <a:gdLst/>
            <a:ahLst/>
            <a:cxnLst/>
            <a:rect r="r" b="b" t="t" l="l"/>
            <a:pathLst>
              <a:path h="10287000" w="15458607">
                <a:moveTo>
                  <a:pt x="0" y="0"/>
                </a:moveTo>
                <a:lnTo>
                  <a:pt x="15458606" y="0"/>
                </a:lnTo>
                <a:lnTo>
                  <a:pt x="154586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남아프리카 공화국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8753" y="0"/>
            <a:ext cx="14130495" cy="10287000"/>
          </a:xfrm>
          <a:custGeom>
            <a:avLst/>
            <a:gdLst/>
            <a:ahLst/>
            <a:cxnLst/>
            <a:rect r="r" b="b" t="t" l="l"/>
            <a:pathLst>
              <a:path h="10287000" w="14130495">
                <a:moveTo>
                  <a:pt x="0" y="0"/>
                </a:moveTo>
                <a:lnTo>
                  <a:pt x="14130494" y="0"/>
                </a:lnTo>
                <a:lnTo>
                  <a:pt x="141304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노르웨이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1153" y="0"/>
            <a:ext cx="16505695" cy="10287000"/>
          </a:xfrm>
          <a:custGeom>
            <a:avLst/>
            <a:gdLst/>
            <a:ahLst/>
            <a:cxnLst/>
            <a:rect r="r" b="b" t="t" l="l"/>
            <a:pathLst>
              <a:path h="10287000" w="16505695">
                <a:moveTo>
                  <a:pt x="0" y="0"/>
                </a:moveTo>
                <a:lnTo>
                  <a:pt x="16505694" y="0"/>
                </a:lnTo>
                <a:lnTo>
                  <a:pt x="165056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아르헨티나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697" y="0"/>
            <a:ext cx="15458607" cy="10287000"/>
          </a:xfrm>
          <a:custGeom>
            <a:avLst/>
            <a:gdLst/>
            <a:ahLst/>
            <a:cxnLst/>
            <a:rect r="r" b="b" t="t" l="l"/>
            <a:pathLst>
              <a:path h="10287000" w="15458607">
                <a:moveTo>
                  <a:pt x="0" y="0"/>
                </a:moveTo>
                <a:lnTo>
                  <a:pt x="15458606" y="0"/>
                </a:lnTo>
                <a:lnTo>
                  <a:pt x="154586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이집트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697" y="0"/>
            <a:ext cx="15458607" cy="10287000"/>
          </a:xfrm>
          <a:custGeom>
            <a:avLst/>
            <a:gdLst/>
            <a:ahLst/>
            <a:cxnLst/>
            <a:rect r="r" b="b" t="t" l="l"/>
            <a:pathLst>
              <a:path h="10287000" w="15458607">
                <a:moveTo>
                  <a:pt x="0" y="0"/>
                </a:moveTo>
                <a:lnTo>
                  <a:pt x="15458606" y="0"/>
                </a:lnTo>
                <a:lnTo>
                  <a:pt x="154586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그리스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1153" y="0"/>
            <a:ext cx="16505695" cy="10287000"/>
          </a:xfrm>
          <a:custGeom>
            <a:avLst/>
            <a:gdLst/>
            <a:ahLst/>
            <a:cxnLst/>
            <a:rect r="r" b="b" t="t" l="l"/>
            <a:pathLst>
              <a:path h="10287000" w="16505695">
                <a:moveTo>
                  <a:pt x="0" y="0"/>
                </a:moveTo>
                <a:lnTo>
                  <a:pt x="16505694" y="0"/>
                </a:lnTo>
                <a:lnTo>
                  <a:pt x="165056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폴란드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0139" y="-133597"/>
            <a:ext cx="15458607" cy="10287000"/>
          </a:xfrm>
          <a:custGeom>
            <a:avLst/>
            <a:gdLst/>
            <a:ahLst/>
            <a:cxnLst/>
            <a:rect r="r" b="b" t="t" l="l"/>
            <a:pathLst>
              <a:path h="10287000" w="15458607">
                <a:moveTo>
                  <a:pt x="0" y="0"/>
                </a:moveTo>
                <a:lnTo>
                  <a:pt x="15458607" y="0"/>
                </a:lnTo>
                <a:lnTo>
                  <a:pt x="1545860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콜롬비아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0"/>
            <a:ext cx="18288000" cy="9144000"/>
          </a:xfrm>
          <a:custGeom>
            <a:avLst/>
            <a:gdLst/>
            <a:ahLst/>
            <a:cxnLst/>
            <a:rect r="r" b="b" t="t" l="l"/>
            <a:pathLst>
              <a:path h="9144000" w="18288000">
                <a:moveTo>
                  <a:pt x="0" y="0"/>
                </a:moveTo>
                <a:lnTo>
                  <a:pt x="18288000" y="0"/>
                </a:lnTo>
                <a:lnTo>
                  <a:pt x="1828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나이지리아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0"/>
            <a:ext cx="18288000" cy="9144000"/>
          </a:xfrm>
          <a:custGeom>
            <a:avLst/>
            <a:gdLst/>
            <a:ahLst/>
            <a:cxnLst/>
            <a:rect r="r" b="b" t="t" l="l"/>
            <a:pathLst>
              <a:path h="9144000" w="18288000">
                <a:moveTo>
                  <a:pt x="0" y="0"/>
                </a:moveTo>
                <a:lnTo>
                  <a:pt x="18288000" y="0"/>
                </a:lnTo>
                <a:lnTo>
                  <a:pt x="1828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뉴질랜드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697" y="0"/>
            <a:ext cx="15458607" cy="10287000"/>
          </a:xfrm>
          <a:custGeom>
            <a:avLst/>
            <a:gdLst/>
            <a:ahLst/>
            <a:cxnLst/>
            <a:rect r="r" b="b" t="t" l="l"/>
            <a:pathLst>
              <a:path h="10287000" w="15458607">
                <a:moveTo>
                  <a:pt x="0" y="0"/>
                </a:moveTo>
                <a:lnTo>
                  <a:pt x="15458606" y="0"/>
                </a:lnTo>
                <a:lnTo>
                  <a:pt x="1545860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베트남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0"/>
            <a:ext cx="18288000" cy="9144000"/>
          </a:xfrm>
          <a:custGeom>
            <a:avLst/>
            <a:gdLst/>
            <a:ahLst/>
            <a:cxnLst/>
            <a:rect r="r" b="b" t="t" l="l"/>
            <a:pathLst>
              <a:path h="9144000" w="18288000">
                <a:moveTo>
                  <a:pt x="0" y="0"/>
                </a:moveTo>
                <a:lnTo>
                  <a:pt x="18288000" y="0"/>
                </a:lnTo>
                <a:lnTo>
                  <a:pt x="18288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4181475"/>
            <a:ext cx="12852888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필리핀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4181475"/>
            <a:ext cx="9444385" cy="191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무궁화 고딕"/>
                <a:ea typeface="무궁화 고딕"/>
                <a:cs typeface="무궁화 고딕"/>
                <a:sym typeface="무궁화 고딕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DAHH9Z5lihk</dc:identifier>
  <dcterms:modified xsi:type="dcterms:W3CDTF">2011-08-01T06:04:30Z</dcterms:modified>
  <cp:revision>1</cp:revision>
  <dc:title>[Sunday Play] 나라 맞추기(ppt)</dc:title>
</cp:coreProperties>
</file>