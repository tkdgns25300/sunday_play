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무궁화 고딕" charset="1" panose="02020603020101020101"/>
      <p:regular r:id="rId17"/>
    </p:embeddedFont>
    <p:embeddedFont>
      <p:font typeface="무궁화 고딕 Bold" charset="1" panose="02020603020101020101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릴레이 암송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21540" y="9822180"/>
            <a:ext cx="388123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7650" y="223900"/>
            <a:ext cx="10360529" cy="2601393"/>
            <a:chOff x="0" y="0"/>
            <a:chExt cx="13814039" cy="346852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648191"/>
              <a:ext cx="13814039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팀별로 성경 구절을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문장 단위로 나눠 분담합니다.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11298371" cy="1238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60"/>
                </a:lnSpc>
              </a:pPr>
              <a:r>
                <a:rPr lang="en-US" sz="581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45053" y="8200435"/>
            <a:ext cx="8422105" cy="1838937"/>
            <a:chOff x="0" y="0"/>
            <a:chExt cx="11229474" cy="245191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571383"/>
              <a:ext cx="11122714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가장 정확하고 빠르게 암송한 팀이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11229474" cy="124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8"/>
                </a:lnSpc>
              </a:pPr>
              <a:r>
                <a:rPr lang="en-US" sz="582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44560" y="3902254"/>
            <a:ext cx="9376340" cy="2596832"/>
            <a:chOff x="0" y="0"/>
            <a:chExt cx="12501787" cy="346244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642109"/>
              <a:ext cx="12501787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준비가 되면 팀별로 순서대로 이어서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암송합니다.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5178984" cy="1238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4"/>
                </a:lnSpc>
              </a:pPr>
              <a:r>
                <a:rPr lang="en-US" sz="582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릴레이 암송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21540" y="9822180"/>
            <a:ext cx="388123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228975"/>
            <a:ext cx="12852888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[ 1 Round ] 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고린도전서 13:4-8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2818" y="119063"/>
            <a:ext cx="17682365" cy="1003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9"/>
              </a:lnSpc>
            </a:pPr>
            <a:r>
              <a:rPr lang="en-US" sz="50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4 사랑은 오래 참고 사랑은 온유하며 시기하지 아니하며</a:t>
            </a:r>
          </a:p>
          <a:p>
            <a:pPr algn="ctr">
              <a:lnSpc>
                <a:spcPts val="6119"/>
              </a:lnSpc>
            </a:pPr>
            <a:r>
              <a:rPr lang="en-US" sz="50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사랑은 자랑하지 아니하며 교만하지 아니하며</a:t>
            </a:r>
          </a:p>
          <a:p>
            <a:pPr algn="ctr">
              <a:lnSpc>
                <a:spcPts val="6119"/>
              </a:lnSpc>
            </a:pPr>
          </a:p>
          <a:p>
            <a:pPr algn="ctr">
              <a:lnSpc>
                <a:spcPts val="6119"/>
              </a:lnSpc>
            </a:pPr>
            <a:r>
              <a:rPr lang="en-US" sz="50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5 무례히 행하지 아니하며 자기의 유익을 구하지 아니하며</a:t>
            </a:r>
          </a:p>
          <a:p>
            <a:pPr algn="ctr">
              <a:lnSpc>
                <a:spcPts val="6119"/>
              </a:lnSpc>
            </a:pPr>
            <a:r>
              <a:rPr lang="en-US" sz="50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성내지 아니하며 악한 것을 생각하지 아니하며</a:t>
            </a:r>
          </a:p>
          <a:p>
            <a:pPr algn="ctr">
              <a:lnSpc>
                <a:spcPts val="6119"/>
              </a:lnSpc>
            </a:pPr>
          </a:p>
          <a:p>
            <a:pPr algn="ctr">
              <a:lnSpc>
                <a:spcPts val="6119"/>
              </a:lnSpc>
            </a:pPr>
            <a:r>
              <a:rPr lang="en-US" sz="50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6 불의를 기뻐하지 아니하며 진리와 함께 기뻐하고</a:t>
            </a:r>
          </a:p>
          <a:p>
            <a:pPr algn="ctr">
              <a:lnSpc>
                <a:spcPts val="6119"/>
              </a:lnSpc>
            </a:pPr>
          </a:p>
          <a:p>
            <a:pPr algn="ctr">
              <a:lnSpc>
                <a:spcPts val="6119"/>
              </a:lnSpc>
            </a:pPr>
            <a:r>
              <a:rPr lang="en-US" sz="50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7 모든 것을 참으며 모든 것을 믿으며</a:t>
            </a:r>
          </a:p>
          <a:p>
            <a:pPr algn="ctr">
              <a:lnSpc>
                <a:spcPts val="6119"/>
              </a:lnSpc>
            </a:pPr>
            <a:r>
              <a:rPr lang="en-US" sz="50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모든 것을 바라며 모든 것을 견디느니라</a:t>
            </a:r>
          </a:p>
          <a:p>
            <a:pPr algn="ctr">
              <a:lnSpc>
                <a:spcPts val="6119"/>
              </a:lnSpc>
            </a:pPr>
          </a:p>
          <a:p>
            <a:pPr algn="ctr">
              <a:lnSpc>
                <a:spcPts val="6119"/>
              </a:lnSpc>
            </a:pPr>
            <a:r>
              <a:rPr lang="en-US" sz="50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8 사랑은 언제까지나 떨어지지 아니하되</a:t>
            </a:r>
          </a:p>
          <a:p>
            <a:pPr algn="ctr">
              <a:lnSpc>
                <a:spcPts val="6119"/>
              </a:lnSpc>
            </a:pPr>
            <a:r>
              <a:rPr lang="en-US" sz="50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예언도 폐하고 방언도 그치고 지식도 폐하리라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228975"/>
            <a:ext cx="12852888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[ 2 Round ] 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시편</a:t>
            </a: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 23:1-6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2818" y="266700"/>
            <a:ext cx="17682365" cy="974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sz="45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1 여호와는 나의 목자시니 내게 부족함이 없으리로다</a:t>
            </a:r>
          </a:p>
          <a:p>
            <a:pPr algn="ctr">
              <a:lnSpc>
                <a:spcPts val="5519"/>
              </a:lnSpc>
            </a:pPr>
          </a:p>
          <a:p>
            <a:pPr algn="ctr">
              <a:lnSpc>
                <a:spcPts val="5519"/>
              </a:lnSpc>
            </a:pPr>
            <a:r>
              <a:rPr lang="en-US" sz="45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2 그가 나를 푸른 풀밭에 누이시며 쉴 만한 물가로 인도하시는도다</a:t>
            </a:r>
          </a:p>
          <a:p>
            <a:pPr algn="ctr">
              <a:lnSpc>
                <a:spcPts val="5519"/>
              </a:lnSpc>
            </a:pPr>
          </a:p>
          <a:p>
            <a:pPr algn="ctr">
              <a:lnSpc>
                <a:spcPts val="5519"/>
              </a:lnSpc>
            </a:pPr>
            <a:r>
              <a:rPr lang="en-US" sz="45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3 내 영혼을 소생시키시고 자기 이름을 위하여 의의 길로 인도하시는도다</a:t>
            </a:r>
          </a:p>
          <a:p>
            <a:pPr algn="ctr">
              <a:lnSpc>
                <a:spcPts val="5519"/>
              </a:lnSpc>
            </a:pPr>
          </a:p>
          <a:p>
            <a:pPr algn="ctr">
              <a:lnSpc>
                <a:spcPts val="5519"/>
              </a:lnSpc>
            </a:pPr>
            <a:r>
              <a:rPr lang="en-US" sz="45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4 내가 사망의 음침한 골짜기로 다닐지라도 해를 두려워하지 않을 것은</a:t>
            </a:r>
          </a:p>
          <a:p>
            <a:pPr algn="ctr">
              <a:lnSpc>
                <a:spcPts val="5519"/>
              </a:lnSpc>
            </a:pPr>
            <a:r>
              <a:rPr lang="en-US" sz="45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주께서 나와 함께 하심이라 주의 지팡이와 막대기가 나를 안위하시나이다</a:t>
            </a:r>
          </a:p>
          <a:p>
            <a:pPr algn="ctr">
              <a:lnSpc>
                <a:spcPts val="5519"/>
              </a:lnSpc>
            </a:pPr>
          </a:p>
          <a:p>
            <a:pPr algn="ctr">
              <a:lnSpc>
                <a:spcPts val="5519"/>
              </a:lnSpc>
            </a:pPr>
            <a:r>
              <a:rPr lang="en-US" sz="45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5 주께서 내 원수의 목전에서 내게 상을 차려 주시고</a:t>
            </a:r>
          </a:p>
          <a:p>
            <a:pPr algn="ctr">
              <a:lnSpc>
                <a:spcPts val="5519"/>
              </a:lnSpc>
            </a:pPr>
            <a:r>
              <a:rPr lang="en-US" sz="45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기름을 내 머리에 부으셨으니 내 잔이 넘치나이다</a:t>
            </a:r>
          </a:p>
          <a:p>
            <a:pPr algn="ctr">
              <a:lnSpc>
                <a:spcPts val="5519"/>
              </a:lnSpc>
            </a:pPr>
          </a:p>
          <a:p>
            <a:pPr algn="ctr">
              <a:lnSpc>
                <a:spcPts val="5519"/>
              </a:lnSpc>
            </a:pPr>
            <a:r>
              <a:rPr lang="en-US" sz="45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6 내 평생에 선하심과 인자하심이 반드시 나를 따르리니</a:t>
            </a:r>
          </a:p>
          <a:p>
            <a:pPr algn="ctr">
              <a:lnSpc>
                <a:spcPts val="5519"/>
              </a:lnSpc>
            </a:pPr>
            <a:r>
              <a:rPr lang="en-US" sz="45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내가 여호와의 집에 영원히 살리로다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228975"/>
            <a:ext cx="12852888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[ 3 Round ] 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빌립보</a:t>
            </a: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서 4:4-8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252" y="747712"/>
            <a:ext cx="17682365" cy="879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4 주 안에서 항상 기뻐하라 내가 다시 말하노니 기뻐하라</a:t>
            </a:r>
          </a:p>
          <a:p>
            <a:pPr algn="ctr">
              <a:lnSpc>
                <a:spcPts val="5399"/>
              </a:lnSpc>
            </a:pP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5 너희 관용을 모든 사람에게 알게 하라 주께서 가까우시니라</a:t>
            </a:r>
          </a:p>
          <a:p>
            <a:pPr algn="ctr">
              <a:lnSpc>
                <a:spcPts val="5399"/>
              </a:lnSpc>
            </a:pP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6 아무 것도 염려하지 말고 다만 모든 일에 기도와 간구로,</a:t>
            </a: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너희 구할 것을 감사함으로 하나님께 아뢰라</a:t>
            </a:r>
          </a:p>
          <a:p>
            <a:pPr algn="ctr">
              <a:lnSpc>
                <a:spcPts val="5399"/>
              </a:lnSpc>
            </a:pP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7 그리하면 모든 지각에 뛰어난 하나님의 평강이</a:t>
            </a: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그리스도 예수 안에서 너희 마음과 생각을 지키시리라</a:t>
            </a:r>
          </a:p>
          <a:p>
            <a:pPr algn="ctr">
              <a:lnSpc>
                <a:spcPts val="5399"/>
              </a:lnSpc>
            </a:pP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8 끝으로 형제들아 무엇에든지 참되며 무엇에든지 경건하며 무엇에든지</a:t>
            </a: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옳으며 무엇에든지 정결하며 무엇에든지 사랑받을 만하며 무엇에든지</a:t>
            </a:r>
          </a:p>
          <a:p>
            <a:pPr algn="ctr">
              <a:lnSpc>
                <a:spcPts val="5399"/>
              </a:lnSpc>
            </a:pPr>
            <a:r>
              <a:rPr lang="en-US" sz="4499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칭찬받을 만하며 무슨 덕이 있든지 무슨 기림이 있든지 이것들을 생각하라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DAHH9B8bPCY</dc:identifier>
  <dcterms:modified xsi:type="dcterms:W3CDTF">2011-08-01T06:04:30Z</dcterms:modified>
  <cp:revision>1</cp:revision>
  <dc:title>[Sunday Play] 릴레이 암송(ppt)</dc:title>
</cp:coreProperties>
</file>