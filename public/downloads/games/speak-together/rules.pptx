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무궁화 고딕" charset="1" panose="02020603020101020101"/>
      <p:regular r:id="rId41"/>
    </p:embeddedFont>
    <p:embeddedFont>
      <p:font typeface="무궁화 고딕 Bold" charset="1" panose="02020603020101020101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이구동성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81961" y="9822180"/>
            <a:ext cx="37208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7650" y="223900"/>
            <a:ext cx="8395372" cy="2601393"/>
            <a:chOff x="0" y="0"/>
            <a:chExt cx="11193829" cy="34685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48191"/>
              <a:ext cx="11193829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단어의 글자 수만큼 팀원이 앞에 나와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한 글자씩 담당합니다.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155326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88053" y="7509148"/>
            <a:ext cx="7419474" cy="2543787"/>
            <a:chOff x="0" y="0"/>
            <a:chExt cx="9892632" cy="33917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71383"/>
              <a:ext cx="9798581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제한시간동안 가장 많은 단어를 맞춘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9892632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58462" y="3845084"/>
            <a:ext cx="7371077" cy="2596832"/>
            <a:chOff x="0" y="0"/>
            <a:chExt cx="9828103" cy="346244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42109"/>
              <a:ext cx="9828103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동시에 자기 글자를 외칩니다!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나머지 팀원이 단어를 맞추세요!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178984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이구동성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81961" y="9822180"/>
            <a:ext cx="37208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오이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바다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우유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피자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치마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호두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나비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두부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허리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모자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기러기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토마토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바나나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냉장고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자전거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비행기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운동화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소방차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동물원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수영장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대한민국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놀이공원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수학여행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할렐루야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고속도로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코카콜라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고구마빵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주일학교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동방박사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752850"/>
            <a:ext cx="1601797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0"/>
              </a:lnSpc>
            </a:pPr>
            <a:r>
              <a:rPr lang="en-US" sz="18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초등학교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DAHH9Pz_dmc</dc:identifier>
  <dcterms:modified xsi:type="dcterms:W3CDTF">2011-08-01T06:04:30Z</dcterms:modified>
  <cp:revision>1</cp:revision>
  <dc:title>[Sunday Play] 이구동성(ppt)</dc:title>
</cp:coreProperties>
</file>