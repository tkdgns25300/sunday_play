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무궁화 고딕" charset="1" panose="02020603020101020101"/>
      <p:regular r:id="rId17"/>
    </p:embeddedFont>
    <p:embeddedFont>
      <p:font typeface="무궁화 고딕 Bold" charset="1" panose="02020603020101020101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스무고개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03066" y="9822180"/>
            <a:ext cx="3299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406534"/>
            <a:chOff x="0" y="0"/>
            <a:chExt cx="14259577" cy="32087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425957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 질문 순서를 정합니다.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진행자가 정답을 정하고 카테고리를 알려줍니다.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30747" y="7451103"/>
            <a:ext cx="8086071" cy="2402712"/>
            <a:chOff x="0" y="0"/>
            <a:chExt cx="10781428" cy="32036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10616599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20번 안에 먼저 정답을 맞춘 팀이 점수!</a:t>
              </a:r>
            </a:p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많은 점수를 얻은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0781428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3995224"/>
            <a:ext cx="8612946" cy="2402261"/>
            <a:chOff x="0" y="0"/>
            <a:chExt cx="11483928" cy="32030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1483928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팀별로 돌아가며 질문합니다.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진행자는 "예" 또는 "아니오"로만 대답!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079955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스무고개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03066" y="9822180"/>
            <a:ext cx="329971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동물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음식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직업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인물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DAHH3sEeEMw</dc:identifier>
  <dcterms:modified xsi:type="dcterms:W3CDTF">2011-08-01T06:04:30Z</dcterms:modified>
  <cp:revision>1</cp:revision>
  <dc:title>[Sunday Play] 스무고개(ppt)</dc:title>
</cp:coreProperties>
</file>