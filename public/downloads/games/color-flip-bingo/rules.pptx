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8288000" cy="10287000"/>
  <p:notesSz cx="6858000" cy="9144000"/>
  <p:embeddedFontLst>
    <p:embeddedFont>
      <p:font typeface="무궁화 고딕" charset="1" panose="02020603020101020101"/>
      <p:regular r:id="rId11"/>
    </p:embeddedFont>
    <p:embeddedFont>
      <p:font typeface="무궁화 고딕 Bold" charset="1" panose="02020603020101020101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색판 뒤집기 빙고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542909" y="9822180"/>
            <a:ext cx="3359870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103056" y="4722072"/>
            <a:ext cx="3461872" cy="7667984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819780"/>
            <a:ext cx="5362043" cy="1381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46010" y="286490"/>
            <a:ext cx="10830855" cy="2190991"/>
            <a:chOff x="0" y="0"/>
            <a:chExt cx="14441140" cy="292132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60069"/>
              <a:ext cx="14441140" cy="156125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760"/>
                </a:lnSpc>
              </a:pPr>
              <a:r>
                <a:rPr lang="en-US" sz="34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팀을 2팀으로 나누고</a:t>
              </a:r>
              <a:r>
                <a:rPr lang="en-US" sz="34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 각 팀 색상을 정합니다.(빨강 vs 파랑)   </a:t>
              </a:r>
            </a:p>
            <a:p>
              <a:pPr algn="l">
                <a:lnSpc>
                  <a:spcPts val="4760"/>
                </a:lnSpc>
              </a:pPr>
              <a:r>
                <a:rPr lang="en-US" sz="34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색판을 배치하고 출발선에 일렬로 줄을 섭니다!  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47625"/>
              <a:ext cx="10684245" cy="96106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923"/>
                </a:lnSpc>
              </a:pPr>
              <a:r>
                <a:rPr lang="en-US" sz="4556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7667984" y="7720186"/>
            <a:ext cx="10620016" cy="2177320"/>
            <a:chOff x="0" y="0"/>
            <a:chExt cx="14160021" cy="2903094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41840"/>
              <a:ext cx="14160021" cy="156125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759"/>
                </a:lnSpc>
              </a:pPr>
              <a:r>
                <a:rPr lang="en-US" sz="33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가로·세로·대각선</a:t>
              </a:r>
              <a:r>
                <a:rPr lang="en-US" sz="33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 한 줄이 자기 팀 색 → "빙고!" 라운드 승리!</a:t>
              </a:r>
            </a:p>
            <a:p>
              <a:pPr algn="l">
                <a:lnSpc>
                  <a:spcPts val="4759"/>
                </a:lnSpc>
              </a:pPr>
              <a:r>
                <a:rPr lang="en-US" sz="33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여러 라운드 반복 후 최다 승 팀이 최종 우승!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47625"/>
              <a:ext cx="14160021" cy="9493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849"/>
                </a:lnSpc>
              </a:pPr>
              <a:r>
                <a:rPr lang="en-US" sz="4499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3618897" y="3659870"/>
            <a:ext cx="12231602" cy="2777395"/>
            <a:chOff x="0" y="0"/>
            <a:chExt cx="16308802" cy="3703194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341840"/>
              <a:ext cx="16308802" cy="236135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759"/>
                </a:lnSpc>
              </a:pPr>
              <a:r>
                <a:rPr lang="en-US" sz="33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"</a:t>
              </a:r>
              <a:r>
                <a:rPr lang="en-US" sz="33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시작" 신호에 양팀 첫 주자가 동시에 출발합니다.                                             </a:t>
              </a:r>
            </a:p>
            <a:p>
              <a:pPr algn="l">
                <a:lnSpc>
                  <a:spcPts val="4759"/>
                </a:lnSpc>
              </a:pPr>
              <a:r>
                <a:rPr lang="en-US" sz="33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색판 1장을 자기 팀 색으로 뒤집고, 돌아와 하이파이브로 교대합니다. 상대 팀의 색판도 뒤집을 수 있습니다!    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47625"/>
              <a:ext cx="11040394" cy="9493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849"/>
                </a:lnSpc>
              </a:pPr>
              <a:r>
                <a:rPr lang="en-US" sz="4499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378545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색판 뒤집기 빙고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542909" y="9822180"/>
            <a:ext cx="3359870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4181475"/>
            <a:ext cx="9444385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DAHHrE6XhRA</dc:identifier>
  <dcterms:modified xsi:type="dcterms:W3CDTF">2011-08-01T06:04:30Z</dcterms:modified>
  <cp:revision>1</cp:revision>
  <dc:title>[Sunday Play] 색판 뒤집기 빙고(ppt)</dc:title>
</cp:coreProperties>
</file>