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Jua" charset="1" panose="00000000000000000000"/>
      <p:regular r:id="rId26"/>
    </p:embeddedFont>
    <p:embeddedFont>
      <p:font typeface="TDTD갬성명조" charset="1" panose="02000503000000000000"/>
      <p:regular r:id="rId27"/>
    </p:embeddedFont>
    <p:embeddedFont>
      <p:font typeface="TDTD가온" charset="1" panose="02000503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32.png" Type="http://schemas.openxmlformats.org/officeDocument/2006/relationships/image"/><Relationship Id="rId24" Target="../media/image33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png" Type="http://schemas.openxmlformats.org/officeDocument/2006/relationships/image"/><Relationship Id="rId17" Target="../media/image49.png" Type="http://schemas.openxmlformats.org/officeDocument/2006/relationships/image"/><Relationship Id="rId18" Target="../media/image50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png" Type="http://schemas.openxmlformats.org/officeDocument/2006/relationships/image"/><Relationship Id="rId19" Target="../media/image68.png" Type="http://schemas.openxmlformats.org/officeDocument/2006/relationships/image"/><Relationship Id="rId2" Target="../media/image51.png" Type="http://schemas.openxmlformats.org/officeDocument/2006/relationships/image"/><Relationship Id="rId20" Target="../media/image69.png" Type="http://schemas.openxmlformats.org/officeDocument/2006/relationships/image"/><Relationship Id="rId21" Target="../media/image70.png" Type="http://schemas.openxmlformats.org/officeDocument/2006/relationships/image"/><Relationship Id="rId22" Target="../media/image71.png" Type="http://schemas.openxmlformats.org/officeDocument/2006/relationships/image"/><Relationship Id="rId23" Target="../media/image72.png" Type="http://schemas.openxmlformats.org/officeDocument/2006/relationships/image"/><Relationship Id="rId24" Target="../media/image73.png" Type="http://schemas.openxmlformats.org/officeDocument/2006/relationships/image"/><Relationship Id="rId25" Target="../media/image74.png" Type="http://schemas.openxmlformats.org/officeDocument/2006/relationships/image"/><Relationship Id="rId26" Target="../media/image75.png" Type="http://schemas.openxmlformats.org/officeDocument/2006/relationships/image"/><Relationship Id="rId27" Target="../media/image76.png" Type="http://schemas.openxmlformats.org/officeDocument/2006/relationships/image"/><Relationship Id="rId28" Target="../media/image77.png" Type="http://schemas.openxmlformats.org/officeDocument/2006/relationships/image"/><Relationship Id="rId29" Target="../media/image78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14" Target="../media/image91.png" Type="http://schemas.openxmlformats.org/officeDocument/2006/relationships/image"/><Relationship Id="rId15" Target="../media/image92.png" Type="http://schemas.openxmlformats.org/officeDocument/2006/relationships/image"/><Relationship Id="rId16" Target="../media/image93.png" Type="http://schemas.openxmlformats.org/officeDocument/2006/relationships/image"/><Relationship Id="rId17" Target="../media/image94.png" Type="http://schemas.openxmlformats.org/officeDocument/2006/relationships/image"/><Relationship Id="rId18" Target="../media/image95.png" Type="http://schemas.openxmlformats.org/officeDocument/2006/relationships/image"/><Relationship Id="rId19" Target="../media/image96.png" Type="http://schemas.openxmlformats.org/officeDocument/2006/relationships/image"/><Relationship Id="rId2" Target="../media/image79.png" Type="http://schemas.openxmlformats.org/officeDocument/2006/relationships/image"/><Relationship Id="rId20" Target="../media/image97.png" Type="http://schemas.openxmlformats.org/officeDocument/2006/relationships/image"/><Relationship Id="rId21" Target="../media/image98.png" Type="http://schemas.openxmlformats.org/officeDocument/2006/relationships/image"/><Relationship Id="rId22" Target="../media/image99.png" Type="http://schemas.openxmlformats.org/officeDocument/2006/relationships/image"/><Relationship Id="rId23" Target="../media/image100.png" Type="http://schemas.openxmlformats.org/officeDocument/2006/relationships/image"/><Relationship Id="rId24" Target="../media/image101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102.gif" Type="http://schemas.openxmlformats.org/officeDocument/2006/relationships/image"/><Relationship Id="rId4" Target="../media/image10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순간 포착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2570804"/>
            <a:chOff x="0" y="0"/>
            <a:chExt cx="15911666" cy="342773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6214"/>
              <a:ext cx="15911666" cy="2041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이미지를 3초간 보여줍니다.</a:t>
              </a:r>
            </a:p>
            <a:p>
              <a:pPr algn="l">
                <a:lnSpc>
                  <a:spcPts val="629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61925"/>
              <a:ext cx="10684245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31477" y="7721059"/>
            <a:ext cx="8256523" cy="2565941"/>
            <a:chOff x="0" y="0"/>
            <a:chExt cx="11008697" cy="342125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9728"/>
              <a:ext cx="11008697" cy="2041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정답과 일치하는 항목 수만큼 점수 획득!</a:t>
              </a:r>
            </a:p>
            <a:p>
              <a:pPr algn="l">
                <a:lnSpc>
                  <a:spcPts val="62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11008697" cy="1111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09"/>
                </a:lnSpc>
              </a:pPr>
              <a:r>
                <a:rPr lang="en-US" sz="46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24489" y="3679522"/>
            <a:ext cx="7439023" cy="3356516"/>
            <a:chOff x="0" y="0"/>
            <a:chExt cx="9918697" cy="447535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9728"/>
              <a:ext cx="9918697" cy="3095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이미지가 사라지면 기억나는 항목을 화이</a:t>
              </a:r>
              <a:r>
                <a:rPr lang="en-US" sz="44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트보드에 모두 적습니다!   </a:t>
              </a:r>
            </a:p>
            <a:p>
              <a:pPr algn="l">
                <a:lnSpc>
                  <a:spcPts val="629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7235855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순간 포착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연습 게임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7337" y="596650"/>
            <a:ext cx="4257012" cy="4257012"/>
          </a:xfrm>
          <a:custGeom>
            <a:avLst/>
            <a:gdLst/>
            <a:ahLst/>
            <a:cxnLst/>
            <a:rect r="r" b="b" t="t" l="l"/>
            <a:pathLst>
              <a:path h="4257012" w="4257012">
                <a:moveTo>
                  <a:pt x="0" y="0"/>
                </a:moveTo>
                <a:lnTo>
                  <a:pt x="4257012" y="0"/>
                </a:lnTo>
                <a:lnTo>
                  <a:pt x="4257012" y="4257012"/>
                </a:lnTo>
                <a:lnTo>
                  <a:pt x="0" y="425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2780" y="1028700"/>
            <a:ext cx="7886520" cy="3824962"/>
          </a:xfrm>
          <a:custGeom>
            <a:avLst/>
            <a:gdLst/>
            <a:ahLst/>
            <a:cxnLst/>
            <a:rect r="r" b="b" t="t" l="l"/>
            <a:pathLst>
              <a:path h="3824962" w="7886520">
                <a:moveTo>
                  <a:pt x="0" y="0"/>
                </a:moveTo>
                <a:lnTo>
                  <a:pt x="7886520" y="0"/>
                </a:lnTo>
                <a:lnTo>
                  <a:pt x="7886520" y="3824962"/>
                </a:lnTo>
                <a:lnTo>
                  <a:pt x="0" y="382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053" y="5143500"/>
            <a:ext cx="3353580" cy="4714607"/>
          </a:xfrm>
          <a:custGeom>
            <a:avLst/>
            <a:gdLst/>
            <a:ahLst/>
            <a:cxnLst/>
            <a:rect r="r" b="b" t="t" l="l"/>
            <a:pathLst>
              <a:path h="4714607" w="3353580">
                <a:moveTo>
                  <a:pt x="0" y="0"/>
                </a:moveTo>
                <a:lnTo>
                  <a:pt x="3353580" y="0"/>
                </a:lnTo>
                <a:lnTo>
                  <a:pt x="3353580" y="4714607"/>
                </a:lnTo>
                <a:lnTo>
                  <a:pt x="0" y="4714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6480" b="-390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06494" y="5331829"/>
            <a:ext cx="4594829" cy="4594829"/>
          </a:xfrm>
          <a:custGeom>
            <a:avLst/>
            <a:gdLst/>
            <a:ahLst/>
            <a:cxnLst/>
            <a:rect r="r" b="b" t="t" l="l"/>
            <a:pathLst>
              <a:path h="4594829" w="4594829">
                <a:moveTo>
                  <a:pt x="0" y="0"/>
                </a:moveTo>
                <a:lnTo>
                  <a:pt x="4594829" y="0"/>
                </a:lnTo>
                <a:lnTo>
                  <a:pt x="4594829" y="4594829"/>
                </a:lnTo>
                <a:lnTo>
                  <a:pt x="0" y="4594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69136" y="1693406"/>
            <a:ext cx="543341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해삼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87201" y="6381468"/>
            <a:ext cx="543341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해파리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1536" y="6381468"/>
            <a:ext cx="543341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말미잘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99333" y="1845806"/>
            <a:ext cx="543341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오징어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나라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868545" cy="2565456"/>
          </a:xfrm>
          <a:custGeom>
            <a:avLst/>
            <a:gdLst/>
            <a:ahLst/>
            <a:cxnLst/>
            <a:rect r="r" b="b" t="t" l="l"/>
            <a:pathLst>
              <a:path h="2565456" w="3868545">
                <a:moveTo>
                  <a:pt x="0" y="0"/>
                </a:moveTo>
                <a:lnTo>
                  <a:pt x="3868545" y="0"/>
                </a:lnTo>
                <a:lnTo>
                  <a:pt x="3868545" y="2565456"/>
                </a:lnTo>
                <a:lnTo>
                  <a:pt x="0" y="2565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638240"/>
            <a:ext cx="4300829" cy="2890437"/>
          </a:xfrm>
          <a:custGeom>
            <a:avLst/>
            <a:gdLst/>
            <a:ahLst/>
            <a:cxnLst/>
            <a:rect r="r" b="b" t="t" l="l"/>
            <a:pathLst>
              <a:path h="2890437" w="4300829">
                <a:moveTo>
                  <a:pt x="0" y="0"/>
                </a:moveTo>
                <a:lnTo>
                  <a:pt x="4300829" y="0"/>
                </a:lnTo>
                <a:lnTo>
                  <a:pt x="4300829" y="2890438"/>
                </a:lnTo>
                <a:lnTo>
                  <a:pt x="0" y="2890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9" r="0" b="-115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601462"/>
            <a:ext cx="2369854" cy="1576105"/>
          </a:xfrm>
          <a:custGeom>
            <a:avLst/>
            <a:gdLst/>
            <a:ahLst/>
            <a:cxnLst/>
            <a:rect r="r" b="b" t="t" l="l"/>
            <a:pathLst>
              <a:path h="1576105" w="2369854">
                <a:moveTo>
                  <a:pt x="0" y="0"/>
                </a:moveTo>
                <a:lnTo>
                  <a:pt x="2369854" y="0"/>
                </a:lnTo>
                <a:lnTo>
                  <a:pt x="2369854" y="1576105"/>
                </a:lnTo>
                <a:lnTo>
                  <a:pt x="0" y="157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57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69854" y="5601462"/>
            <a:ext cx="2318503" cy="1576105"/>
          </a:xfrm>
          <a:custGeom>
            <a:avLst/>
            <a:gdLst/>
            <a:ahLst/>
            <a:cxnLst/>
            <a:rect r="r" b="b" t="t" l="l"/>
            <a:pathLst>
              <a:path h="1576105" w="2318503">
                <a:moveTo>
                  <a:pt x="0" y="0"/>
                </a:moveTo>
                <a:lnTo>
                  <a:pt x="2318503" y="0"/>
                </a:lnTo>
                <a:lnTo>
                  <a:pt x="2318503" y="1576105"/>
                </a:lnTo>
                <a:lnTo>
                  <a:pt x="0" y="1576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0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272817"/>
            <a:ext cx="4841810" cy="3014183"/>
          </a:xfrm>
          <a:custGeom>
            <a:avLst/>
            <a:gdLst/>
            <a:ahLst/>
            <a:cxnLst/>
            <a:rect r="r" b="b" t="t" l="l"/>
            <a:pathLst>
              <a:path h="3014183" w="4841810">
                <a:moveTo>
                  <a:pt x="0" y="0"/>
                </a:moveTo>
                <a:lnTo>
                  <a:pt x="4841810" y="0"/>
                </a:lnTo>
                <a:lnTo>
                  <a:pt x="4841810" y="3014183"/>
                </a:lnTo>
                <a:lnTo>
                  <a:pt x="0" y="301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03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49018" y="168260"/>
            <a:ext cx="3686380" cy="2397196"/>
          </a:xfrm>
          <a:custGeom>
            <a:avLst/>
            <a:gdLst/>
            <a:ahLst/>
            <a:cxnLst/>
            <a:rect r="r" b="b" t="t" l="l"/>
            <a:pathLst>
              <a:path h="2397196" w="3686380">
                <a:moveTo>
                  <a:pt x="0" y="0"/>
                </a:moveTo>
                <a:lnTo>
                  <a:pt x="3686381" y="0"/>
                </a:lnTo>
                <a:lnTo>
                  <a:pt x="3686381" y="2397196"/>
                </a:lnTo>
                <a:lnTo>
                  <a:pt x="0" y="2397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52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00829" y="2839811"/>
            <a:ext cx="3742954" cy="2487295"/>
          </a:xfrm>
          <a:custGeom>
            <a:avLst/>
            <a:gdLst/>
            <a:ahLst/>
            <a:cxnLst/>
            <a:rect r="r" b="b" t="t" l="l"/>
            <a:pathLst>
              <a:path h="2487295" w="3742954">
                <a:moveTo>
                  <a:pt x="0" y="0"/>
                </a:moveTo>
                <a:lnTo>
                  <a:pt x="3742954" y="0"/>
                </a:lnTo>
                <a:lnTo>
                  <a:pt x="3742954" y="2487296"/>
                </a:lnTo>
                <a:lnTo>
                  <a:pt x="0" y="2487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254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1707" y="5601462"/>
            <a:ext cx="4322293" cy="2879471"/>
          </a:xfrm>
          <a:custGeom>
            <a:avLst/>
            <a:gdLst/>
            <a:ahLst/>
            <a:cxnLst/>
            <a:rect r="r" b="b" t="t" l="l"/>
            <a:pathLst>
              <a:path h="2879471" w="4322293">
                <a:moveTo>
                  <a:pt x="0" y="0"/>
                </a:moveTo>
                <a:lnTo>
                  <a:pt x="4322293" y="0"/>
                </a:lnTo>
                <a:lnTo>
                  <a:pt x="4322293" y="2879471"/>
                </a:lnTo>
                <a:lnTo>
                  <a:pt x="0" y="28794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269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88357" y="8597604"/>
            <a:ext cx="1991334" cy="1311576"/>
          </a:xfrm>
          <a:custGeom>
            <a:avLst/>
            <a:gdLst/>
            <a:ahLst/>
            <a:cxnLst/>
            <a:rect r="r" b="b" t="t" l="l"/>
            <a:pathLst>
              <a:path h="1311576" w="1991334">
                <a:moveTo>
                  <a:pt x="0" y="0"/>
                </a:moveTo>
                <a:lnTo>
                  <a:pt x="1991334" y="0"/>
                </a:lnTo>
                <a:lnTo>
                  <a:pt x="1991334" y="1311576"/>
                </a:lnTo>
                <a:lnTo>
                  <a:pt x="0" y="1311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421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24326" y="8607420"/>
            <a:ext cx="1960205" cy="1301760"/>
          </a:xfrm>
          <a:custGeom>
            <a:avLst/>
            <a:gdLst/>
            <a:ahLst/>
            <a:cxnLst/>
            <a:rect r="r" b="b" t="t" l="l"/>
            <a:pathLst>
              <a:path h="1301760" w="1960205">
                <a:moveTo>
                  <a:pt x="0" y="0"/>
                </a:moveTo>
                <a:lnTo>
                  <a:pt x="1960205" y="0"/>
                </a:lnTo>
                <a:lnTo>
                  <a:pt x="1960205" y="1301760"/>
                </a:lnTo>
                <a:lnTo>
                  <a:pt x="0" y="1301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1293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60096" y="2049295"/>
            <a:ext cx="3370990" cy="2057646"/>
          </a:xfrm>
          <a:custGeom>
            <a:avLst/>
            <a:gdLst/>
            <a:ahLst/>
            <a:cxnLst/>
            <a:rect r="r" b="b" t="t" l="l"/>
            <a:pathLst>
              <a:path h="2057646" w="3370990">
                <a:moveTo>
                  <a:pt x="0" y="0"/>
                </a:moveTo>
                <a:lnTo>
                  <a:pt x="3370990" y="0"/>
                </a:lnTo>
                <a:lnTo>
                  <a:pt x="3370990" y="2057646"/>
                </a:lnTo>
                <a:lnTo>
                  <a:pt x="0" y="20576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320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86209" y="197824"/>
            <a:ext cx="2515581" cy="1661752"/>
          </a:xfrm>
          <a:custGeom>
            <a:avLst/>
            <a:gdLst/>
            <a:ahLst/>
            <a:cxnLst/>
            <a:rect r="r" b="b" t="t" l="l"/>
            <a:pathLst>
              <a:path h="1661752" w="2515581">
                <a:moveTo>
                  <a:pt x="0" y="0"/>
                </a:moveTo>
                <a:lnTo>
                  <a:pt x="2515582" y="0"/>
                </a:lnTo>
                <a:lnTo>
                  <a:pt x="2515582" y="1661752"/>
                </a:lnTo>
                <a:lnTo>
                  <a:pt x="0" y="16617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1319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69090" y="4296660"/>
            <a:ext cx="3923991" cy="2464036"/>
          </a:xfrm>
          <a:custGeom>
            <a:avLst/>
            <a:gdLst/>
            <a:ahLst/>
            <a:cxnLst/>
            <a:rect r="r" b="b" t="t" l="l"/>
            <a:pathLst>
              <a:path h="2464036" w="3923991">
                <a:moveTo>
                  <a:pt x="0" y="0"/>
                </a:moveTo>
                <a:lnTo>
                  <a:pt x="3923991" y="0"/>
                </a:lnTo>
                <a:lnTo>
                  <a:pt x="3923991" y="2464036"/>
                </a:lnTo>
                <a:lnTo>
                  <a:pt x="0" y="24640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-1943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43783" y="4296660"/>
            <a:ext cx="1442599" cy="942272"/>
          </a:xfrm>
          <a:custGeom>
            <a:avLst/>
            <a:gdLst/>
            <a:ahLst/>
            <a:cxnLst/>
            <a:rect r="r" b="b" t="t" l="l"/>
            <a:pathLst>
              <a:path h="942272" w="1442599">
                <a:moveTo>
                  <a:pt x="0" y="0"/>
                </a:moveTo>
                <a:lnTo>
                  <a:pt x="1442599" y="0"/>
                </a:lnTo>
                <a:lnTo>
                  <a:pt x="1442599" y="942272"/>
                </a:lnTo>
                <a:lnTo>
                  <a:pt x="0" y="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1482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350" y="6951196"/>
            <a:ext cx="4501783" cy="2957984"/>
          </a:xfrm>
          <a:custGeom>
            <a:avLst/>
            <a:gdLst/>
            <a:ahLst/>
            <a:cxnLst/>
            <a:rect r="r" b="b" t="t" l="l"/>
            <a:pathLst>
              <a:path h="2957984" w="4501783">
                <a:moveTo>
                  <a:pt x="0" y="0"/>
                </a:moveTo>
                <a:lnTo>
                  <a:pt x="4501783" y="0"/>
                </a:lnTo>
                <a:lnTo>
                  <a:pt x="4501783" y="2957984"/>
                </a:lnTo>
                <a:lnTo>
                  <a:pt x="0" y="295798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414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54191" y="31826"/>
            <a:ext cx="2328107" cy="1335032"/>
          </a:xfrm>
          <a:custGeom>
            <a:avLst/>
            <a:gdLst/>
            <a:ahLst/>
            <a:cxnLst/>
            <a:rect r="r" b="b" t="t" l="l"/>
            <a:pathLst>
              <a:path h="1335032" w="2328107">
                <a:moveTo>
                  <a:pt x="0" y="0"/>
                </a:moveTo>
                <a:lnTo>
                  <a:pt x="2328107" y="0"/>
                </a:lnTo>
                <a:lnTo>
                  <a:pt x="2328107" y="1335032"/>
                </a:lnTo>
                <a:lnTo>
                  <a:pt x="0" y="133503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-1323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34698" y="31826"/>
            <a:ext cx="2007993" cy="1335032"/>
          </a:xfrm>
          <a:custGeom>
            <a:avLst/>
            <a:gdLst/>
            <a:ahLst/>
            <a:cxnLst/>
            <a:rect r="r" b="b" t="t" l="l"/>
            <a:pathLst>
              <a:path h="1335032" w="2007993">
                <a:moveTo>
                  <a:pt x="0" y="0"/>
                </a:moveTo>
                <a:lnTo>
                  <a:pt x="2007993" y="0"/>
                </a:lnTo>
                <a:lnTo>
                  <a:pt x="2007993" y="1335032"/>
                </a:lnTo>
                <a:lnTo>
                  <a:pt x="0" y="1335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-1280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28241" y="1444191"/>
            <a:ext cx="3925592" cy="2639268"/>
          </a:xfrm>
          <a:custGeom>
            <a:avLst/>
            <a:gdLst/>
            <a:ahLst/>
            <a:cxnLst/>
            <a:rect r="r" b="b" t="t" l="l"/>
            <a:pathLst>
              <a:path h="2639268" w="3925592">
                <a:moveTo>
                  <a:pt x="0" y="0"/>
                </a:moveTo>
                <a:lnTo>
                  <a:pt x="3925592" y="0"/>
                </a:lnTo>
                <a:lnTo>
                  <a:pt x="3925592" y="2639268"/>
                </a:lnTo>
                <a:lnTo>
                  <a:pt x="0" y="263926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-1141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90390" y="31826"/>
            <a:ext cx="2997610" cy="2017469"/>
          </a:xfrm>
          <a:custGeom>
            <a:avLst/>
            <a:gdLst/>
            <a:ahLst/>
            <a:cxnLst/>
            <a:rect r="r" b="b" t="t" l="l"/>
            <a:pathLst>
              <a:path h="2017469" w="2997610">
                <a:moveTo>
                  <a:pt x="0" y="0"/>
                </a:moveTo>
                <a:lnTo>
                  <a:pt x="2997610" y="0"/>
                </a:lnTo>
                <a:lnTo>
                  <a:pt x="2997610" y="2017469"/>
                </a:lnTo>
                <a:lnTo>
                  <a:pt x="0" y="201746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-12717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513877" y="2263604"/>
            <a:ext cx="2720036" cy="1819855"/>
          </a:xfrm>
          <a:custGeom>
            <a:avLst/>
            <a:gdLst/>
            <a:ahLst/>
            <a:cxnLst/>
            <a:rect r="r" b="b" t="t" l="l"/>
            <a:pathLst>
              <a:path h="1819855" w="2720036">
                <a:moveTo>
                  <a:pt x="0" y="0"/>
                </a:moveTo>
                <a:lnTo>
                  <a:pt x="2720037" y="0"/>
                </a:lnTo>
                <a:lnTo>
                  <a:pt x="2720037" y="1819855"/>
                </a:lnTo>
                <a:lnTo>
                  <a:pt x="0" y="181985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-1209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26431" y="4179756"/>
            <a:ext cx="2306452" cy="1544577"/>
          </a:xfrm>
          <a:custGeom>
            <a:avLst/>
            <a:gdLst/>
            <a:ahLst/>
            <a:cxnLst/>
            <a:rect r="r" b="b" t="t" l="l"/>
            <a:pathLst>
              <a:path h="1544577" w="2306452">
                <a:moveTo>
                  <a:pt x="0" y="0"/>
                </a:moveTo>
                <a:lnTo>
                  <a:pt x="2306452" y="0"/>
                </a:lnTo>
                <a:lnTo>
                  <a:pt x="2306452" y="1544577"/>
                </a:lnTo>
                <a:lnTo>
                  <a:pt x="0" y="154457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-1156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966233" y="4179756"/>
            <a:ext cx="2232393" cy="1482342"/>
          </a:xfrm>
          <a:custGeom>
            <a:avLst/>
            <a:gdLst/>
            <a:ahLst/>
            <a:cxnLst/>
            <a:rect r="r" b="b" t="t" l="l"/>
            <a:pathLst>
              <a:path h="1482342" w="2232393">
                <a:moveTo>
                  <a:pt x="0" y="0"/>
                </a:moveTo>
                <a:lnTo>
                  <a:pt x="2232394" y="0"/>
                </a:lnTo>
                <a:lnTo>
                  <a:pt x="2232394" y="1482341"/>
                </a:lnTo>
                <a:lnTo>
                  <a:pt x="0" y="148234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-1294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561718" y="6173300"/>
            <a:ext cx="4672196" cy="3080092"/>
          </a:xfrm>
          <a:custGeom>
            <a:avLst/>
            <a:gdLst/>
            <a:ahLst/>
            <a:cxnLst/>
            <a:rect r="r" b="b" t="t" l="l"/>
            <a:pathLst>
              <a:path h="3080092" w="4672196">
                <a:moveTo>
                  <a:pt x="0" y="0"/>
                </a:moveTo>
                <a:lnTo>
                  <a:pt x="4672196" y="0"/>
                </a:lnTo>
                <a:lnTo>
                  <a:pt x="4672196" y="3080092"/>
                </a:lnTo>
                <a:lnTo>
                  <a:pt x="0" y="308009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-1376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42941" y="419495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인도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52" y="3232392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프랑스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56108" y="5858440"/>
            <a:ext cx="2682070" cy="109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4"/>
              </a:lnSpc>
            </a:pPr>
            <a:r>
              <a:rPr lang="en-US" sz="61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독일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8071" y="6123830"/>
            <a:ext cx="268207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사우디아라비아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641" y="7532371"/>
            <a:ext cx="415442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775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남아프리카 공화국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4995" y="658379"/>
            <a:ext cx="415442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9"/>
              </a:lnSpc>
            </a:pPr>
            <a:r>
              <a:rPr lang="en-US" sz="78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대한민국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11486" y="3136096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러시아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5640" y="6289132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멕시코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28387" y="8823833"/>
            <a:ext cx="268207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</a:pPr>
            <a:r>
              <a:rPr lang="en-US" sz="50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튀르키예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989" y="8646288"/>
            <a:ext cx="2682070" cy="109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4"/>
              </a:lnSpc>
            </a:pPr>
            <a:r>
              <a:rPr lang="en-US" sz="61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벨기에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0798" y="461962"/>
            <a:ext cx="310640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74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이탈리아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791" y="137512"/>
            <a:ext cx="2832757" cy="11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51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호주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21076" y="137512"/>
            <a:ext cx="2832757" cy="11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51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스페인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5993" y="416673"/>
            <a:ext cx="310640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5"/>
              </a:lnSpc>
            </a:pPr>
            <a:r>
              <a:rPr lang="en-US" sz="624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네덜란드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63817" y="2226168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중국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15867" y="1953404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스위스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7291" y="4931482"/>
            <a:ext cx="415442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9"/>
              </a:lnSpc>
            </a:pPr>
            <a:r>
              <a:rPr lang="en-US" sz="715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아르헨티나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90390" y="2586493"/>
            <a:ext cx="2832757" cy="11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51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스웨덴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29707" y="4383090"/>
            <a:ext cx="2832757" cy="11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51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이집트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66052" y="4383090"/>
            <a:ext cx="2832757" cy="11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51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미국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35399" y="4482727"/>
            <a:ext cx="208832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804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우크라이나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82125" y="7617946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영국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2483" y="6931768"/>
            <a:ext cx="4154427" cy="16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95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세네갈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브랜드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015625" cy="3015625"/>
          </a:xfrm>
          <a:custGeom>
            <a:avLst/>
            <a:gdLst/>
            <a:ahLst/>
            <a:cxnLst/>
            <a:rect r="r" b="b" t="t" l="l"/>
            <a:pathLst>
              <a:path h="3015625" w="3015625">
                <a:moveTo>
                  <a:pt x="0" y="0"/>
                </a:moveTo>
                <a:lnTo>
                  <a:pt x="3015625" y="0"/>
                </a:lnTo>
                <a:lnTo>
                  <a:pt x="3015625" y="3015625"/>
                </a:lnTo>
                <a:lnTo>
                  <a:pt x="0" y="3015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2820" y="0"/>
            <a:ext cx="3000770" cy="3030778"/>
          </a:xfrm>
          <a:custGeom>
            <a:avLst/>
            <a:gdLst/>
            <a:ahLst/>
            <a:cxnLst/>
            <a:rect r="r" b="b" t="t" l="l"/>
            <a:pathLst>
              <a:path h="3030778" w="3000770">
                <a:moveTo>
                  <a:pt x="0" y="0"/>
                </a:moveTo>
                <a:lnTo>
                  <a:pt x="3000770" y="0"/>
                </a:lnTo>
                <a:lnTo>
                  <a:pt x="3000770" y="3030778"/>
                </a:lnTo>
                <a:lnTo>
                  <a:pt x="0" y="3030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1238" y="3151094"/>
            <a:ext cx="3583458" cy="3583458"/>
          </a:xfrm>
          <a:custGeom>
            <a:avLst/>
            <a:gdLst/>
            <a:ahLst/>
            <a:cxnLst/>
            <a:rect r="r" b="b" t="t" l="l"/>
            <a:pathLst>
              <a:path h="3583458" w="3583458">
                <a:moveTo>
                  <a:pt x="0" y="0"/>
                </a:moveTo>
                <a:lnTo>
                  <a:pt x="3583458" y="0"/>
                </a:lnTo>
                <a:lnTo>
                  <a:pt x="3583458" y="3583458"/>
                </a:lnTo>
                <a:lnTo>
                  <a:pt x="0" y="3583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213" y="7266729"/>
            <a:ext cx="3427735" cy="2819589"/>
          </a:xfrm>
          <a:custGeom>
            <a:avLst/>
            <a:gdLst/>
            <a:ahLst/>
            <a:cxnLst/>
            <a:rect r="r" b="b" t="t" l="l"/>
            <a:pathLst>
              <a:path h="2819589" w="3427735">
                <a:moveTo>
                  <a:pt x="0" y="0"/>
                </a:moveTo>
                <a:lnTo>
                  <a:pt x="3427735" y="0"/>
                </a:lnTo>
                <a:lnTo>
                  <a:pt x="3427735" y="2819589"/>
                </a:lnTo>
                <a:lnTo>
                  <a:pt x="0" y="2819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94696" y="7266729"/>
            <a:ext cx="2740467" cy="2148526"/>
          </a:xfrm>
          <a:custGeom>
            <a:avLst/>
            <a:gdLst/>
            <a:ahLst/>
            <a:cxnLst/>
            <a:rect r="r" b="b" t="t" l="l"/>
            <a:pathLst>
              <a:path h="2148526" w="2740467">
                <a:moveTo>
                  <a:pt x="0" y="0"/>
                </a:moveTo>
                <a:lnTo>
                  <a:pt x="2740467" y="0"/>
                </a:lnTo>
                <a:lnTo>
                  <a:pt x="2740467" y="2148526"/>
                </a:lnTo>
                <a:lnTo>
                  <a:pt x="0" y="2148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3590" y="192288"/>
            <a:ext cx="4358433" cy="2823337"/>
          </a:xfrm>
          <a:custGeom>
            <a:avLst/>
            <a:gdLst/>
            <a:ahLst/>
            <a:cxnLst/>
            <a:rect r="r" b="b" t="t" l="l"/>
            <a:pathLst>
              <a:path h="2823337" w="4358433">
                <a:moveTo>
                  <a:pt x="0" y="0"/>
                </a:moveTo>
                <a:lnTo>
                  <a:pt x="4358433" y="0"/>
                </a:lnTo>
                <a:lnTo>
                  <a:pt x="4358433" y="2823337"/>
                </a:lnTo>
                <a:lnTo>
                  <a:pt x="0" y="28233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43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82540" y="3577880"/>
            <a:ext cx="5747158" cy="3376455"/>
          </a:xfrm>
          <a:custGeom>
            <a:avLst/>
            <a:gdLst/>
            <a:ahLst/>
            <a:cxnLst/>
            <a:rect r="r" b="b" t="t" l="l"/>
            <a:pathLst>
              <a:path h="3376455" w="5747158">
                <a:moveTo>
                  <a:pt x="0" y="0"/>
                </a:moveTo>
                <a:lnTo>
                  <a:pt x="5747157" y="0"/>
                </a:lnTo>
                <a:lnTo>
                  <a:pt x="5747157" y="3376455"/>
                </a:lnTo>
                <a:lnTo>
                  <a:pt x="0" y="3376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18701" y="3577880"/>
            <a:ext cx="2220026" cy="1963869"/>
          </a:xfrm>
          <a:custGeom>
            <a:avLst/>
            <a:gdLst/>
            <a:ahLst/>
            <a:cxnLst/>
            <a:rect r="r" b="b" t="t" l="l"/>
            <a:pathLst>
              <a:path h="1963869" w="2220026">
                <a:moveTo>
                  <a:pt x="0" y="0"/>
                </a:moveTo>
                <a:lnTo>
                  <a:pt x="2220026" y="0"/>
                </a:lnTo>
                <a:lnTo>
                  <a:pt x="2220026" y="1963869"/>
                </a:lnTo>
                <a:lnTo>
                  <a:pt x="0" y="19638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11275" y="7266729"/>
            <a:ext cx="4417439" cy="2507195"/>
          </a:xfrm>
          <a:custGeom>
            <a:avLst/>
            <a:gdLst/>
            <a:ahLst/>
            <a:cxnLst/>
            <a:rect r="r" b="b" t="t" l="l"/>
            <a:pathLst>
              <a:path h="2507195" w="4417439">
                <a:moveTo>
                  <a:pt x="0" y="0"/>
                </a:moveTo>
                <a:lnTo>
                  <a:pt x="4417439" y="0"/>
                </a:lnTo>
                <a:lnTo>
                  <a:pt x="4417439" y="2507195"/>
                </a:lnTo>
                <a:lnTo>
                  <a:pt x="0" y="2507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25848" y="305247"/>
            <a:ext cx="2534555" cy="2405131"/>
          </a:xfrm>
          <a:custGeom>
            <a:avLst/>
            <a:gdLst/>
            <a:ahLst/>
            <a:cxnLst/>
            <a:rect r="r" b="b" t="t" l="l"/>
            <a:pathLst>
              <a:path h="2405131" w="2534555">
                <a:moveTo>
                  <a:pt x="0" y="0"/>
                </a:moveTo>
                <a:lnTo>
                  <a:pt x="2534554" y="0"/>
                </a:lnTo>
                <a:lnTo>
                  <a:pt x="2534554" y="2405131"/>
                </a:lnTo>
                <a:lnTo>
                  <a:pt x="0" y="2405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29227" y="3577880"/>
            <a:ext cx="2070552" cy="2070552"/>
          </a:xfrm>
          <a:custGeom>
            <a:avLst/>
            <a:gdLst/>
            <a:ahLst/>
            <a:cxnLst/>
            <a:rect r="r" b="b" t="t" l="l"/>
            <a:pathLst>
              <a:path h="2070552" w="2070552">
                <a:moveTo>
                  <a:pt x="0" y="0"/>
                </a:moveTo>
                <a:lnTo>
                  <a:pt x="2070552" y="0"/>
                </a:lnTo>
                <a:lnTo>
                  <a:pt x="2070552" y="2070552"/>
                </a:lnTo>
                <a:lnTo>
                  <a:pt x="0" y="2070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28714" y="5791307"/>
            <a:ext cx="3730902" cy="3672378"/>
          </a:xfrm>
          <a:custGeom>
            <a:avLst/>
            <a:gdLst/>
            <a:ahLst/>
            <a:cxnLst/>
            <a:rect r="r" b="b" t="t" l="l"/>
            <a:pathLst>
              <a:path h="3672378" w="3730902">
                <a:moveTo>
                  <a:pt x="0" y="0"/>
                </a:moveTo>
                <a:lnTo>
                  <a:pt x="3730902" y="0"/>
                </a:lnTo>
                <a:lnTo>
                  <a:pt x="3730902" y="3672378"/>
                </a:lnTo>
                <a:lnTo>
                  <a:pt x="0" y="3672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84227" y="192288"/>
            <a:ext cx="2322849" cy="2443293"/>
          </a:xfrm>
          <a:custGeom>
            <a:avLst/>
            <a:gdLst/>
            <a:ahLst/>
            <a:cxnLst/>
            <a:rect r="r" b="b" t="t" l="l"/>
            <a:pathLst>
              <a:path h="2443293" w="2322849">
                <a:moveTo>
                  <a:pt x="0" y="0"/>
                </a:moveTo>
                <a:lnTo>
                  <a:pt x="2322849" y="0"/>
                </a:lnTo>
                <a:lnTo>
                  <a:pt x="2322849" y="2443293"/>
                </a:lnTo>
                <a:lnTo>
                  <a:pt x="0" y="24432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24606" y="-102343"/>
            <a:ext cx="2563394" cy="2737923"/>
          </a:xfrm>
          <a:custGeom>
            <a:avLst/>
            <a:gdLst/>
            <a:ahLst/>
            <a:cxnLst/>
            <a:rect r="r" b="b" t="t" l="l"/>
            <a:pathLst>
              <a:path h="2737923" w="2563394">
                <a:moveTo>
                  <a:pt x="0" y="0"/>
                </a:moveTo>
                <a:lnTo>
                  <a:pt x="2563394" y="0"/>
                </a:lnTo>
                <a:lnTo>
                  <a:pt x="2563394" y="2737924"/>
                </a:lnTo>
                <a:lnTo>
                  <a:pt x="0" y="273792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45652" y="2848740"/>
            <a:ext cx="3685658" cy="2155069"/>
          </a:xfrm>
          <a:custGeom>
            <a:avLst/>
            <a:gdLst/>
            <a:ahLst/>
            <a:cxnLst/>
            <a:rect r="r" b="b" t="t" l="l"/>
            <a:pathLst>
              <a:path h="2155069" w="3685658">
                <a:moveTo>
                  <a:pt x="0" y="0"/>
                </a:moveTo>
                <a:lnTo>
                  <a:pt x="3685658" y="0"/>
                </a:lnTo>
                <a:lnTo>
                  <a:pt x="3685658" y="2155069"/>
                </a:lnTo>
                <a:lnTo>
                  <a:pt x="0" y="21550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71229" y="5003809"/>
            <a:ext cx="3112970" cy="3112970"/>
          </a:xfrm>
          <a:custGeom>
            <a:avLst/>
            <a:gdLst/>
            <a:ahLst/>
            <a:cxnLst/>
            <a:rect r="r" b="b" t="t" l="l"/>
            <a:pathLst>
              <a:path h="3112970" w="3112970">
                <a:moveTo>
                  <a:pt x="0" y="0"/>
                </a:moveTo>
                <a:lnTo>
                  <a:pt x="3112969" y="0"/>
                </a:lnTo>
                <a:lnTo>
                  <a:pt x="3112969" y="3112969"/>
                </a:lnTo>
                <a:lnTo>
                  <a:pt x="0" y="31129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19158" y="8264960"/>
            <a:ext cx="2712152" cy="1986679"/>
          </a:xfrm>
          <a:custGeom>
            <a:avLst/>
            <a:gdLst/>
            <a:ahLst/>
            <a:cxnLst/>
            <a:rect r="r" b="b" t="t" l="l"/>
            <a:pathLst>
              <a:path h="1986679" w="2712152">
                <a:moveTo>
                  <a:pt x="0" y="0"/>
                </a:moveTo>
                <a:lnTo>
                  <a:pt x="2712152" y="0"/>
                </a:lnTo>
                <a:lnTo>
                  <a:pt x="2712152" y="1986680"/>
                </a:lnTo>
                <a:lnTo>
                  <a:pt x="0" y="19866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12330"/>
            <a:ext cx="3043607" cy="122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2"/>
              </a:lnSpc>
            </a:pPr>
            <a:r>
              <a:rPr lang="en-US" sz="700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구찌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42820" y="866775"/>
            <a:ext cx="3043607" cy="122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2"/>
              </a:lnSpc>
            </a:pPr>
            <a:r>
              <a:rPr lang="en-US" sz="700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에르메스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2640" y="745655"/>
            <a:ext cx="4216383" cy="170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0"/>
              </a:lnSpc>
            </a:pPr>
            <a:r>
              <a:rPr lang="en-US" sz="97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디올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0521" y="949878"/>
            <a:ext cx="2465208" cy="99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56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페라리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79452" y="895350"/>
            <a:ext cx="2465208" cy="99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56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폴로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8485" y="715733"/>
            <a:ext cx="2465208" cy="99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56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지방시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238" y="4251310"/>
            <a:ext cx="350341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2"/>
              </a:lnSpc>
            </a:pPr>
            <a:r>
              <a:rPr lang="en-US" sz="676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메르세데스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9946" y="4056669"/>
            <a:ext cx="6033505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6"/>
              </a:lnSpc>
            </a:pPr>
            <a:r>
              <a:rPr lang="en-US" sz="131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톰 브라운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6110" y="4119210"/>
            <a:ext cx="246520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5"/>
              </a:lnSpc>
            </a:pPr>
            <a:r>
              <a:rPr lang="en-US" sz="44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캘빈 클라인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33977" y="4180071"/>
            <a:ext cx="2465208" cy="99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5"/>
              </a:lnSpc>
            </a:pPr>
            <a:r>
              <a:rPr lang="en-US" sz="56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롤렉스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57556" y="3387380"/>
            <a:ext cx="3461850" cy="140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7"/>
              </a:lnSpc>
            </a:pPr>
            <a:r>
              <a:rPr lang="en-US" sz="7964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프라다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6789" y="5862476"/>
            <a:ext cx="3461850" cy="140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7"/>
              </a:lnSpc>
            </a:pPr>
            <a:r>
              <a:rPr lang="en-US" sz="7964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BMW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03737" y="8585568"/>
            <a:ext cx="2927572" cy="118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2"/>
              </a:lnSpc>
            </a:pPr>
            <a:r>
              <a:rPr lang="en-US" sz="673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라코스테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27" y="7926278"/>
            <a:ext cx="3503419" cy="141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1"/>
              </a:lnSpc>
            </a:pPr>
            <a:r>
              <a:rPr lang="en-US" sz="805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루이비통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14657" y="7668596"/>
            <a:ext cx="2911917" cy="118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8"/>
              </a:lnSpc>
            </a:pPr>
            <a:r>
              <a:rPr lang="en-US" sz="66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셀린드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7734" y="7790310"/>
            <a:ext cx="4144521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2"/>
              </a:lnSpc>
            </a:pPr>
            <a:r>
              <a:rPr lang="en-US" sz="773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발렌시아가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28714" y="7108369"/>
            <a:ext cx="357379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6"/>
              </a:lnSpc>
            </a:pPr>
            <a:r>
              <a:rPr lang="en-US" sz="672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라이프워크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과자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792" y="-160387"/>
            <a:ext cx="2809236" cy="2809236"/>
          </a:xfrm>
          <a:custGeom>
            <a:avLst/>
            <a:gdLst/>
            <a:ahLst/>
            <a:cxnLst/>
            <a:rect r="r" b="b" t="t" l="l"/>
            <a:pathLst>
              <a:path h="2809236" w="2809236">
                <a:moveTo>
                  <a:pt x="0" y="0"/>
                </a:moveTo>
                <a:lnTo>
                  <a:pt x="2809237" y="0"/>
                </a:lnTo>
                <a:lnTo>
                  <a:pt x="2809237" y="2809236"/>
                </a:lnTo>
                <a:lnTo>
                  <a:pt x="0" y="2809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1059" y="2462458"/>
            <a:ext cx="2606862" cy="2606862"/>
          </a:xfrm>
          <a:custGeom>
            <a:avLst/>
            <a:gdLst/>
            <a:ahLst/>
            <a:cxnLst/>
            <a:rect r="r" b="b" t="t" l="l"/>
            <a:pathLst>
              <a:path h="2606862" w="2606862">
                <a:moveTo>
                  <a:pt x="0" y="0"/>
                </a:moveTo>
                <a:lnTo>
                  <a:pt x="2606862" y="0"/>
                </a:lnTo>
                <a:lnTo>
                  <a:pt x="2606862" y="2606862"/>
                </a:lnTo>
                <a:lnTo>
                  <a:pt x="0" y="2606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7675" y="2927458"/>
            <a:ext cx="2585778" cy="2585778"/>
          </a:xfrm>
          <a:custGeom>
            <a:avLst/>
            <a:gdLst/>
            <a:ahLst/>
            <a:cxnLst/>
            <a:rect r="r" b="b" t="t" l="l"/>
            <a:pathLst>
              <a:path h="2585778" w="2585778">
                <a:moveTo>
                  <a:pt x="0" y="0"/>
                </a:moveTo>
                <a:lnTo>
                  <a:pt x="2585778" y="0"/>
                </a:lnTo>
                <a:lnTo>
                  <a:pt x="2585778" y="2585777"/>
                </a:lnTo>
                <a:lnTo>
                  <a:pt x="0" y="2585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831" y="5179536"/>
            <a:ext cx="2895676" cy="2895676"/>
          </a:xfrm>
          <a:custGeom>
            <a:avLst/>
            <a:gdLst/>
            <a:ahLst/>
            <a:cxnLst/>
            <a:rect r="r" b="b" t="t" l="l"/>
            <a:pathLst>
              <a:path h="2895676" w="2895676">
                <a:moveTo>
                  <a:pt x="0" y="0"/>
                </a:moveTo>
                <a:lnTo>
                  <a:pt x="2895676" y="0"/>
                </a:lnTo>
                <a:lnTo>
                  <a:pt x="2895676" y="2895676"/>
                </a:lnTo>
                <a:lnTo>
                  <a:pt x="0" y="289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108" y="5650345"/>
            <a:ext cx="1833303" cy="1833303"/>
          </a:xfrm>
          <a:custGeom>
            <a:avLst/>
            <a:gdLst/>
            <a:ahLst/>
            <a:cxnLst/>
            <a:rect r="r" b="b" t="t" l="l"/>
            <a:pathLst>
              <a:path h="1833303" w="1833303">
                <a:moveTo>
                  <a:pt x="0" y="0"/>
                </a:moveTo>
                <a:lnTo>
                  <a:pt x="1833302" y="0"/>
                </a:lnTo>
                <a:lnTo>
                  <a:pt x="1833302" y="1833303"/>
                </a:lnTo>
                <a:lnTo>
                  <a:pt x="0" y="183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075212"/>
            <a:ext cx="2371502" cy="2371502"/>
          </a:xfrm>
          <a:custGeom>
            <a:avLst/>
            <a:gdLst/>
            <a:ahLst/>
            <a:cxnLst/>
            <a:rect r="r" b="b" t="t" l="l"/>
            <a:pathLst>
              <a:path h="2371502" w="2371502">
                <a:moveTo>
                  <a:pt x="0" y="0"/>
                </a:moveTo>
                <a:lnTo>
                  <a:pt x="2371502" y="0"/>
                </a:lnTo>
                <a:lnTo>
                  <a:pt x="2371502" y="2371502"/>
                </a:lnTo>
                <a:lnTo>
                  <a:pt x="0" y="23715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55957" y="155721"/>
            <a:ext cx="2268408" cy="2846346"/>
          </a:xfrm>
          <a:custGeom>
            <a:avLst/>
            <a:gdLst/>
            <a:ahLst/>
            <a:cxnLst/>
            <a:rect r="r" b="b" t="t" l="l"/>
            <a:pathLst>
              <a:path h="2846346" w="2268408">
                <a:moveTo>
                  <a:pt x="0" y="0"/>
                </a:moveTo>
                <a:lnTo>
                  <a:pt x="2268407" y="0"/>
                </a:lnTo>
                <a:lnTo>
                  <a:pt x="2268407" y="2846347"/>
                </a:lnTo>
                <a:lnTo>
                  <a:pt x="0" y="28463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8507" y="3233302"/>
            <a:ext cx="2885280" cy="1910198"/>
          </a:xfrm>
          <a:custGeom>
            <a:avLst/>
            <a:gdLst/>
            <a:ahLst/>
            <a:cxnLst/>
            <a:rect r="r" b="b" t="t" l="l"/>
            <a:pathLst>
              <a:path h="1910198" w="2885280">
                <a:moveTo>
                  <a:pt x="0" y="0"/>
                </a:moveTo>
                <a:lnTo>
                  <a:pt x="2885281" y="0"/>
                </a:lnTo>
                <a:lnTo>
                  <a:pt x="2885281" y="1910198"/>
                </a:lnTo>
                <a:lnTo>
                  <a:pt x="0" y="1910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6636" r="0" b="-2440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67275" y="5539961"/>
            <a:ext cx="3235219" cy="1545390"/>
          </a:xfrm>
          <a:custGeom>
            <a:avLst/>
            <a:gdLst/>
            <a:ahLst/>
            <a:cxnLst/>
            <a:rect r="r" b="b" t="t" l="l"/>
            <a:pathLst>
              <a:path h="1545390" w="3235219">
                <a:moveTo>
                  <a:pt x="0" y="0"/>
                </a:moveTo>
                <a:lnTo>
                  <a:pt x="3235219" y="0"/>
                </a:lnTo>
                <a:lnTo>
                  <a:pt x="3235219" y="1545390"/>
                </a:lnTo>
                <a:lnTo>
                  <a:pt x="0" y="1545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1848" r="0" b="-4906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71502" y="7939201"/>
            <a:ext cx="2244724" cy="2244724"/>
          </a:xfrm>
          <a:custGeom>
            <a:avLst/>
            <a:gdLst/>
            <a:ahLst/>
            <a:cxnLst/>
            <a:rect r="r" b="b" t="t" l="l"/>
            <a:pathLst>
              <a:path h="2244724" w="2244724">
                <a:moveTo>
                  <a:pt x="0" y="0"/>
                </a:moveTo>
                <a:lnTo>
                  <a:pt x="2244723" y="0"/>
                </a:lnTo>
                <a:lnTo>
                  <a:pt x="2244723" y="2244724"/>
                </a:lnTo>
                <a:lnTo>
                  <a:pt x="0" y="2244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25262" y="230332"/>
            <a:ext cx="1514501" cy="2697126"/>
          </a:xfrm>
          <a:custGeom>
            <a:avLst/>
            <a:gdLst/>
            <a:ahLst/>
            <a:cxnLst/>
            <a:rect r="r" b="b" t="t" l="l"/>
            <a:pathLst>
              <a:path h="2697126" w="1514501">
                <a:moveTo>
                  <a:pt x="0" y="0"/>
                </a:moveTo>
                <a:lnTo>
                  <a:pt x="1514501" y="0"/>
                </a:lnTo>
                <a:lnTo>
                  <a:pt x="1514501" y="2697126"/>
                </a:lnTo>
                <a:lnTo>
                  <a:pt x="0" y="26971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3944" t="-18953" r="-66549" b="-1608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25262" y="3121486"/>
            <a:ext cx="2084356" cy="1347203"/>
          </a:xfrm>
          <a:custGeom>
            <a:avLst/>
            <a:gdLst/>
            <a:ahLst/>
            <a:cxnLst/>
            <a:rect r="r" b="b" t="t" l="l"/>
            <a:pathLst>
              <a:path h="1347203" w="2084356">
                <a:moveTo>
                  <a:pt x="0" y="0"/>
                </a:moveTo>
                <a:lnTo>
                  <a:pt x="2084356" y="0"/>
                </a:lnTo>
                <a:lnTo>
                  <a:pt x="2084356" y="1347203"/>
                </a:lnTo>
                <a:lnTo>
                  <a:pt x="0" y="13472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959" t="-46265" r="-5864" b="-2984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73788" y="6095490"/>
            <a:ext cx="1607377" cy="1979721"/>
          </a:xfrm>
          <a:custGeom>
            <a:avLst/>
            <a:gdLst/>
            <a:ahLst/>
            <a:cxnLst/>
            <a:rect r="r" b="b" t="t" l="l"/>
            <a:pathLst>
              <a:path h="1979721" w="1607377">
                <a:moveTo>
                  <a:pt x="0" y="0"/>
                </a:moveTo>
                <a:lnTo>
                  <a:pt x="1607376" y="0"/>
                </a:lnTo>
                <a:lnTo>
                  <a:pt x="1607376" y="1979722"/>
                </a:lnTo>
                <a:lnTo>
                  <a:pt x="0" y="197972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59470" t="-25099" r="-21568" b="-2189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59644" y="4714785"/>
            <a:ext cx="2084356" cy="1226279"/>
          </a:xfrm>
          <a:custGeom>
            <a:avLst/>
            <a:gdLst/>
            <a:ahLst/>
            <a:cxnLst/>
            <a:rect r="r" b="b" t="t" l="l"/>
            <a:pathLst>
              <a:path h="1226279" w="2084356">
                <a:moveTo>
                  <a:pt x="0" y="0"/>
                </a:moveTo>
                <a:lnTo>
                  <a:pt x="2084356" y="0"/>
                </a:lnTo>
                <a:lnTo>
                  <a:pt x="2084356" y="1226279"/>
                </a:lnTo>
                <a:lnTo>
                  <a:pt x="0" y="1226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6550" t="-32483" r="-16453" b="-853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9112" y="7483648"/>
            <a:ext cx="2211788" cy="2211788"/>
          </a:xfrm>
          <a:custGeom>
            <a:avLst/>
            <a:gdLst/>
            <a:ahLst/>
            <a:cxnLst/>
            <a:rect r="r" b="b" t="t" l="l"/>
            <a:pathLst>
              <a:path h="2211788" w="2211788">
                <a:moveTo>
                  <a:pt x="0" y="0"/>
                </a:moveTo>
                <a:lnTo>
                  <a:pt x="2211789" y="0"/>
                </a:lnTo>
                <a:lnTo>
                  <a:pt x="2211789" y="2211788"/>
                </a:lnTo>
                <a:lnTo>
                  <a:pt x="0" y="22117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3121486"/>
            <a:ext cx="1693995" cy="2747961"/>
          </a:xfrm>
          <a:custGeom>
            <a:avLst/>
            <a:gdLst/>
            <a:ahLst/>
            <a:cxnLst/>
            <a:rect r="r" b="b" t="t" l="l"/>
            <a:pathLst>
              <a:path h="2747961" w="1693995">
                <a:moveTo>
                  <a:pt x="0" y="0"/>
                </a:moveTo>
                <a:lnTo>
                  <a:pt x="1693995" y="0"/>
                </a:lnTo>
                <a:lnTo>
                  <a:pt x="1693995" y="2747961"/>
                </a:lnTo>
                <a:lnTo>
                  <a:pt x="0" y="2747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9173" t="0" r="-23043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19257" y="255949"/>
            <a:ext cx="1623266" cy="2392900"/>
          </a:xfrm>
          <a:custGeom>
            <a:avLst/>
            <a:gdLst/>
            <a:ahLst/>
            <a:cxnLst/>
            <a:rect r="r" b="b" t="t" l="l"/>
            <a:pathLst>
              <a:path h="2392900" w="1623266">
                <a:moveTo>
                  <a:pt x="0" y="0"/>
                </a:moveTo>
                <a:lnTo>
                  <a:pt x="1623266" y="0"/>
                </a:lnTo>
                <a:lnTo>
                  <a:pt x="1623266" y="2392900"/>
                </a:lnTo>
                <a:lnTo>
                  <a:pt x="0" y="2392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7915" t="0" r="-36661" b="-1164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46852" y="8075212"/>
            <a:ext cx="1509939" cy="2108713"/>
          </a:xfrm>
          <a:custGeom>
            <a:avLst/>
            <a:gdLst/>
            <a:ahLst/>
            <a:cxnLst/>
            <a:rect r="r" b="b" t="t" l="l"/>
            <a:pathLst>
              <a:path h="2108713" w="1509939">
                <a:moveTo>
                  <a:pt x="0" y="0"/>
                </a:moveTo>
                <a:lnTo>
                  <a:pt x="1509940" y="0"/>
                </a:lnTo>
                <a:lnTo>
                  <a:pt x="1509940" y="2108713"/>
                </a:lnTo>
                <a:lnTo>
                  <a:pt x="0" y="210871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-14942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64940" y="3006320"/>
            <a:ext cx="1557160" cy="2428053"/>
          </a:xfrm>
          <a:custGeom>
            <a:avLst/>
            <a:gdLst/>
            <a:ahLst/>
            <a:cxnLst/>
            <a:rect r="r" b="b" t="t" l="l"/>
            <a:pathLst>
              <a:path h="2428053" w="1557160">
                <a:moveTo>
                  <a:pt x="0" y="0"/>
                </a:moveTo>
                <a:lnTo>
                  <a:pt x="1557159" y="0"/>
                </a:lnTo>
                <a:lnTo>
                  <a:pt x="1557159" y="2428053"/>
                </a:lnTo>
                <a:lnTo>
                  <a:pt x="0" y="242805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4195" t="0" r="-31733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921410" y="290320"/>
            <a:ext cx="2044219" cy="2577149"/>
          </a:xfrm>
          <a:custGeom>
            <a:avLst/>
            <a:gdLst/>
            <a:ahLst/>
            <a:cxnLst/>
            <a:rect r="r" b="b" t="t" l="l"/>
            <a:pathLst>
              <a:path h="2577149" w="2044219">
                <a:moveTo>
                  <a:pt x="0" y="0"/>
                </a:moveTo>
                <a:lnTo>
                  <a:pt x="2044219" y="0"/>
                </a:lnTo>
                <a:lnTo>
                  <a:pt x="2044219" y="2577149"/>
                </a:lnTo>
                <a:lnTo>
                  <a:pt x="0" y="257714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43949" t="-20616" r="-41501" b="-2648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89873" y="-160387"/>
            <a:ext cx="3074493" cy="3074493"/>
          </a:xfrm>
          <a:custGeom>
            <a:avLst/>
            <a:gdLst/>
            <a:ahLst/>
            <a:cxnLst/>
            <a:rect r="r" b="b" t="t" l="l"/>
            <a:pathLst>
              <a:path h="3074493" w="3074493">
                <a:moveTo>
                  <a:pt x="0" y="0"/>
                </a:moveTo>
                <a:lnTo>
                  <a:pt x="3074494" y="0"/>
                </a:lnTo>
                <a:lnTo>
                  <a:pt x="3074494" y="3074493"/>
                </a:lnTo>
                <a:lnTo>
                  <a:pt x="0" y="307449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49044" y="2591531"/>
            <a:ext cx="2289781" cy="3106154"/>
          </a:xfrm>
          <a:custGeom>
            <a:avLst/>
            <a:gdLst/>
            <a:ahLst/>
            <a:cxnLst/>
            <a:rect r="r" b="b" t="t" l="l"/>
            <a:pathLst>
              <a:path h="3106154" w="2289781">
                <a:moveTo>
                  <a:pt x="0" y="0"/>
                </a:moveTo>
                <a:lnTo>
                  <a:pt x="2289781" y="0"/>
                </a:lnTo>
                <a:lnTo>
                  <a:pt x="2289781" y="3106155"/>
                </a:lnTo>
                <a:lnTo>
                  <a:pt x="0" y="310615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3520" t="-11000" r="-32183" b="-1115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153664" y="255949"/>
            <a:ext cx="1677410" cy="2399569"/>
          </a:xfrm>
          <a:custGeom>
            <a:avLst/>
            <a:gdLst/>
            <a:ahLst/>
            <a:cxnLst/>
            <a:rect r="r" b="b" t="t" l="l"/>
            <a:pathLst>
              <a:path h="2399569" w="1677410">
                <a:moveTo>
                  <a:pt x="0" y="0"/>
                </a:moveTo>
                <a:lnTo>
                  <a:pt x="1677409" y="0"/>
                </a:lnTo>
                <a:lnTo>
                  <a:pt x="1677409" y="2399569"/>
                </a:lnTo>
                <a:lnTo>
                  <a:pt x="0" y="239956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22029" t="0" r="-21022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153664" y="2648849"/>
            <a:ext cx="1632371" cy="2992383"/>
          </a:xfrm>
          <a:custGeom>
            <a:avLst/>
            <a:gdLst/>
            <a:ahLst/>
            <a:cxnLst/>
            <a:rect r="r" b="b" t="t" l="l"/>
            <a:pathLst>
              <a:path h="2992383" w="1632371">
                <a:moveTo>
                  <a:pt x="0" y="0"/>
                </a:moveTo>
                <a:lnTo>
                  <a:pt x="1632371" y="0"/>
                </a:lnTo>
                <a:lnTo>
                  <a:pt x="1632371" y="2992383"/>
                </a:lnTo>
                <a:lnTo>
                  <a:pt x="0" y="299238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48015" t="0" r="-35299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68025" y="5931108"/>
            <a:ext cx="4238989" cy="4203061"/>
          </a:xfrm>
          <a:custGeom>
            <a:avLst/>
            <a:gdLst/>
            <a:ahLst/>
            <a:cxnLst/>
            <a:rect r="r" b="b" t="t" l="l"/>
            <a:pathLst>
              <a:path h="4203061" w="4238989">
                <a:moveTo>
                  <a:pt x="0" y="0"/>
                </a:moveTo>
                <a:lnTo>
                  <a:pt x="4238990" y="0"/>
                </a:lnTo>
                <a:lnTo>
                  <a:pt x="4238990" y="4203061"/>
                </a:lnTo>
                <a:lnTo>
                  <a:pt x="0" y="420306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-854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44182" y="7939201"/>
            <a:ext cx="1565877" cy="2194968"/>
          </a:xfrm>
          <a:custGeom>
            <a:avLst/>
            <a:gdLst/>
            <a:ahLst/>
            <a:cxnLst/>
            <a:rect r="r" b="b" t="t" l="l"/>
            <a:pathLst>
              <a:path h="2194968" w="1565877">
                <a:moveTo>
                  <a:pt x="0" y="0"/>
                </a:moveTo>
                <a:lnTo>
                  <a:pt x="1565876" y="0"/>
                </a:lnTo>
                <a:lnTo>
                  <a:pt x="1565876" y="2194968"/>
                </a:lnTo>
                <a:lnTo>
                  <a:pt x="0" y="219496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8154" t="0" r="-13809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831040" y="5564417"/>
            <a:ext cx="3954995" cy="2473349"/>
          </a:xfrm>
          <a:custGeom>
            <a:avLst/>
            <a:gdLst/>
            <a:ahLst/>
            <a:cxnLst/>
            <a:rect r="r" b="b" t="t" l="l"/>
            <a:pathLst>
              <a:path h="2473349" w="3954995">
                <a:moveTo>
                  <a:pt x="0" y="0"/>
                </a:moveTo>
                <a:lnTo>
                  <a:pt x="3954995" y="0"/>
                </a:lnTo>
                <a:lnTo>
                  <a:pt x="3954995" y="2473350"/>
                </a:lnTo>
                <a:lnTo>
                  <a:pt x="0" y="2473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29833" r="0" b="-3007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846934" y="8037767"/>
            <a:ext cx="2441066" cy="2441066"/>
          </a:xfrm>
          <a:custGeom>
            <a:avLst/>
            <a:gdLst/>
            <a:ahLst/>
            <a:cxnLst/>
            <a:rect r="r" b="b" t="t" l="l"/>
            <a:pathLst>
              <a:path h="2441066" w="2441066">
                <a:moveTo>
                  <a:pt x="0" y="0"/>
                </a:moveTo>
                <a:lnTo>
                  <a:pt x="2441066" y="0"/>
                </a:lnTo>
                <a:lnTo>
                  <a:pt x="2441066" y="2441066"/>
                </a:lnTo>
                <a:lnTo>
                  <a:pt x="0" y="244106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872" y="756917"/>
            <a:ext cx="3043607" cy="122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2"/>
              </a:lnSpc>
            </a:pPr>
            <a:r>
              <a:rPr lang="en-US" sz="700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홈런볼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402873"/>
            <a:ext cx="1849878" cy="89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2"/>
              </a:lnSpc>
            </a:pPr>
            <a:r>
              <a:rPr lang="en-US" sz="508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감자깡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2567" y="6198749"/>
            <a:ext cx="18498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2"/>
              </a:lnSpc>
            </a:pPr>
            <a:r>
              <a:rPr lang="en-US" sz="428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초코송이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362" y="8668291"/>
            <a:ext cx="2192778" cy="10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602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오예스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7629" y="3780842"/>
            <a:ext cx="2192778" cy="10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602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칸쵸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4280" y="5962140"/>
            <a:ext cx="2192778" cy="10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602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죠리퐁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1502" y="8536896"/>
            <a:ext cx="2192778" cy="10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602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비빔침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66193" y="962817"/>
            <a:ext cx="2847934" cy="137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4"/>
              </a:lnSpc>
            </a:pPr>
            <a:r>
              <a:rPr lang="en-US" sz="782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오!감자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8507" y="3524154"/>
            <a:ext cx="2847934" cy="137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4"/>
              </a:lnSpc>
            </a:pPr>
            <a:r>
              <a:rPr lang="en-US" sz="782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몽쉘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7058" y="5889673"/>
            <a:ext cx="28479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4"/>
              </a:lnSpc>
            </a:pPr>
            <a:r>
              <a:rPr lang="en-US" sz="532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엄마손파이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23453" y="7894237"/>
            <a:ext cx="2847934" cy="137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4"/>
              </a:lnSpc>
            </a:pPr>
            <a:r>
              <a:rPr lang="en-US" sz="782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칙촉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0843" y="1110881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쫄병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9763" y="1010442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콘칩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21410" y="1240287"/>
            <a:ext cx="21033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8"/>
              </a:lnSpc>
            </a:pPr>
            <a:r>
              <a:rPr lang="en-US" sz="49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도리토스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4636" y="941383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스윙칩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46934" y="1010442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새우깡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1752" y="4807228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고래밥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25807" y="3433955"/>
            <a:ext cx="21033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8"/>
              </a:lnSpc>
            </a:pPr>
            <a:r>
              <a:rPr lang="en-US" sz="49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초코쿠키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35556" y="6663148"/>
            <a:ext cx="210333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sz="408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닭다리너겟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59644" y="8668291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먹태깡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38894" y="3926054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포카칩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2295" y="3700260"/>
            <a:ext cx="2103339" cy="10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8"/>
              </a:lnSpc>
            </a:pPr>
            <a:r>
              <a:rPr lang="en-US" sz="57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양파링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14158" y="3504536"/>
            <a:ext cx="2502320" cy="121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</a:pPr>
            <a:r>
              <a:rPr lang="en-US" sz="687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포스틱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08537" y="3774135"/>
            <a:ext cx="21033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8"/>
              </a:lnSpc>
            </a:pPr>
            <a:r>
              <a:rPr lang="en-US" sz="49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프링글스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88005" y="7334693"/>
            <a:ext cx="484303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7"/>
              </a:lnSpc>
            </a:pPr>
            <a:r>
              <a:rPr lang="en-US" sz="9214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후레쉬베리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21590" y="6387300"/>
            <a:ext cx="276925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5"/>
              </a:lnSpc>
            </a:pPr>
            <a:r>
              <a:rPr lang="en-US" sz="511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후렌치파이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05199" y="8611704"/>
            <a:ext cx="210333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8"/>
              </a:lnSpc>
            </a:pPr>
            <a:r>
              <a:rPr lang="en-US" sz="48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옥수수깡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37137" y="8826016"/>
            <a:ext cx="210333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8"/>
              </a:lnSpc>
            </a:pPr>
            <a:r>
              <a:rPr lang="en-US" sz="50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뿌셔뿌셔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랜드마크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813" y="29861"/>
            <a:ext cx="3152104" cy="2527363"/>
          </a:xfrm>
          <a:custGeom>
            <a:avLst/>
            <a:gdLst/>
            <a:ahLst/>
            <a:cxnLst/>
            <a:rect r="r" b="b" t="t" l="l"/>
            <a:pathLst>
              <a:path h="2527363" w="3152104">
                <a:moveTo>
                  <a:pt x="0" y="0"/>
                </a:moveTo>
                <a:lnTo>
                  <a:pt x="3152104" y="0"/>
                </a:lnTo>
                <a:lnTo>
                  <a:pt x="3152104" y="2527364"/>
                </a:lnTo>
                <a:lnTo>
                  <a:pt x="0" y="2527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57225"/>
            <a:ext cx="3825730" cy="1852820"/>
          </a:xfrm>
          <a:custGeom>
            <a:avLst/>
            <a:gdLst/>
            <a:ahLst/>
            <a:cxnLst/>
            <a:rect r="r" b="b" t="t" l="l"/>
            <a:pathLst>
              <a:path h="1852820" w="3825730">
                <a:moveTo>
                  <a:pt x="0" y="0"/>
                </a:moveTo>
                <a:lnTo>
                  <a:pt x="3825730" y="0"/>
                </a:lnTo>
                <a:lnTo>
                  <a:pt x="3825730" y="1852819"/>
                </a:lnTo>
                <a:lnTo>
                  <a:pt x="0" y="1852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410044"/>
            <a:ext cx="2702194" cy="2032732"/>
          </a:xfrm>
          <a:custGeom>
            <a:avLst/>
            <a:gdLst/>
            <a:ahLst/>
            <a:cxnLst/>
            <a:rect r="r" b="b" t="t" l="l"/>
            <a:pathLst>
              <a:path h="2032732" w="2702194">
                <a:moveTo>
                  <a:pt x="0" y="0"/>
                </a:moveTo>
                <a:lnTo>
                  <a:pt x="2702194" y="0"/>
                </a:lnTo>
                <a:lnTo>
                  <a:pt x="2702194" y="2032732"/>
                </a:lnTo>
                <a:lnTo>
                  <a:pt x="0" y="2032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442776"/>
            <a:ext cx="2497339" cy="1873004"/>
          </a:xfrm>
          <a:custGeom>
            <a:avLst/>
            <a:gdLst/>
            <a:ahLst/>
            <a:cxnLst/>
            <a:rect r="r" b="b" t="t" l="l"/>
            <a:pathLst>
              <a:path h="1873004" w="2497339">
                <a:moveTo>
                  <a:pt x="0" y="0"/>
                </a:moveTo>
                <a:lnTo>
                  <a:pt x="2497339" y="0"/>
                </a:lnTo>
                <a:lnTo>
                  <a:pt x="2497339" y="1873004"/>
                </a:lnTo>
                <a:lnTo>
                  <a:pt x="0" y="18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8315780"/>
            <a:ext cx="2944029" cy="1971220"/>
          </a:xfrm>
          <a:custGeom>
            <a:avLst/>
            <a:gdLst/>
            <a:ahLst/>
            <a:cxnLst/>
            <a:rect r="r" b="b" t="t" l="l"/>
            <a:pathLst>
              <a:path h="1971220" w="2944029">
                <a:moveTo>
                  <a:pt x="0" y="0"/>
                </a:moveTo>
                <a:lnTo>
                  <a:pt x="2944029" y="0"/>
                </a:lnTo>
                <a:lnTo>
                  <a:pt x="2944029" y="1971220"/>
                </a:lnTo>
                <a:lnTo>
                  <a:pt x="0" y="1971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25730" y="29861"/>
            <a:ext cx="2467151" cy="4380183"/>
          </a:xfrm>
          <a:custGeom>
            <a:avLst/>
            <a:gdLst/>
            <a:ahLst/>
            <a:cxnLst/>
            <a:rect r="r" b="b" t="t" l="l"/>
            <a:pathLst>
              <a:path h="4380183" w="2467151">
                <a:moveTo>
                  <a:pt x="0" y="0"/>
                </a:moveTo>
                <a:lnTo>
                  <a:pt x="2467151" y="0"/>
                </a:lnTo>
                <a:lnTo>
                  <a:pt x="2467151" y="4380183"/>
                </a:lnTo>
                <a:lnTo>
                  <a:pt x="0" y="4380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10679" y="4476719"/>
            <a:ext cx="3687305" cy="2704024"/>
          </a:xfrm>
          <a:custGeom>
            <a:avLst/>
            <a:gdLst/>
            <a:ahLst/>
            <a:cxnLst/>
            <a:rect r="r" b="b" t="t" l="l"/>
            <a:pathLst>
              <a:path h="2704024" w="3687305">
                <a:moveTo>
                  <a:pt x="0" y="0"/>
                </a:moveTo>
                <a:lnTo>
                  <a:pt x="3687305" y="0"/>
                </a:lnTo>
                <a:lnTo>
                  <a:pt x="3687305" y="2704024"/>
                </a:lnTo>
                <a:lnTo>
                  <a:pt x="0" y="27040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05170" y="7379278"/>
            <a:ext cx="4147730" cy="2485062"/>
          </a:xfrm>
          <a:custGeom>
            <a:avLst/>
            <a:gdLst/>
            <a:ahLst/>
            <a:cxnLst/>
            <a:rect r="r" b="b" t="t" l="l"/>
            <a:pathLst>
              <a:path h="2485062" w="4147730">
                <a:moveTo>
                  <a:pt x="0" y="0"/>
                </a:moveTo>
                <a:lnTo>
                  <a:pt x="4147730" y="0"/>
                </a:lnTo>
                <a:lnTo>
                  <a:pt x="4147730" y="2485063"/>
                </a:lnTo>
                <a:lnTo>
                  <a:pt x="0" y="24850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33377" y="29861"/>
            <a:ext cx="2781148" cy="3716742"/>
          </a:xfrm>
          <a:custGeom>
            <a:avLst/>
            <a:gdLst/>
            <a:ahLst/>
            <a:cxnLst/>
            <a:rect r="r" b="b" t="t" l="l"/>
            <a:pathLst>
              <a:path h="3716742" w="2781148">
                <a:moveTo>
                  <a:pt x="0" y="0"/>
                </a:moveTo>
                <a:lnTo>
                  <a:pt x="2781148" y="0"/>
                </a:lnTo>
                <a:lnTo>
                  <a:pt x="2781148" y="3716742"/>
                </a:lnTo>
                <a:lnTo>
                  <a:pt x="0" y="37167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84632" y="3818422"/>
            <a:ext cx="2478638" cy="3489038"/>
          </a:xfrm>
          <a:custGeom>
            <a:avLst/>
            <a:gdLst/>
            <a:ahLst/>
            <a:cxnLst/>
            <a:rect r="r" b="b" t="t" l="l"/>
            <a:pathLst>
              <a:path h="3489038" w="2478638">
                <a:moveTo>
                  <a:pt x="0" y="0"/>
                </a:moveTo>
                <a:lnTo>
                  <a:pt x="2478638" y="0"/>
                </a:lnTo>
                <a:lnTo>
                  <a:pt x="2478638" y="3489038"/>
                </a:lnTo>
                <a:lnTo>
                  <a:pt x="0" y="3489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31097" y="7379278"/>
            <a:ext cx="1812903" cy="2687211"/>
          </a:xfrm>
          <a:custGeom>
            <a:avLst/>
            <a:gdLst/>
            <a:ahLst/>
            <a:cxnLst/>
            <a:rect r="r" b="b" t="t" l="l"/>
            <a:pathLst>
              <a:path h="2687211" w="1812903">
                <a:moveTo>
                  <a:pt x="0" y="0"/>
                </a:moveTo>
                <a:lnTo>
                  <a:pt x="1812903" y="0"/>
                </a:lnTo>
                <a:lnTo>
                  <a:pt x="1812903" y="2687211"/>
                </a:lnTo>
                <a:lnTo>
                  <a:pt x="0" y="2687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14525" y="29861"/>
            <a:ext cx="4010952" cy="2673968"/>
          </a:xfrm>
          <a:custGeom>
            <a:avLst/>
            <a:gdLst/>
            <a:ahLst/>
            <a:cxnLst/>
            <a:rect r="r" b="b" t="t" l="l"/>
            <a:pathLst>
              <a:path h="2673968" w="4010952">
                <a:moveTo>
                  <a:pt x="0" y="0"/>
                </a:moveTo>
                <a:lnTo>
                  <a:pt x="4010952" y="0"/>
                </a:lnTo>
                <a:lnTo>
                  <a:pt x="4010952" y="2673969"/>
                </a:lnTo>
                <a:lnTo>
                  <a:pt x="0" y="26739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71675" y="4174930"/>
            <a:ext cx="2346174" cy="3132530"/>
          </a:xfrm>
          <a:custGeom>
            <a:avLst/>
            <a:gdLst/>
            <a:ahLst/>
            <a:cxnLst/>
            <a:rect r="r" b="b" t="t" l="l"/>
            <a:pathLst>
              <a:path h="3132530" w="2346174">
                <a:moveTo>
                  <a:pt x="0" y="0"/>
                </a:moveTo>
                <a:lnTo>
                  <a:pt x="2346174" y="0"/>
                </a:lnTo>
                <a:lnTo>
                  <a:pt x="2346174" y="3132530"/>
                </a:lnTo>
                <a:lnTo>
                  <a:pt x="0" y="3132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14525" y="7307460"/>
            <a:ext cx="2670764" cy="1291599"/>
          </a:xfrm>
          <a:custGeom>
            <a:avLst/>
            <a:gdLst/>
            <a:ahLst/>
            <a:cxnLst/>
            <a:rect r="r" b="b" t="t" l="l"/>
            <a:pathLst>
              <a:path h="1291599" w="2670764">
                <a:moveTo>
                  <a:pt x="0" y="0"/>
                </a:moveTo>
                <a:lnTo>
                  <a:pt x="2670764" y="0"/>
                </a:lnTo>
                <a:lnTo>
                  <a:pt x="2670764" y="1291599"/>
                </a:lnTo>
                <a:lnTo>
                  <a:pt x="0" y="129159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71675" y="8722884"/>
            <a:ext cx="2346174" cy="1564116"/>
          </a:xfrm>
          <a:custGeom>
            <a:avLst/>
            <a:gdLst/>
            <a:ahLst/>
            <a:cxnLst/>
            <a:rect r="r" b="b" t="t" l="l"/>
            <a:pathLst>
              <a:path h="1564116" w="2346174">
                <a:moveTo>
                  <a:pt x="0" y="0"/>
                </a:moveTo>
                <a:lnTo>
                  <a:pt x="2346174" y="0"/>
                </a:lnTo>
                <a:lnTo>
                  <a:pt x="2346174" y="1564116"/>
                </a:lnTo>
                <a:lnTo>
                  <a:pt x="0" y="15641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38475" y="2690891"/>
            <a:ext cx="2887002" cy="2174625"/>
          </a:xfrm>
          <a:custGeom>
            <a:avLst/>
            <a:gdLst/>
            <a:ahLst/>
            <a:cxnLst/>
            <a:rect r="r" b="b" t="t" l="l"/>
            <a:pathLst>
              <a:path h="2174625" w="2887002">
                <a:moveTo>
                  <a:pt x="0" y="0"/>
                </a:moveTo>
                <a:lnTo>
                  <a:pt x="2887002" y="0"/>
                </a:lnTo>
                <a:lnTo>
                  <a:pt x="2887002" y="2174625"/>
                </a:lnTo>
                <a:lnTo>
                  <a:pt x="0" y="2174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774999" y="4476719"/>
            <a:ext cx="1887160" cy="2830740"/>
          </a:xfrm>
          <a:custGeom>
            <a:avLst/>
            <a:gdLst/>
            <a:ahLst/>
            <a:cxnLst/>
            <a:rect r="r" b="b" t="t" l="l"/>
            <a:pathLst>
              <a:path h="2830740" w="1887160">
                <a:moveTo>
                  <a:pt x="0" y="0"/>
                </a:moveTo>
                <a:lnTo>
                  <a:pt x="1887160" y="0"/>
                </a:lnTo>
                <a:lnTo>
                  <a:pt x="1887160" y="2830741"/>
                </a:lnTo>
                <a:lnTo>
                  <a:pt x="0" y="28307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42439" y="7407427"/>
            <a:ext cx="3786640" cy="2659063"/>
          </a:xfrm>
          <a:custGeom>
            <a:avLst/>
            <a:gdLst/>
            <a:ahLst/>
            <a:cxnLst/>
            <a:rect r="r" b="b" t="t" l="l"/>
            <a:pathLst>
              <a:path h="2659063" w="3786640">
                <a:moveTo>
                  <a:pt x="0" y="0"/>
                </a:moveTo>
                <a:lnTo>
                  <a:pt x="3786639" y="0"/>
                </a:lnTo>
                <a:lnTo>
                  <a:pt x="3786639" y="2659062"/>
                </a:lnTo>
                <a:lnTo>
                  <a:pt x="0" y="26590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382627" y="29861"/>
            <a:ext cx="2446452" cy="4311568"/>
          </a:xfrm>
          <a:custGeom>
            <a:avLst/>
            <a:gdLst/>
            <a:ahLst/>
            <a:cxnLst/>
            <a:rect r="r" b="b" t="t" l="l"/>
            <a:pathLst>
              <a:path h="4311568" w="2446452">
                <a:moveTo>
                  <a:pt x="0" y="0"/>
                </a:moveTo>
                <a:lnTo>
                  <a:pt x="2446451" y="0"/>
                </a:lnTo>
                <a:lnTo>
                  <a:pt x="2446451" y="4311569"/>
                </a:lnTo>
                <a:lnTo>
                  <a:pt x="0" y="431156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86228" y="66000"/>
            <a:ext cx="2401772" cy="3611055"/>
          </a:xfrm>
          <a:custGeom>
            <a:avLst/>
            <a:gdLst/>
            <a:ahLst/>
            <a:cxnLst/>
            <a:rect r="r" b="b" t="t" l="l"/>
            <a:pathLst>
              <a:path h="3611055" w="2401772">
                <a:moveTo>
                  <a:pt x="0" y="0"/>
                </a:moveTo>
                <a:lnTo>
                  <a:pt x="2401772" y="0"/>
                </a:lnTo>
                <a:lnTo>
                  <a:pt x="2401772" y="3611055"/>
                </a:lnTo>
                <a:lnTo>
                  <a:pt x="0" y="361105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35758" y="4410044"/>
            <a:ext cx="1614051" cy="3106031"/>
          </a:xfrm>
          <a:custGeom>
            <a:avLst/>
            <a:gdLst/>
            <a:ahLst/>
            <a:cxnLst/>
            <a:rect r="r" b="b" t="t" l="l"/>
            <a:pathLst>
              <a:path h="3106031" w="1614051">
                <a:moveTo>
                  <a:pt x="0" y="0"/>
                </a:moveTo>
                <a:lnTo>
                  <a:pt x="1614051" y="0"/>
                </a:lnTo>
                <a:lnTo>
                  <a:pt x="1614051" y="3106031"/>
                </a:lnTo>
                <a:lnTo>
                  <a:pt x="0" y="310603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143403" y="3730043"/>
            <a:ext cx="2058807" cy="3641428"/>
          </a:xfrm>
          <a:custGeom>
            <a:avLst/>
            <a:gdLst/>
            <a:ahLst/>
            <a:cxnLst/>
            <a:rect r="r" b="b" t="t" l="l"/>
            <a:pathLst>
              <a:path h="3641428" w="2058807">
                <a:moveTo>
                  <a:pt x="0" y="0"/>
                </a:moveTo>
                <a:lnTo>
                  <a:pt x="2058808" y="0"/>
                </a:lnTo>
                <a:lnTo>
                  <a:pt x="2058808" y="3641428"/>
                </a:lnTo>
                <a:lnTo>
                  <a:pt x="0" y="364142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028665" y="7428621"/>
            <a:ext cx="2116898" cy="2817561"/>
          </a:xfrm>
          <a:custGeom>
            <a:avLst/>
            <a:gdLst/>
            <a:ahLst/>
            <a:cxnLst/>
            <a:rect r="r" b="b" t="t" l="l"/>
            <a:pathLst>
              <a:path h="2817561" w="2116898">
                <a:moveTo>
                  <a:pt x="0" y="0"/>
                </a:moveTo>
                <a:lnTo>
                  <a:pt x="2116898" y="0"/>
                </a:lnTo>
                <a:lnTo>
                  <a:pt x="2116898" y="2817561"/>
                </a:lnTo>
                <a:lnTo>
                  <a:pt x="0" y="281756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473" y="807921"/>
            <a:ext cx="339878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만리장성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33" y="2819860"/>
            <a:ext cx="3398784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2"/>
              </a:lnSpc>
            </a:pPr>
            <a:r>
              <a:rPr lang="en-US" sz="814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할리우드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27377" y="4762469"/>
            <a:ext cx="339878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2"/>
              </a:lnSpc>
            </a:pPr>
            <a:r>
              <a:rPr lang="en-US" sz="694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콜로세움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2574" y="9109744"/>
            <a:ext cx="3203980" cy="81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2"/>
              </a:lnSpc>
            </a:pPr>
            <a:r>
              <a:rPr lang="en-US" sz="466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오페라 하우스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839735"/>
            <a:ext cx="2455787" cy="119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sz="675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경복궁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1625" y="847169"/>
            <a:ext cx="2266908" cy="216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</a:pPr>
            <a:r>
              <a:rPr lang="en-US" sz="44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엠파이어 스테이트 빌딩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92881" y="1354909"/>
            <a:ext cx="3035097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도쿄 타워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2402" y="871093"/>
            <a:ext cx="4175198" cy="121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</a:pPr>
            <a:r>
              <a:rPr lang="en-US" sz="687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남산 타워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413" y="1829340"/>
            <a:ext cx="264681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1"/>
              </a:lnSpc>
            </a:pPr>
            <a:r>
              <a:rPr lang="en-US" sz="447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피사의 사탑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52903" y="1286254"/>
            <a:ext cx="2335097" cy="114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2"/>
              </a:lnSpc>
            </a:pPr>
            <a:r>
              <a:rPr lang="en-US" sz="641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에펠탑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45800" y="4666681"/>
            <a:ext cx="2925875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664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자유의 여신상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02193" y="5329692"/>
            <a:ext cx="3123694" cy="102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6"/>
              </a:lnSpc>
            </a:pPr>
            <a:r>
              <a:rPr lang="en-US" sz="588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에베레스트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62328" y="8007092"/>
            <a:ext cx="370378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8"/>
              </a:lnSpc>
            </a:pPr>
            <a:r>
              <a:rPr lang="en-US" sz="888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스톤헨지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0500" y="8355210"/>
            <a:ext cx="2094024" cy="101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7"/>
              </a:lnSpc>
            </a:pPr>
            <a:r>
              <a:rPr lang="en-US" sz="57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빅벤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14525" y="5272139"/>
            <a:ext cx="2238525" cy="69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2"/>
              </a:lnSpc>
            </a:pPr>
            <a:r>
              <a:rPr lang="en-US" sz="393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타워 브릿지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12062" y="3206610"/>
            <a:ext cx="292587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664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타지마할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6291" y="7514701"/>
            <a:ext cx="223983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54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스핑크스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1200" y="9106337"/>
            <a:ext cx="223983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8"/>
              </a:lnSpc>
            </a:pPr>
            <a:r>
              <a:rPr lang="en-US" sz="515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베네치아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30562" y="8192350"/>
            <a:ext cx="399851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1"/>
              </a:lnSpc>
            </a:pPr>
            <a:r>
              <a:rPr lang="en-US" sz="5992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그랜드 캐니언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54748" y="5532821"/>
            <a:ext cx="2107411" cy="10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1"/>
              </a:lnSpc>
            </a:pPr>
            <a:r>
              <a:rPr lang="en-US" sz="579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63빌딩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11981" y="4552978"/>
            <a:ext cx="2118398" cy="190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sz="582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부르즈 할리파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0326" y="5029655"/>
            <a:ext cx="2342158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543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모아이 석상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916035" y="8465709"/>
            <a:ext cx="234215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5438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피라미드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DAHFh6PxDaI</dc:identifier>
  <dcterms:modified xsi:type="dcterms:W3CDTF">2011-08-01T06:04:30Z</dcterms:modified>
  <cp:revision>1</cp:revision>
  <dc:title>[Sunday Play] 순간 포착</dc:title>
</cp:coreProperties>
</file>