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8288000" cy="10287000"/>
  <p:notesSz cx="6858000" cy="9144000"/>
  <p:embeddedFontLst>
    <p:embeddedFont>
      <p:font typeface="Jua" charset="1" panose="00000000000000000000"/>
      <p:regular r:id="rId10"/>
    </p:embeddedFont>
    <p:embeddedFont>
      <p:font typeface="TDTD갬성명조" charset="1" panose="02000503000000000000"/>
      <p:regular r:id="rId11"/>
    </p:embeddedFont>
    <p:embeddedFont>
      <p:font typeface="TDTD가온" charset="1" panose="0200050300000000000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fonts/font10.fntdata" Type="http://schemas.openxmlformats.org/officeDocument/2006/relationships/font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Relationship Id="rId4" Target="../media/image7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포커페이스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600705"/>
            <a:ext cx="5362043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2078314" cy="2573620"/>
            <a:chOff x="0" y="0"/>
            <a:chExt cx="16104419" cy="3431493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380584"/>
              <a:ext cx="16104419" cy="20509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73"/>
                </a:lnSpc>
              </a:pPr>
              <a:r>
                <a:rPr lang="en-US" sz="448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탐정은 눈을 감고, 한 사람이 동전을 한쪽 손에 쥡니다.                             </a:t>
              </a:r>
            </a:p>
            <a:p>
              <a:pPr algn="l">
                <a:lnSpc>
                  <a:spcPts val="6273"/>
                </a:lnSpc>
              </a:pPr>
              <a:r>
                <a:rPr lang="en-US" sz="448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모두 양 주먹을 내밀어</a:t>
              </a:r>
              <a:r>
                <a:rPr lang="en-US" sz="448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 주세요.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171450"/>
              <a:ext cx="9574913" cy="11692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7"/>
                </a:lnSpc>
              </a:pPr>
              <a:r>
                <a:rPr lang="en-US" sz="4928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809792" y="7503133"/>
            <a:ext cx="7083439" cy="2574122"/>
            <a:chOff x="0" y="0"/>
            <a:chExt cx="9444586" cy="3432162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377534"/>
              <a:ext cx="9300195" cy="205462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84"/>
                </a:lnSpc>
              </a:pPr>
              <a:r>
                <a:rPr lang="en-US" sz="448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돌아가며 탐정을 하고,</a:t>
              </a:r>
              <a:r>
                <a:rPr lang="en-US" sz="448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 누적 점수가 가장 높은 사람이 우승!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171450"/>
              <a:ext cx="9444586" cy="11711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19"/>
                </a:lnSpc>
              </a:pPr>
              <a:r>
                <a:rPr lang="en-US" sz="4938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621704" y="3960731"/>
            <a:ext cx="10397630" cy="3364141"/>
            <a:chOff x="0" y="0"/>
            <a:chExt cx="13863507" cy="4485521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375218"/>
              <a:ext cx="13863507" cy="31103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75"/>
                </a:lnSpc>
              </a:pPr>
              <a:r>
                <a:rPr lang="en-US" sz="4482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탐정이 왼손 또는 오른손을 지목합니다.                                      </a:t>
              </a:r>
            </a:p>
            <a:p>
              <a:pPr algn="l">
                <a:lnSpc>
                  <a:spcPts val="6275"/>
                </a:lnSpc>
              </a:pPr>
              <a:r>
                <a:rPr lang="en-US" sz="4482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동전 발견 → +50점! 빈 손 → -10점!             </a:t>
              </a:r>
            </a:p>
            <a:p>
              <a:pPr algn="l">
                <a:lnSpc>
                  <a:spcPts val="6275"/>
                </a:lnSpc>
              </a:pPr>
              <a:r>
                <a:rPr lang="en-US" sz="4482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"스톱"을 외치면 현재 점수 확정!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171450"/>
              <a:ext cx="6898637" cy="116952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9"/>
                </a:lnSpc>
              </a:pPr>
              <a:r>
                <a:rPr lang="en-US" sz="4930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포커페이스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3895725"/>
            <a:ext cx="9444385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DAHHN7WpypM</dc:identifier>
  <dcterms:modified xsi:type="dcterms:W3CDTF">2011-08-01T06:04:30Z</dcterms:modified>
  <cp:revision>1</cp:revision>
  <dc:title>[Sunday Play] 포커페이스</dc:title>
</cp:coreProperties>
</file>