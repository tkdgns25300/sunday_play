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시간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619696" cy="2100123"/>
            <a:chOff x="0" y="0"/>
            <a:chExt cx="16826261" cy="280016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940"/>
              <a:ext cx="16826261" cy="11842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02"/>
                </a:lnSpc>
              </a:pPr>
              <a:r>
                <a:rPr lang="en-US" sz="5287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목표 시간을 정합니다. (예: 10초)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875494" y="7319033"/>
            <a:ext cx="6412506" cy="2967967"/>
            <a:chOff x="0" y="0"/>
            <a:chExt cx="8550008" cy="395728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8468722" cy="24144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목표 시간과 가장 가깝게</a:t>
              </a:r>
            </a:p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멈춘 사람이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8550008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27128" y="3458624"/>
            <a:ext cx="11787343" cy="3036981"/>
            <a:chOff x="0" y="0"/>
            <a:chExt cx="15716458" cy="4049308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21596"/>
              <a:ext cx="15716458" cy="242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타이머를 시작하고 화면을 보지 마세요!</a:t>
              </a:r>
            </a:p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목표 시간이 되었다고 생각하면 "스탑"하세요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799240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시간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DAHF_kBZ4cU</dc:identifier>
  <dcterms:modified xsi:type="dcterms:W3CDTF">2011-08-01T06:04:30Z</dcterms:modified>
  <cp:revision>1</cp:revision>
  <dc:title>[Sunday Play] 시간 맞추기</dc:title>
</cp:coreProperties>
</file>